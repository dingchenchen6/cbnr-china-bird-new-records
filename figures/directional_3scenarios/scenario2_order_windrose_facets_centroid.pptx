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3167360" cy="13533120"/>
            <a:chOff x="0" y="0"/>
            <a:chExt cx="13167360" cy="1353312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316736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3167360" y="0"/>
              <a:ext cx="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1051262" y="224458"/>
              <a:ext cx="1583740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 (n=373)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457405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43132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3132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843132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3132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3132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61261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95978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61261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88911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34690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6135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56190" y="1200404"/>
              <a:ext cx="1495523" cy="1115120"/>
            </a:xfrm>
            <a:custGeom>
              <a:avLst/>
              <a:pathLst>
                <a:path w="1495523" h="1115120">
                  <a:moveTo>
                    <a:pt x="386942" y="262868"/>
                  </a:moveTo>
                  <a:lnTo>
                    <a:pt x="405495" y="236375"/>
                  </a:lnTo>
                  <a:lnTo>
                    <a:pt x="426127" y="210693"/>
                  </a:lnTo>
                  <a:lnTo>
                    <a:pt x="448801" y="185944"/>
                  </a:lnTo>
                  <a:lnTo>
                    <a:pt x="473473" y="162248"/>
                  </a:lnTo>
                  <a:lnTo>
                    <a:pt x="500095" y="139726"/>
                  </a:lnTo>
                  <a:lnTo>
                    <a:pt x="528611" y="118491"/>
                  </a:lnTo>
                  <a:lnTo>
                    <a:pt x="558959" y="98659"/>
                  </a:lnTo>
                  <a:lnTo>
                    <a:pt x="591071" y="80340"/>
                  </a:lnTo>
                  <a:lnTo>
                    <a:pt x="624875" y="63641"/>
                  </a:lnTo>
                  <a:lnTo>
                    <a:pt x="660290" y="48666"/>
                  </a:lnTo>
                  <a:lnTo>
                    <a:pt x="697231" y="35516"/>
                  </a:lnTo>
                  <a:lnTo>
                    <a:pt x="735610" y="24287"/>
                  </a:lnTo>
                  <a:lnTo>
                    <a:pt x="775329" y="15070"/>
                  </a:lnTo>
                  <a:lnTo>
                    <a:pt x="816290" y="7953"/>
                  </a:lnTo>
                  <a:lnTo>
                    <a:pt x="858387" y="3018"/>
                  </a:lnTo>
                  <a:lnTo>
                    <a:pt x="901510" y="343"/>
                  </a:lnTo>
                  <a:lnTo>
                    <a:pt x="945546" y="0"/>
                  </a:lnTo>
                  <a:lnTo>
                    <a:pt x="990377" y="2054"/>
                  </a:lnTo>
                  <a:lnTo>
                    <a:pt x="1035881" y="6567"/>
                  </a:lnTo>
                  <a:lnTo>
                    <a:pt x="1081933" y="13595"/>
                  </a:lnTo>
                  <a:lnTo>
                    <a:pt x="1110478" y="34950"/>
                  </a:lnTo>
                  <a:lnTo>
                    <a:pt x="1138379" y="57462"/>
                  </a:lnTo>
                  <a:lnTo>
                    <a:pt x="1165590" y="81111"/>
                  </a:lnTo>
                  <a:lnTo>
                    <a:pt x="1192065" y="105879"/>
                  </a:lnTo>
                  <a:lnTo>
                    <a:pt x="1217758" y="131740"/>
                  </a:lnTo>
                  <a:lnTo>
                    <a:pt x="1242624" y="158672"/>
                  </a:lnTo>
                  <a:lnTo>
                    <a:pt x="1266621" y="186648"/>
                  </a:lnTo>
                  <a:lnTo>
                    <a:pt x="1289705" y="215640"/>
                  </a:lnTo>
                  <a:lnTo>
                    <a:pt x="1311834" y="245618"/>
                  </a:lnTo>
                  <a:lnTo>
                    <a:pt x="1332968" y="276551"/>
                  </a:lnTo>
                  <a:lnTo>
                    <a:pt x="1353064" y="308405"/>
                  </a:lnTo>
                  <a:lnTo>
                    <a:pt x="1372086" y="341146"/>
                  </a:lnTo>
                  <a:lnTo>
                    <a:pt x="1389995" y="374738"/>
                  </a:lnTo>
                  <a:lnTo>
                    <a:pt x="1406755" y="409142"/>
                  </a:lnTo>
                  <a:lnTo>
                    <a:pt x="1422330" y="444319"/>
                  </a:lnTo>
                  <a:lnTo>
                    <a:pt x="1436686" y="480228"/>
                  </a:lnTo>
                  <a:lnTo>
                    <a:pt x="1449791" y="516827"/>
                  </a:lnTo>
                  <a:lnTo>
                    <a:pt x="1461615" y="554071"/>
                  </a:lnTo>
                  <a:lnTo>
                    <a:pt x="1472127" y="591917"/>
                  </a:lnTo>
                  <a:lnTo>
                    <a:pt x="1481299" y="630316"/>
                  </a:lnTo>
                  <a:lnTo>
                    <a:pt x="1489106" y="669222"/>
                  </a:lnTo>
                  <a:lnTo>
                    <a:pt x="1495523" y="708586"/>
                  </a:lnTo>
                  <a:lnTo>
                    <a:pt x="1468340" y="747208"/>
                  </a:lnTo>
                  <a:lnTo>
                    <a:pt x="1439846" y="783891"/>
                  </a:lnTo>
                  <a:lnTo>
                    <a:pt x="1410145" y="818592"/>
                  </a:lnTo>
                  <a:lnTo>
                    <a:pt x="1379343" y="851272"/>
                  </a:lnTo>
                  <a:lnTo>
                    <a:pt x="1347545" y="881898"/>
                  </a:lnTo>
                  <a:lnTo>
                    <a:pt x="1314859" y="910442"/>
                  </a:lnTo>
                  <a:lnTo>
                    <a:pt x="1281392" y="936881"/>
                  </a:lnTo>
                  <a:lnTo>
                    <a:pt x="1247253" y="961196"/>
                  </a:lnTo>
                  <a:lnTo>
                    <a:pt x="1212551" y="983375"/>
                  </a:lnTo>
                  <a:lnTo>
                    <a:pt x="1177394" y="1003409"/>
                  </a:lnTo>
                  <a:lnTo>
                    <a:pt x="1141890" y="1021296"/>
                  </a:lnTo>
                  <a:lnTo>
                    <a:pt x="1106148" y="1037037"/>
                  </a:lnTo>
                  <a:lnTo>
                    <a:pt x="1070275" y="1050638"/>
                  </a:lnTo>
                  <a:lnTo>
                    <a:pt x="1034378" y="1062113"/>
                  </a:lnTo>
                  <a:lnTo>
                    <a:pt x="998563" y="1071478"/>
                  </a:lnTo>
                  <a:lnTo>
                    <a:pt x="962932" y="1078753"/>
                  </a:lnTo>
                  <a:lnTo>
                    <a:pt x="927591" y="1083965"/>
                  </a:lnTo>
                  <a:lnTo>
                    <a:pt x="892639" y="1087146"/>
                  </a:lnTo>
                  <a:lnTo>
                    <a:pt x="858176" y="1088331"/>
                  </a:lnTo>
                  <a:lnTo>
                    <a:pt x="824299" y="1087558"/>
                  </a:lnTo>
                  <a:lnTo>
                    <a:pt x="791103" y="1084874"/>
                  </a:lnTo>
                  <a:lnTo>
                    <a:pt x="758681" y="1080326"/>
                  </a:lnTo>
                  <a:lnTo>
                    <a:pt x="721641" y="1090238"/>
                  </a:lnTo>
                  <a:lnTo>
                    <a:pt x="684948" y="1096955"/>
                  </a:lnTo>
                  <a:lnTo>
                    <a:pt x="648856" y="1100568"/>
                  </a:lnTo>
                  <a:lnTo>
                    <a:pt x="613610" y="1101188"/>
                  </a:lnTo>
                  <a:lnTo>
                    <a:pt x="579444" y="1098943"/>
                  </a:lnTo>
                  <a:lnTo>
                    <a:pt x="546577" y="1093979"/>
                  </a:lnTo>
                  <a:lnTo>
                    <a:pt x="515213" y="1086460"/>
                  </a:lnTo>
                  <a:lnTo>
                    <a:pt x="485540" y="1076561"/>
                  </a:lnTo>
                  <a:lnTo>
                    <a:pt x="457732" y="1064474"/>
                  </a:lnTo>
                  <a:lnTo>
                    <a:pt x="431943" y="1050402"/>
                  </a:lnTo>
                  <a:lnTo>
                    <a:pt x="408307" y="1034556"/>
                  </a:lnTo>
                  <a:lnTo>
                    <a:pt x="386942" y="1017160"/>
                  </a:lnTo>
                  <a:lnTo>
                    <a:pt x="356696" y="1015674"/>
                  </a:lnTo>
                  <a:lnTo>
                    <a:pt x="326742" y="1011231"/>
                  </a:lnTo>
                  <a:lnTo>
                    <a:pt x="297367" y="1003873"/>
                  </a:lnTo>
                  <a:lnTo>
                    <a:pt x="268856" y="993671"/>
                  </a:lnTo>
                  <a:lnTo>
                    <a:pt x="241481" y="980724"/>
                  </a:lnTo>
                  <a:lnTo>
                    <a:pt x="215507" y="965156"/>
                  </a:lnTo>
                  <a:lnTo>
                    <a:pt x="191184" y="947117"/>
                  </a:lnTo>
                  <a:lnTo>
                    <a:pt x="168747" y="926781"/>
                  </a:lnTo>
                  <a:lnTo>
                    <a:pt x="158349" y="896187"/>
                  </a:lnTo>
                  <a:lnTo>
                    <a:pt x="151753" y="865735"/>
                  </a:lnTo>
                  <a:lnTo>
                    <a:pt x="148821" y="835864"/>
                  </a:lnTo>
                  <a:lnTo>
                    <a:pt x="149371" y="806991"/>
                  </a:lnTo>
                  <a:lnTo>
                    <a:pt x="153173" y="779499"/>
                  </a:lnTo>
                  <a:lnTo>
                    <a:pt x="159958" y="753736"/>
                  </a:lnTo>
                  <a:lnTo>
                    <a:pt x="169421" y="730010"/>
                  </a:lnTo>
                  <a:lnTo>
                    <a:pt x="181226" y="708586"/>
                  </a:lnTo>
                  <a:lnTo>
                    <a:pt x="163033" y="688997"/>
                  </a:lnTo>
                  <a:lnTo>
                    <a:pt x="146834" y="666249"/>
                  </a:lnTo>
                  <a:lnTo>
                    <a:pt x="133039" y="640553"/>
                  </a:lnTo>
                  <a:lnTo>
                    <a:pt x="122036" y="612168"/>
                  </a:lnTo>
                  <a:lnTo>
                    <a:pt x="114184" y="581397"/>
                  </a:lnTo>
                  <a:lnTo>
                    <a:pt x="109811" y="548585"/>
                  </a:lnTo>
                  <a:lnTo>
                    <a:pt x="109208" y="514115"/>
                  </a:lnTo>
                  <a:lnTo>
                    <a:pt x="112622" y="478405"/>
                  </a:lnTo>
                  <a:lnTo>
                    <a:pt x="120259" y="441903"/>
                  </a:lnTo>
                  <a:lnTo>
                    <a:pt x="101241" y="461025"/>
                  </a:lnTo>
                  <a:lnTo>
                    <a:pt x="83595" y="481503"/>
                  </a:lnTo>
                  <a:lnTo>
                    <a:pt x="67419" y="503241"/>
                  </a:lnTo>
                  <a:lnTo>
                    <a:pt x="52802" y="526132"/>
                  </a:lnTo>
                  <a:lnTo>
                    <a:pt x="39827" y="550064"/>
                  </a:lnTo>
                  <a:lnTo>
                    <a:pt x="28568" y="574920"/>
                  </a:lnTo>
                  <a:lnTo>
                    <a:pt x="19091" y="600575"/>
                  </a:lnTo>
                  <a:lnTo>
                    <a:pt x="11453" y="626904"/>
                  </a:lnTo>
                  <a:lnTo>
                    <a:pt x="5701" y="653772"/>
                  </a:lnTo>
                  <a:lnTo>
                    <a:pt x="1874" y="681045"/>
                  </a:lnTo>
                  <a:lnTo>
                    <a:pt x="0" y="708586"/>
                  </a:lnTo>
                  <a:lnTo>
                    <a:pt x="97" y="736254"/>
                  </a:lnTo>
                  <a:lnTo>
                    <a:pt x="2175" y="763907"/>
                  </a:lnTo>
                  <a:lnTo>
                    <a:pt x="6232" y="791404"/>
                  </a:lnTo>
                  <a:lnTo>
                    <a:pt x="12255" y="818604"/>
                  </a:lnTo>
                  <a:lnTo>
                    <a:pt x="20224" y="845365"/>
                  </a:lnTo>
                  <a:lnTo>
                    <a:pt x="30106" y="871547"/>
                  </a:lnTo>
                  <a:lnTo>
                    <a:pt x="41859" y="897015"/>
                  </a:lnTo>
                  <a:lnTo>
                    <a:pt x="55432" y="921635"/>
                  </a:lnTo>
                  <a:lnTo>
                    <a:pt x="70762" y="945275"/>
                  </a:lnTo>
                  <a:lnTo>
                    <a:pt x="87780" y="967811"/>
                  </a:lnTo>
                  <a:lnTo>
                    <a:pt x="106405" y="989122"/>
                  </a:lnTo>
                  <a:lnTo>
                    <a:pt x="126550" y="1009094"/>
                  </a:lnTo>
                  <a:lnTo>
                    <a:pt x="148118" y="1027617"/>
                  </a:lnTo>
                  <a:lnTo>
                    <a:pt x="171004" y="1044591"/>
                  </a:lnTo>
                  <a:lnTo>
                    <a:pt x="195098" y="1059921"/>
                  </a:lnTo>
                  <a:lnTo>
                    <a:pt x="220281" y="1073522"/>
                  </a:lnTo>
                  <a:lnTo>
                    <a:pt x="246429" y="1085316"/>
                  </a:lnTo>
                  <a:lnTo>
                    <a:pt x="273411" y="1095235"/>
                  </a:lnTo>
                  <a:lnTo>
                    <a:pt x="301095" y="1103219"/>
                  </a:lnTo>
                  <a:lnTo>
                    <a:pt x="329339" y="1109219"/>
                  </a:lnTo>
                  <a:lnTo>
                    <a:pt x="358003" y="1113196"/>
                  </a:lnTo>
                  <a:lnTo>
                    <a:pt x="386942" y="1115120"/>
                  </a:lnTo>
                  <a:lnTo>
                    <a:pt x="416007" y="1114973"/>
                  </a:lnTo>
                  <a:lnTo>
                    <a:pt x="445051" y="1112745"/>
                  </a:lnTo>
                  <a:lnTo>
                    <a:pt x="473925" y="1108440"/>
                  </a:lnTo>
                  <a:lnTo>
                    <a:pt x="502479" y="1102071"/>
                  </a:lnTo>
                  <a:lnTo>
                    <a:pt x="530567" y="1093660"/>
                  </a:lnTo>
                  <a:lnTo>
                    <a:pt x="558042" y="1083243"/>
                  </a:lnTo>
                  <a:lnTo>
                    <a:pt x="584760" y="1070864"/>
                  </a:lnTo>
                  <a:lnTo>
                    <a:pt x="610582" y="1056578"/>
                  </a:lnTo>
                  <a:lnTo>
                    <a:pt x="635372" y="1040450"/>
                  </a:lnTo>
                  <a:lnTo>
                    <a:pt x="658997" y="1022555"/>
                  </a:lnTo>
                  <a:lnTo>
                    <a:pt x="681332" y="1002976"/>
                  </a:lnTo>
                  <a:lnTo>
                    <a:pt x="702256" y="981808"/>
                  </a:lnTo>
                  <a:lnTo>
                    <a:pt x="721657" y="959151"/>
                  </a:lnTo>
                  <a:lnTo>
                    <a:pt x="739429" y="935116"/>
                  </a:lnTo>
                  <a:lnTo>
                    <a:pt x="755473" y="909819"/>
                  </a:lnTo>
                  <a:lnTo>
                    <a:pt x="769699" y="883386"/>
                  </a:lnTo>
                  <a:lnTo>
                    <a:pt x="782029" y="855946"/>
                  </a:lnTo>
                  <a:lnTo>
                    <a:pt x="792389" y="827636"/>
                  </a:lnTo>
                  <a:lnTo>
                    <a:pt x="800719" y="798598"/>
                  </a:lnTo>
                  <a:lnTo>
                    <a:pt x="806968" y="768977"/>
                  </a:lnTo>
                  <a:lnTo>
                    <a:pt x="811094" y="738922"/>
                  </a:lnTo>
                  <a:lnTo>
                    <a:pt x="813068" y="708586"/>
                  </a:lnTo>
                  <a:lnTo>
                    <a:pt x="812871" y="678123"/>
                  </a:lnTo>
                  <a:lnTo>
                    <a:pt x="810494" y="647689"/>
                  </a:lnTo>
                  <a:lnTo>
                    <a:pt x="805940" y="617439"/>
                  </a:lnTo>
                  <a:lnTo>
                    <a:pt x="799225" y="587529"/>
                  </a:lnTo>
                  <a:lnTo>
                    <a:pt x="790373" y="558114"/>
                  </a:lnTo>
                  <a:lnTo>
                    <a:pt x="779420" y="529347"/>
                  </a:lnTo>
                  <a:lnTo>
                    <a:pt x="766415" y="501378"/>
                  </a:lnTo>
                  <a:lnTo>
                    <a:pt x="751415" y="474353"/>
                  </a:lnTo>
                  <a:lnTo>
                    <a:pt x="734490" y="448415"/>
                  </a:lnTo>
                  <a:lnTo>
                    <a:pt x="715717" y="423701"/>
                  </a:lnTo>
                  <a:lnTo>
                    <a:pt x="695185" y="400343"/>
                  </a:lnTo>
                  <a:lnTo>
                    <a:pt x="672993" y="378465"/>
                  </a:lnTo>
                  <a:lnTo>
                    <a:pt x="649248" y="358187"/>
                  </a:lnTo>
                  <a:lnTo>
                    <a:pt x="624064" y="339617"/>
                  </a:lnTo>
                  <a:lnTo>
                    <a:pt x="597564" y="322860"/>
                  </a:lnTo>
                  <a:lnTo>
                    <a:pt x="569880" y="308007"/>
                  </a:lnTo>
                  <a:lnTo>
                    <a:pt x="541148" y="295142"/>
                  </a:lnTo>
                  <a:lnTo>
                    <a:pt x="511512" y="284340"/>
                  </a:lnTo>
                  <a:lnTo>
                    <a:pt x="481118" y="275664"/>
                  </a:lnTo>
                  <a:lnTo>
                    <a:pt x="450121" y="269168"/>
                  </a:lnTo>
                  <a:lnTo>
                    <a:pt x="418675" y="264892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65398" y="1200404"/>
              <a:ext cx="1386315" cy="1101188"/>
            </a:xfrm>
            <a:custGeom>
              <a:avLst/>
              <a:pathLst>
                <a:path w="1386315" h="1101188">
                  <a:moveTo>
                    <a:pt x="277734" y="262868"/>
                  </a:moveTo>
                  <a:lnTo>
                    <a:pt x="296287" y="236375"/>
                  </a:lnTo>
                  <a:lnTo>
                    <a:pt x="316919" y="210693"/>
                  </a:lnTo>
                  <a:lnTo>
                    <a:pt x="339592" y="185944"/>
                  </a:lnTo>
                  <a:lnTo>
                    <a:pt x="364265" y="162248"/>
                  </a:lnTo>
                  <a:lnTo>
                    <a:pt x="390887" y="139726"/>
                  </a:lnTo>
                  <a:lnTo>
                    <a:pt x="419403" y="118491"/>
                  </a:lnTo>
                  <a:lnTo>
                    <a:pt x="449751" y="98659"/>
                  </a:lnTo>
                  <a:lnTo>
                    <a:pt x="481863" y="80340"/>
                  </a:lnTo>
                  <a:lnTo>
                    <a:pt x="515666" y="63641"/>
                  </a:lnTo>
                  <a:lnTo>
                    <a:pt x="551081" y="48666"/>
                  </a:lnTo>
                  <a:lnTo>
                    <a:pt x="588023" y="35516"/>
                  </a:lnTo>
                  <a:lnTo>
                    <a:pt x="626401" y="24287"/>
                  </a:lnTo>
                  <a:lnTo>
                    <a:pt x="666121" y="15070"/>
                  </a:lnTo>
                  <a:lnTo>
                    <a:pt x="707082" y="7953"/>
                  </a:lnTo>
                  <a:lnTo>
                    <a:pt x="749179" y="3018"/>
                  </a:lnTo>
                  <a:lnTo>
                    <a:pt x="792302" y="343"/>
                  </a:lnTo>
                  <a:lnTo>
                    <a:pt x="836338" y="0"/>
                  </a:lnTo>
                  <a:lnTo>
                    <a:pt x="881169" y="2054"/>
                  </a:lnTo>
                  <a:lnTo>
                    <a:pt x="926673" y="6567"/>
                  </a:lnTo>
                  <a:lnTo>
                    <a:pt x="972725" y="13595"/>
                  </a:lnTo>
                  <a:lnTo>
                    <a:pt x="1001270" y="34950"/>
                  </a:lnTo>
                  <a:lnTo>
                    <a:pt x="1029171" y="57462"/>
                  </a:lnTo>
                  <a:lnTo>
                    <a:pt x="1056382" y="81111"/>
                  </a:lnTo>
                  <a:lnTo>
                    <a:pt x="1082857" y="105879"/>
                  </a:lnTo>
                  <a:lnTo>
                    <a:pt x="1108549" y="131740"/>
                  </a:lnTo>
                  <a:lnTo>
                    <a:pt x="1133416" y="158672"/>
                  </a:lnTo>
                  <a:lnTo>
                    <a:pt x="1157413" y="186648"/>
                  </a:lnTo>
                  <a:lnTo>
                    <a:pt x="1180497" y="215640"/>
                  </a:lnTo>
                  <a:lnTo>
                    <a:pt x="1202626" y="245618"/>
                  </a:lnTo>
                  <a:lnTo>
                    <a:pt x="1223759" y="276551"/>
                  </a:lnTo>
                  <a:lnTo>
                    <a:pt x="1243856" y="308405"/>
                  </a:lnTo>
                  <a:lnTo>
                    <a:pt x="1262878" y="341146"/>
                  </a:lnTo>
                  <a:lnTo>
                    <a:pt x="1280787" y="374738"/>
                  </a:lnTo>
                  <a:lnTo>
                    <a:pt x="1297547" y="409142"/>
                  </a:lnTo>
                  <a:lnTo>
                    <a:pt x="1313122" y="444319"/>
                  </a:lnTo>
                  <a:lnTo>
                    <a:pt x="1327478" y="480228"/>
                  </a:lnTo>
                  <a:lnTo>
                    <a:pt x="1340583" y="516827"/>
                  </a:lnTo>
                  <a:lnTo>
                    <a:pt x="1352406" y="554071"/>
                  </a:lnTo>
                  <a:lnTo>
                    <a:pt x="1362918" y="591917"/>
                  </a:lnTo>
                  <a:lnTo>
                    <a:pt x="1372091" y="630316"/>
                  </a:lnTo>
                  <a:lnTo>
                    <a:pt x="1379898" y="669222"/>
                  </a:lnTo>
                  <a:lnTo>
                    <a:pt x="1386315" y="708586"/>
                  </a:lnTo>
                  <a:lnTo>
                    <a:pt x="1359132" y="747208"/>
                  </a:lnTo>
                  <a:lnTo>
                    <a:pt x="1330638" y="783891"/>
                  </a:lnTo>
                  <a:lnTo>
                    <a:pt x="1300937" y="818592"/>
                  </a:lnTo>
                  <a:lnTo>
                    <a:pt x="1270135" y="851272"/>
                  </a:lnTo>
                  <a:lnTo>
                    <a:pt x="1238337" y="881898"/>
                  </a:lnTo>
                  <a:lnTo>
                    <a:pt x="1205651" y="910442"/>
                  </a:lnTo>
                  <a:lnTo>
                    <a:pt x="1172184" y="936881"/>
                  </a:lnTo>
                  <a:lnTo>
                    <a:pt x="1138045" y="961196"/>
                  </a:lnTo>
                  <a:lnTo>
                    <a:pt x="1103343" y="983375"/>
                  </a:lnTo>
                  <a:lnTo>
                    <a:pt x="1068185" y="1003409"/>
                  </a:lnTo>
                  <a:lnTo>
                    <a:pt x="1032682" y="1021296"/>
                  </a:lnTo>
                  <a:lnTo>
                    <a:pt x="996940" y="1037037"/>
                  </a:lnTo>
                  <a:lnTo>
                    <a:pt x="961067" y="1050638"/>
                  </a:lnTo>
                  <a:lnTo>
                    <a:pt x="925170" y="1062113"/>
                  </a:lnTo>
                  <a:lnTo>
                    <a:pt x="889354" y="1071478"/>
                  </a:lnTo>
                  <a:lnTo>
                    <a:pt x="853724" y="1078753"/>
                  </a:lnTo>
                  <a:lnTo>
                    <a:pt x="818383" y="1083965"/>
                  </a:lnTo>
                  <a:lnTo>
                    <a:pt x="783431" y="1087146"/>
                  </a:lnTo>
                  <a:lnTo>
                    <a:pt x="748968" y="1088331"/>
                  </a:lnTo>
                  <a:lnTo>
                    <a:pt x="715091" y="1087558"/>
                  </a:lnTo>
                  <a:lnTo>
                    <a:pt x="681895" y="1084874"/>
                  </a:lnTo>
                  <a:lnTo>
                    <a:pt x="649473" y="1080326"/>
                  </a:lnTo>
                  <a:lnTo>
                    <a:pt x="612433" y="1090238"/>
                  </a:lnTo>
                  <a:lnTo>
                    <a:pt x="575739" y="1096955"/>
                  </a:lnTo>
                  <a:lnTo>
                    <a:pt x="539648" y="1100568"/>
                  </a:lnTo>
                  <a:lnTo>
                    <a:pt x="504402" y="1101188"/>
                  </a:lnTo>
                  <a:lnTo>
                    <a:pt x="470236" y="1098943"/>
                  </a:lnTo>
                  <a:lnTo>
                    <a:pt x="437369" y="1093979"/>
                  </a:lnTo>
                  <a:lnTo>
                    <a:pt x="406004" y="1086460"/>
                  </a:lnTo>
                  <a:lnTo>
                    <a:pt x="376332" y="1076561"/>
                  </a:lnTo>
                  <a:lnTo>
                    <a:pt x="348524" y="1064474"/>
                  </a:lnTo>
                  <a:lnTo>
                    <a:pt x="322734" y="1050402"/>
                  </a:lnTo>
                  <a:lnTo>
                    <a:pt x="299099" y="1034556"/>
                  </a:lnTo>
                  <a:lnTo>
                    <a:pt x="277734" y="1017160"/>
                  </a:lnTo>
                  <a:lnTo>
                    <a:pt x="247488" y="1015674"/>
                  </a:lnTo>
                  <a:lnTo>
                    <a:pt x="217534" y="1011231"/>
                  </a:lnTo>
                  <a:lnTo>
                    <a:pt x="188159" y="1003873"/>
                  </a:lnTo>
                  <a:lnTo>
                    <a:pt x="159647" y="993671"/>
                  </a:lnTo>
                  <a:lnTo>
                    <a:pt x="132273" y="980724"/>
                  </a:lnTo>
                  <a:lnTo>
                    <a:pt x="106299" y="965156"/>
                  </a:lnTo>
                  <a:lnTo>
                    <a:pt x="81976" y="947117"/>
                  </a:lnTo>
                  <a:lnTo>
                    <a:pt x="59539" y="926781"/>
                  </a:lnTo>
                  <a:lnTo>
                    <a:pt x="49141" y="896187"/>
                  </a:lnTo>
                  <a:lnTo>
                    <a:pt x="42544" y="865735"/>
                  </a:lnTo>
                  <a:lnTo>
                    <a:pt x="39613" y="835864"/>
                  </a:lnTo>
                  <a:lnTo>
                    <a:pt x="40162" y="806991"/>
                  </a:lnTo>
                  <a:lnTo>
                    <a:pt x="43965" y="779499"/>
                  </a:lnTo>
                  <a:lnTo>
                    <a:pt x="50750" y="753736"/>
                  </a:lnTo>
                  <a:lnTo>
                    <a:pt x="60213" y="730010"/>
                  </a:lnTo>
                  <a:lnTo>
                    <a:pt x="72017" y="708586"/>
                  </a:lnTo>
                  <a:lnTo>
                    <a:pt x="53825" y="688997"/>
                  </a:lnTo>
                  <a:lnTo>
                    <a:pt x="37626" y="666249"/>
                  </a:lnTo>
                  <a:lnTo>
                    <a:pt x="23831" y="640553"/>
                  </a:lnTo>
                  <a:lnTo>
                    <a:pt x="12827" y="612168"/>
                  </a:lnTo>
                  <a:lnTo>
                    <a:pt x="4976" y="581397"/>
                  </a:lnTo>
                  <a:lnTo>
                    <a:pt x="603" y="548585"/>
                  </a:lnTo>
                  <a:lnTo>
                    <a:pt x="0" y="514115"/>
                  </a:lnTo>
                  <a:lnTo>
                    <a:pt x="3414" y="478405"/>
                  </a:lnTo>
                  <a:lnTo>
                    <a:pt x="11051" y="441903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811531" y="143167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506522" y="118239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920112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183270" y="224912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811531" y="218596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593336" y="2095585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605815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544848" y="1610707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43132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43132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43132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43132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843132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059247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34551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59247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711093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490871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982204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81773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01994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09069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7390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18168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16833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364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3326634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326634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4633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4287870" y="224458"/>
              <a:ext cx="162461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 (n=44)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3714451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00177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00177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00177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00177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00177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18306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853023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218306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45957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991736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853180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310861" y="1505870"/>
              <a:ext cx="1595557" cy="1202572"/>
            </a:xfrm>
            <a:custGeom>
              <a:avLst/>
              <a:pathLst>
                <a:path w="1595557" h="1202572">
                  <a:moveTo>
                    <a:pt x="789316" y="0"/>
                  </a:moveTo>
                  <a:lnTo>
                    <a:pt x="820944" y="1242"/>
                  </a:lnTo>
                  <a:lnTo>
                    <a:pt x="852378" y="4963"/>
                  </a:lnTo>
                  <a:lnTo>
                    <a:pt x="883422" y="11138"/>
                  </a:lnTo>
                  <a:lnTo>
                    <a:pt x="913887" y="19730"/>
                  </a:lnTo>
                  <a:lnTo>
                    <a:pt x="943583" y="30685"/>
                  </a:lnTo>
                  <a:lnTo>
                    <a:pt x="972329" y="43937"/>
                  </a:lnTo>
                  <a:lnTo>
                    <a:pt x="999946" y="59403"/>
                  </a:lnTo>
                  <a:lnTo>
                    <a:pt x="1026264" y="76989"/>
                  </a:lnTo>
                  <a:lnTo>
                    <a:pt x="1051121" y="96585"/>
                  </a:lnTo>
                  <a:lnTo>
                    <a:pt x="1074365" y="118071"/>
                  </a:lnTo>
                  <a:lnTo>
                    <a:pt x="1104749" y="115564"/>
                  </a:lnTo>
                  <a:lnTo>
                    <a:pt x="1135936" y="115290"/>
                  </a:lnTo>
                  <a:lnTo>
                    <a:pt x="1167783" y="117315"/>
                  </a:lnTo>
                  <a:lnTo>
                    <a:pt x="1200142" y="121698"/>
                  </a:lnTo>
                  <a:lnTo>
                    <a:pt x="1232861" y="128488"/>
                  </a:lnTo>
                  <a:lnTo>
                    <a:pt x="1265788" y="137727"/>
                  </a:lnTo>
                  <a:lnTo>
                    <a:pt x="1298763" y="149445"/>
                  </a:lnTo>
                  <a:lnTo>
                    <a:pt x="1331628" y="163666"/>
                  </a:lnTo>
                  <a:lnTo>
                    <a:pt x="1364219" y="180401"/>
                  </a:lnTo>
                  <a:lnTo>
                    <a:pt x="1396376" y="199654"/>
                  </a:lnTo>
                  <a:lnTo>
                    <a:pt x="1427932" y="221418"/>
                  </a:lnTo>
                  <a:lnTo>
                    <a:pt x="1458726" y="245676"/>
                  </a:lnTo>
                  <a:lnTo>
                    <a:pt x="1488592" y="272403"/>
                  </a:lnTo>
                  <a:lnTo>
                    <a:pt x="1517368" y="301561"/>
                  </a:lnTo>
                  <a:lnTo>
                    <a:pt x="1544894" y="333105"/>
                  </a:lnTo>
                  <a:lnTo>
                    <a:pt x="1571009" y="366980"/>
                  </a:lnTo>
                  <a:lnTo>
                    <a:pt x="1595557" y="403120"/>
                  </a:lnTo>
                  <a:lnTo>
                    <a:pt x="1588774" y="440081"/>
                  </a:lnTo>
                  <a:lnTo>
                    <a:pt x="1580311" y="476417"/>
                  </a:lnTo>
                  <a:lnTo>
                    <a:pt x="1570211" y="512050"/>
                  </a:lnTo>
                  <a:lnTo>
                    <a:pt x="1558520" y="546909"/>
                  </a:lnTo>
                  <a:lnTo>
                    <a:pt x="1545287" y="580923"/>
                  </a:lnTo>
                  <a:lnTo>
                    <a:pt x="1530567" y="614024"/>
                  </a:lnTo>
                  <a:lnTo>
                    <a:pt x="1514415" y="646149"/>
                  </a:lnTo>
                  <a:lnTo>
                    <a:pt x="1496890" y="677236"/>
                  </a:lnTo>
                  <a:lnTo>
                    <a:pt x="1478052" y="707227"/>
                  </a:lnTo>
                  <a:lnTo>
                    <a:pt x="1457966" y="736068"/>
                  </a:lnTo>
                  <a:lnTo>
                    <a:pt x="1436696" y="763709"/>
                  </a:lnTo>
                  <a:lnTo>
                    <a:pt x="1414312" y="790101"/>
                  </a:lnTo>
                  <a:lnTo>
                    <a:pt x="1390882" y="815203"/>
                  </a:lnTo>
                  <a:lnTo>
                    <a:pt x="1366478" y="838973"/>
                  </a:lnTo>
                  <a:lnTo>
                    <a:pt x="1341172" y="861376"/>
                  </a:lnTo>
                  <a:lnTo>
                    <a:pt x="1315039" y="882380"/>
                  </a:lnTo>
                  <a:lnTo>
                    <a:pt x="1288152" y="901956"/>
                  </a:lnTo>
                  <a:lnTo>
                    <a:pt x="1252370" y="917394"/>
                  </a:lnTo>
                  <a:lnTo>
                    <a:pt x="1216364" y="930481"/>
                  </a:lnTo>
                  <a:lnTo>
                    <a:pt x="1180280" y="941237"/>
                  </a:lnTo>
                  <a:lnTo>
                    <a:pt x="1144263" y="949691"/>
                  </a:lnTo>
                  <a:lnTo>
                    <a:pt x="1108453" y="955882"/>
                  </a:lnTo>
                  <a:lnTo>
                    <a:pt x="1072986" y="959854"/>
                  </a:lnTo>
                  <a:lnTo>
                    <a:pt x="1037994" y="961661"/>
                  </a:lnTo>
                  <a:lnTo>
                    <a:pt x="1003606" y="961366"/>
                  </a:lnTo>
                  <a:lnTo>
                    <a:pt x="969944" y="959036"/>
                  </a:lnTo>
                  <a:lnTo>
                    <a:pt x="937124" y="954748"/>
                  </a:lnTo>
                  <a:lnTo>
                    <a:pt x="905258" y="948584"/>
                  </a:lnTo>
                  <a:lnTo>
                    <a:pt x="874449" y="940633"/>
                  </a:lnTo>
                  <a:lnTo>
                    <a:pt x="844797" y="930988"/>
                  </a:lnTo>
                  <a:lnTo>
                    <a:pt x="816391" y="919749"/>
                  </a:lnTo>
                  <a:lnTo>
                    <a:pt x="789316" y="907021"/>
                  </a:lnTo>
                  <a:lnTo>
                    <a:pt x="770349" y="934168"/>
                  </a:lnTo>
                  <a:lnTo>
                    <a:pt x="749446" y="960568"/>
                  </a:lnTo>
                  <a:lnTo>
                    <a:pt x="726637" y="986117"/>
                  </a:lnTo>
                  <a:lnTo>
                    <a:pt x="701957" y="1010715"/>
                  </a:lnTo>
                  <a:lnTo>
                    <a:pt x="675446" y="1034258"/>
                  </a:lnTo>
                  <a:lnTo>
                    <a:pt x="647149" y="1056649"/>
                  </a:lnTo>
                  <a:lnTo>
                    <a:pt x="617116" y="1077790"/>
                  </a:lnTo>
                  <a:lnTo>
                    <a:pt x="585402" y="1097586"/>
                  </a:lnTo>
                  <a:lnTo>
                    <a:pt x="552065" y="1115944"/>
                  </a:lnTo>
                  <a:lnTo>
                    <a:pt x="517168" y="1132775"/>
                  </a:lnTo>
                  <a:lnTo>
                    <a:pt x="480781" y="1147990"/>
                  </a:lnTo>
                  <a:lnTo>
                    <a:pt x="442973" y="1161504"/>
                  </a:lnTo>
                  <a:lnTo>
                    <a:pt x="403822" y="1173238"/>
                  </a:lnTo>
                  <a:lnTo>
                    <a:pt x="363408" y="1183111"/>
                  </a:lnTo>
                  <a:lnTo>
                    <a:pt x="321815" y="1191050"/>
                  </a:lnTo>
                  <a:lnTo>
                    <a:pt x="279130" y="1196984"/>
                  </a:lnTo>
                  <a:lnTo>
                    <a:pt x="235445" y="1200846"/>
                  </a:lnTo>
                  <a:lnTo>
                    <a:pt x="190853" y="1202572"/>
                  </a:lnTo>
                  <a:lnTo>
                    <a:pt x="145454" y="1202103"/>
                  </a:lnTo>
                  <a:lnTo>
                    <a:pt x="99348" y="1199386"/>
                  </a:lnTo>
                  <a:lnTo>
                    <a:pt x="52637" y="1194368"/>
                  </a:lnTo>
                  <a:lnTo>
                    <a:pt x="5430" y="1187005"/>
                  </a:lnTo>
                  <a:lnTo>
                    <a:pt x="1541" y="1138850"/>
                  </a:lnTo>
                  <a:lnTo>
                    <a:pt x="0" y="1091368"/>
                  </a:lnTo>
                  <a:lnTo>
                    <a:pt x="755" y="1044662"/>
                  </a:lnTo>
                  <a:lnTo>
                    <a:pt x="3751" y="998832"/>
                  </a:lnTo>
                  <a:lnTo>
                    <a:pt x="8929" y="953977"/>
                  </a:lnTo>
                  <a:lnTo>
                    <a:pt x="16225" y="910190"/>
                  </a:lnTo>
                  <a:lnTo>
                    <a:pt x="25571" y="867564"/>
                  </a:lnTo>
                  <a:lnTo>
                    <a:pt x="36895" y="826185"/>
                  </a:lnTo>
                  <a:lnTo>
                    <a:pt x="50123" y="786139"/>
                  </a:lnTo>
                  <a:lnTo>
                    <a:pt x="65177" y="747505"/>
                  </a:lnTo>
                  <a:lnTo>
                    <a:pt x="81974" y="710362"/>
                  </a:lnTo>
                  <a:lnTo>
                    <a:pt x="100431" y="674781"/>
                  </a:lnTo>
                  <a:lnTo>
                    <a:pt x="120459" y="640832"/>
                  </a:lnTo>
                  <a:lnTo>
                    <a:pt x="141968" y="608579"/>
                  </a:lnTo>
                  <a:lnTo>
                    <a:pt x="164866" y="578083"/>
                  </a:lnTo>
                  <a:lnTo>
                    <a:pt x="189056" y="549399"/>
                  </a:lnTo>
                  <a:lnTo>
                    <a:pt x="214443" y="522580"/>
                  </a:lnTo>
                  <a:lnTo>
                    <a:pt x="240926" y="497672"/>
                  </a:lnTo>
                  <a:lnTo>
                    <a:pt x="268404" y="474718"/>
                  </a:lnTo>
                  <a:lnTo>
                    <a:pt x="296774" y="453755"/>
                  </a:lnTo>
                  <a:lnTo>
                    <a:pt x="325933" y="434816"/>
                  </a:lnTo>
                  <a:lnTo>
                    <a:pt x="355776" y="417930"/>
                  </a:lnTo>
                  <a:lnTo>
                    <a:pt x="386195" y="403120"/>
                  </a:lnTo>
                  <a:lnTo>
                    <a:pt x="414638" y="376323"/>
                  </a:lnTo>
                  <a:lnTo>
                    <a:pt x="444710" y="353573"/>
                  </a:lnTo>
                  <a:lnTo>
                    <a:pt x="475980" y="334958"/>
                  </a:lnTo>
                  <a:lnTo>
                    <a:pt x="508013" y="320522"/>
                  </a:lnTo>
                  <a:lnTo>
                    <a:pt x="540375" y="310270"/>
                  </a:lnTo>
                  <a:lnTo>
                    <a:pt x="572634" y="304165"/>
                  </a:lnTo>
                  <a:lnTo>
                    <a:pt x="604369" y="302132"/>
                  </a:lnTo>
                  <a:lnTo>
                    <a:pt x="635167" y="304055"/>
                  </a:lnTo>
                  <a:lnTo>
                    <a:pt x="664630" y="309782"/>
                  </a:lnTo>
                  <a:lnTo>
                    <a:pt x="692379" y="319124"/>
                  </a:lnTo>
                  <a:lnTo>
                    <a:pt x="718053" y="331858"/>
                  </a:lnTo>
                  <a:lnTo>
                    <a:pt x="706409" y="336121"/>
                  </a:lnTo>
                  <a:lnTo>
                    <a:pt x="694919" y="342088"/>
                  </a:lnTo>
                  <a:lnTo>
                    <a:pt x="683817" y="349766"/>
                  </a:lnTo>
                  <a:lnTo>
                    <a:pt x="673339" y="359136"/>
                  </a:lnTo>
                  <a:lnTo>
                    <a:pt x="663721" y="370144"/>
                  </a:lnTo>
                  <a:lnTo>
                    <a:pt x="655195" y="382707"/>
                  </a:lnTo>
                  <a:lnTo>
                    <a:pt x="647981" y="396712"/>
                  </a:lnTo>
                  <a:lnTo>
                    <a:pt x="642290" y="412013"/>
                  </a:lnTo>
                  <a:lnTo>
                    <a:pt x="638316" y="428441"/>
                  </a:lnTo>
                  <a:lnTo>
                    <a:pt x="636230" y="445796"/>
                  </a:lnTo>
                  <a:lnTo>
                    <a:pt x="636184" y="463856"/>
                  </a:lnTo>
                  <a:lnTo>
                    <a:pt x="638300" y="482379"/>
                  </a:lnTo>
                  <a:lnTo>
                    <a:pt x="642673" y="501103"/>
                  </a:lnTo>
                  <a:lnTo>
                    <a:pt x="649366" y="519754"/>
                  </a:lnTo>
                  <a:lnTo>
                    <a:pt x="658407" y="538044"/>
                  </a:lnTo>
                  <a:lnTo>
                    <a:pt x="669791" y="555682"/>
                  </a:lnTo>
                  <a:lnTo>
                    <a:pt x="683475" y="572374"/>
                  </a:lnTo>
                  <a:lnTo>
                    <a:pt x="699382" y="587825"/>
                  </a:lnTo>
                  <a:lnTo>
                    <a:pt x="717397" y="601752"/>
                  </a:lnTo>
                  <a:lnTo>
                    <a:pt x="737369" y="613877"/>
                  </a:lnTo>
                  <a:lnTo>
                    <a:pt x="759112" y="623943"/>
                  </a:lnTo>
                  <a:lnTo>
                    <a:pt x="782408" y="631709"/>
                  </a:lnTo>
                  <a:lnTo>
                    <a:pt x="807009" y="636959"/>
                  </a:lnTo>
                  <a:lnTo>
                    <a:pt x="832635" y="639505"/>
                  </a:lnTo>
                  <a:lnTo>
                    <a:pt x="858984" y="639190"/>
                  </a:lnTo>
                  <a:lnTo>
                    <a:pt x="885733" y="635892"/>
                  </a:lnTo>
                  <a:lnTo>
                    <a:pt x="912538" y="629524"/>
                  </a:lnTo>
                  <a:lnTo>
                    <a:pt x="939045" y="620041"/>
                  </a:lnTo>
                  <a:lnTo>
                    <a:pt x="964890" y="607439"/>
                  </a:lnTo>
                  <a:lnTo>
                    <a:pt x="989705" y="591755"/>
                  </a:lnTo>
                  <a:lnTo>
                    <a:pt x="1013123" y="573070"/>
                  </a:lnTo>
                  <a:lnTo>
                    <a:pt x="1034784" y="551511"/>
                  </a:lnTo>
                  <a:lnTo>
                    <a:pt x="1054339" y="527244"/>
                  </a:lnTo>
                  <a:lnTo>
                    <a:pt x="1071454" y="500480"/>
                  </a:lnTo>
                  <a:lnTo>
                    <a:pt x="1085818" y="471468"/>
                  </a:lnTo>
                  <a:lnTo>
                    <a:pt x="1097147" y="440498"/>
                  </a:lnTo>
                  <a:lnTo>
                    <a:pt x="1105187" y="407891"/>
                  </a:lnTo>
                  <a:lnTo>
                    <a:pt x="1109717" y="374005"/>
                  </a:lnTo>
                  <a:lnTo>
                    <a:pt x="1110558" y="339221"/>
                  </a:lnTo>
                  <a:lnTo>
                    <a:pt x="1107571" y="303947"/>
                  </a:lnTo>
                  <a:lnTo>
                    <a:pt x="1100666" y="268610"/>
                  </a:lnTo>
                  <a:lnTo>
                    <a:pt x="1089797" y="233648"/>
                  </a:lnTo>
                  <a:lnTo>
                    <a:pt x="1074969" y="199510"/>
                  </a:lnTo>
                  <a:lnTo>
                    <a:pt x="1056240" y="166646"/>
                  </a:lnTo>
                  <a:lnTo>
                    <a:pt x="1033715" y="135505"/>
                  </a:lnTo>
                  <a:lnTo>
                    <a:pt x="1007555" y="106525"/>
                  </a:lnTo>
                  <a:lnTo>
                    <a:pt x="977969" y="80129"/>
                  </a:lnTo>
                  <a:lnTo>
                    <a:pt x="945216" y="56722"/>
                  </a:lnTo>
                  <a:lnTo>
                    <a:pt x="909604" y="36680"/>
                  </a:lnTo>
                  <a:lnTo>
                    <a:pt x="871482" y="20348"/>
                  </a:lnTo>
                  <a:lnTo>
                    <a:pt x="831243" y="8032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310861" y="1505870"/>
              <a:ext cx="1595557" cy="1202572"/>
            </a:xfrm>
            <a:custGeom>
              <a:avLst/>
              <a:pathLst>
                <a:path w="1595557" h="1202572">
                  <a:moveTo>
                    <a:pt x="789316" y="0"/>
                  </a:moveTo>
                  <a:lnTo>
                    <a:pt x="820944" y="1242"/>
                  </a:lnTo>
                  <a:lnTo>
                    <a:pt x="852378" y="4963"/>
                  </a:lnTo>
                  <a:lnTo>
                    <a:pt x="883422" y="11138"/>
                  </a:lnTo>
                  <a:lnTo>
                    <a:pt x="913887" y="19730"/>
                  </a:lnTo>
                  <a:lnTo>
                    <a:pt x="943583" y="30685"/>
                  </a:lnTo>
                  <a:lnTo>
                    <a:pt x="972329" y="43937"/>
                  </a:lnTo>
                  <a:lnTo>
                    <a:pt x="999946" y="59403"/>
                  </a:lnTo>
                  <a:lnTo>
                    <a:pt x="1026264" y="76989"/>
                  </a:lnTo>
                  <a:lnTo>
                    <a:pt x="1051121" y="96585"/>
                  </a:lnTo>
                  <a:lnTo>
                    <a:pt x="1074365" y="118071"/>
                  </a:lnTo>
                  <a:lnTo>
                    <a:pt x="1104749" y="115564"/>
                  </a:lnTo>
                  <a:lnTo>
                    <a:pt x="1135936" y="115290"/>
                  </a:lnTo>
                  <a:lnTo>
                    <a:pt x="1167783" y="117315"/>
                  </a:lnTo>
                  <a:lnTo>
                    <a:pt x="1200142" y="121698"/>
                  </a:lnTo>
                  <a:lnTo>
                    <a:pt x="1232861" y="128488"/>
                  </a:lnTo>
                  <a:lnTo>
                    <a:pt x="1265788" y="137727"/>
                  </a:lnTo>
                  <a:lnTo>
                    <a:pt x="1298763" y="149445"/>
                  </a:lnTo>
                  <a:lnTo>
                    <a:pt x="1331628" y="163666"/>
                  </a:lnTo>
                  <a:lnTo>
                    <a:pt x="1364219" y="180401"/>
                  </a:lnTo>
                  <a:lnTo>
                    <a:pt x="1396376" y="199654"/>
                  </a:lnTo>
                  <a:lnTo>
                    <a:pt x="1427932" y="221418"/>
                  </a:lnTo>
                  <a:lnTo>
                    <a:pt x="1458726" y="245676"/>
                  </a:lnTo>
                  <a:lnTo>
                    <a:pt x="1488592" y="272403"/>
                  </a:lnTo>
                  <a:lnTo>
                    <a:pt x="1517368" y="301561"/>
                  </a:lnTo>
                  <a:lnTo>
                    <a:pt x="1544894" y="333105"/>
                  </a:lnTo>
                  <a:lnTo>
                    <a:pt x="1571009" y="366980"/>
                  </a:lnTo>
                  <a:lnTo>
                    <a:pt x="1595557" y="403120"/>
                  </a:lnTo>
                  <a:lnTo>
                    <a:pt x="1588774" y="440081"/>
                  </a:lnTo>
                  <a:lnTo>
                    <a:pt x="1580311" y="476417"/>
                  </a:lnTo>
                  <a:lnTo>
                    <a:pt x="1570211" y="512050"/>
                  </a:lnTo>
                  <a:lnTo>
                    <a:pt x="1558520" y="546909"/>
                  </a:lnTo>
                  <a:lnTo>
                    <a:pt x="1545287" y="580923"/>
                  </a:lnTo>
                  <a:lnTo>
                    <a:pt x="1530567" y="614024"/>
                  </a:lnTo>
                  <a:lnTo>
                    <a:pt x="1514415" y="646149"/>
                  </a:lnTo>
                  <a:lnTo>
                    <a:pt x="1496890" y="677236"/>
                  </a:lnTo>
                  <a:lnTo>
                    <a:pt x="1478052" y="707227"/>
                  </a:lnTo>
                  <a:lnTo>
                    <a:pt x="1457966" y="736068"/>
                  </a:lnTo>
                  <a:lnTo>
                    <a:pt x="1436696" y="763709"/>
                  </a:lnTo>
                  <a:lnTo>
                    <a:pt x="1414312" y="790101"/>
                  </a:lnTo>
                  <a:lnTo>
                    <a:pt x="1390882" y="815203"/>
                  </a:lnTo>
                  <a:lnTo>
                    <a:pt x="1366478" y="838973"/>
                  </a:lnTo>
                  <a:lnTo>
                    <a:pt x="1341172" y="861376"/>
                  </a:lnTo>
                  <a:lnTo>
                    <a:pt x="1315039" y="882380"/>
                  </a:lnTo>
                  <a:lnTo>
                    <a:pt x="1288152" y="901956"/>
                  </a:lnTo>
                  <a:lnTo>
                    <a:pt x="1252370" y="917394"/>
                  </a:lnTo>
                  <a:lnTo>
                    <a:pt x="1216364" y="930481"/>
                  </a:lnTo>
                  <a:lnTo>
                    <a:pt x="1180280" y="941237"/>
                  </a:lnTo>
                  <a:lnTo>
                    <a:pt x="1144263" y="949691"/>
                  </a:lnTo>
                  <a:lnTo>
                    <a:pt x="1108453" y="955882"/>
                  </a:lnTo>
                  <a:lnTo>
                    <a:pt x="1072986" y="959854"/>
                  </a:lnTo>
                  <a:lnTo>
                    <a:pt x="1037994" y="961661"/>
                  </a:lnTo>
                  <a:lnTo>
                    <a:pt x="1003606" y="961366"/>
                  </a:lnTo>
                  <a:lnTo>
                    <a:pt x="969944" y="959036"/>
                  </a:lnTo>
                  <a:lnTo>
                    <a:pt x="937124" y="954748"/>
                  </a:lnTo>
                  <a:lnTo>
                    <a:pt x="905258" y="948584"/>
                  </a:lnTo>
                  <a:lnTo>
                    <a:pt x="874449" y="940633"/>
                  </a:lnTo>
                  <a:lnTo>
                    <a:pt x="844797" y="930988"/>
                  </a:lnTo>
                  <a:lnTo>
                    <a:pt x="816391" y="919749"/>
                  </a:lnTo>
                  <a:lnTo>
                    <a:pt x="789316" y="907021"/>
                  </a:lnTo>
                  <a:lnTo>
                    <a:pt x="770349" y="934168"/>
                  </a:lnTo>
                  <a:lnTo>
                    <a:pt x="749446" y="960568"/>
                  </a:lnTo>
                  <a:lnTo>
                    <a:pt x="726637" y="986117"/>
                  </a:lnTo>
                  <a:lnTo>
                    <a:pt x="701957" y="1010715"/>
                  </a:lnTo>
                  <a:lnTo>
                    <a:pt x="675446" y="1034258"/>
                  </a:lnTo>
                  <a:lnTo>
                    <a:pt x="647149" y="1056649"/>
                  </a:lnTo>
                  <a:lnTo>
                    <a:pt x="617116" y="1077790"/>
                  </a:lnTo>
                  <a:lnTo>
                    <a:pt x="585402" y="1097586"/>
                  </a:lnTo>
                  <a:lnTo>
                    <a:pt x="552065" y="1115944"/>
                  </a:lnTo>
                  <a:lnTo>
                    <a:pt x="517168" y="1132775"/>
                  </a:lnTo>
                  <a:lnTo>
                    <a:pt x="480781" y="1147990"/>
                  </a:lnTo>
                  <a:lnTo>
                    <a:pt x="442973" y="1161504"/>
                  </a:lnTo>
                  <a:lnTo>
                    <a:pt x="403822" y="1173238"/>
                  </a:lnTo>
                  <a:lnTo>
                    <a:pt x="363408" y="1183111"/>
                  </a:lnTo>
                  <a:lnTo>
                    <a:pt x="321815" y="1191050"/>
                  </a:lnTo>
                  <a:lnTo>
                    <a:pt x="279130" y="1196984"/>
                  </a:lnTo>
                  <a:lnTo>
                    <a:pt x="235445" y="1200846"/>
                  </a:lnTo>
                  <a:lnTo>
                    <a:pt x="190853" y="1202572"/>
                  </a:lnTo>
                  <a:lnTo>
                    <a:pt x="145454" y="1202103"/>
                  </a:lnTo>
                  <a:lnTo>
                    <a:pt x="99348" y="1199386"/>
                  </a:lnTo>
                  <a:lnTo>
                    <a:pt x="52637" y="1194368"/>
                  </a:lnTo>
                  <a:lnTo>
                    <a:pt x="5430" y="1187005"/>
                  </a:lnTo>
                  <a:lnTo>
                    <a:pt x="1541" y="1138850"/>
                  </a:lnTo>
                  <a:lnTo>
                    <a:pt x="0" y="1091368"/>
                  </a:lnTo>
                  <a:lnTo>
                    <a:pt x="755" y="1044662"/>
                  </a:lnTo>
                  <a:lnTo>
                    <a:pt x="3751" y="998832"/>
                  </a:lnTo>
                  <a:lnTo>
                    <a:pt x="8929" y="953977"/>
                  </a:lnTo>
                  <a:lnTo>
                    <a:pt x="16225" y="910190"/>
                  </a:lnTo>
                  <a:lnTo>
                    <a:pt x="25571" y="867564"/>
                  </a:lnTo>
                  <a:lnTo>
                    <a:pt x="36895" y="826185"/>
                  </a:lnTo>
                  <a:lnTo>
                    <a:pt x="50123" y="786139"/>
                  </a:lnTo>
                  <a:lnTo>
                    <a:pt x="65177" y="747505"/>
                  </a:lnTo>
                  <a:lnTo>
                    <a:pt x="81974" y="710362"/>
                  </a:lnTo>
                  <a:lnTo>
                    <a:pt x="100431" y="674781"/>
                  </a:lnTo>
                  <a:lnTo>
                    <a:pt x="120459" y="640832"/>
                  </a:lnTo>
                  <a:lnTo>
                    <a:pt x="141968" y="608579"/>
                  </a:lnTo>
                  <a:lnTo>
                    <a:pt x="164866" y="578083"/>
                  </a:lnTo>
                  <a:lnTo>
                    <a:pt x="189056" y="549399"/>
                  </a:lnTo>
                  <a:lnTo>
                    <a:pt x="214443" y="522580"/>
                  </a:lnTo>
                  <a:lnTo>
                    <a:pt x="240926" y="497672"/>
                  </a:lnTo>
                  <a:lnTo>
                    <a:pt x="268404" y="474718"/>
                  </a:lnTo>
                  <a:lnTo>
                    <a:pt x="296774" y="453755"/>
                  </a:lnTo>
                  <a:lnTo>
                    <a:pt x="325933" y="434816"/>
                  </a:lnTo>
                  <a:lnTo>
                    <a:pt x="355776" y="417930"/>
                  </a:lnTo>
                  <a:lnTo>
                    <a:pt x="386195" y="403120"/>
                  </a:lnTo>
                  <a:lnTo>
                    <a:pt x="414638" y="376323"/>
                  </a:lnTo>
                  <a:lnTo>
                    <a:pt x="444710" y="353573"/>
                  </a:lnTo>
                  <a:lnTo>
                    <a:pt x="475980" y="334958"/>
                  </a:lnTo>
                  <a:lnTo>
                    <a:pt x="508013" y="320522"/>
                  </a:lnTo>
                  <a:lnTo>
                    <a:pt x="540375" y="310270"/>
                  </a:lnTo>
                  <a:lnTo>
                    <a:pt x="572634" y="304165"/>
                  </a:lnTo>
                  <a:lnTo>
                    <a:pt x="604369" y="302132"/>
                  </a:lnTo>
                  <a:lnTo>
                    <a:pt x="635167" y="304055"/>
                  </a:lnTo>
                  <a:lnTo>
                    <a:pt x="664630" y="309782"/>
                  </a:lnTo>
                  <a:lnTo>
                    <a:pt x="692379" y="319124"/>
                  </a:lnTo>
                  <a:lnTo>
                    <a:pt x="718053" y="331858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068576" y="147426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353625" y="159234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874817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567412" y="237622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068576" y="23812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84691" y="2661275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665456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997314" y="180612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100177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100177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100177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100177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100177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316292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991596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316292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4968138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747916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239249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738818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959040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966115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730951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975213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473878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424409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6583680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583680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911679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7573719" y="224458"/>
              <a:ext cx="156700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 (n=41)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6971496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357223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357223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357223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357223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357223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475352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110069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475352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803002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248781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110226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7650662" y="800410"/>
              <a:ext cx="1683068" cy="1950000"/>
            </a:xfrm>
            <a:custGeom>
              <a:avLst/>
              <a:pathLst>
                <a:path w="1683068" h="1950000">
                  <a:moveTo>
                    <a:pt x="706561" y="0"/>
                  </a:moveTo>
                  <a:lnTo>
                    <a:pt x="744409" y="646"/>
                  </a:lnTo>
                  <a:lnTo>
                    <a:pt x="782213" y="2584"/>
                  </a:lnTo>
                  <a:lnTo>
                    <a:pt x="819929" y="5811"/>
                  </a:lnTo>
                  <a:lnTo>
                    <a:pt x="857512" y="10325"/>
                  </a:lnTo>
                  <a:lnTo>
                    <a:pt x="894920" y="16119"/>
                  </a:lnTo>
                  <a:lnTo>
                    <a:pt x="932108" y="23186"/>
                  </a:lnTo>
                  <a:lnTo>
                    <a:pt x="969033" y="31520"/>
                  </a:lnTo>
                  <a:lnTo>
                    <a:pt x="1005652" y="41109"/>
                  </a:lnTo>
                  <a:lnTo>
                    <a:pt x="1041923" y="51942"/>
                  </a:lnTo>
                  <a:lnTo>
                    <a:pt x="1077802" y="64008"/>
                  </a:lnTo>
                  <a:lnTo>
                    <a:pt x="1113248" y="77292"/>
                  </a:lnTo>
                  <a:lnTo>
                    <a:pt x="1148221" y="91778"/>
                  </a:lnTo>
                  <a:lnTo>
                    <a:pt x="1182678" y="107449"/>
                  </a:lnTo>
                  <a:lnTo>
                    <a:pt x="1216580" y="124288"/>
                  </a:lnTo>
                  <a:lnTo>
                    <a:pt x="1249888" y="142274"/>
                  </a:lnTo>
                  <a:lnTo>
                    <a:pt x="1282562" y="161387"/>
                  </a:lnTo>
                  <a:lnTo>
                    <a:pt x="1314564" y="181605"/>
                  </a:lnTo>
                  <a:lnTo>
                    <a:pt x="1345858" y="202903"/>
                  </a:lnTo>
                  <a:lnTo>
                    <a:pt x="1376406" y="225258"/>
                  </a:lnTo>
                  <a:lnTo>
                    <a:pt x="1406173" y="248642"/>
                  </a:lnTo>
                  <a:lnTo>
                    <a:pt x="1435124" y="273029"/>
                  </a:lnTo>
                  <a:lnTo>
                    <a:pt x="1463226" y="298390"/>
                  </a:lnTo>
                  <a:lnTo>
                    <a:pt x="1490446" y="324695"/>
                  </a:lnTo>
                  <a:lnTo>
                    <a:pt x="1512657" y="358079"/>
                  </a:lnTo>
                  <a:lnTo>
                    <a:pt x="1533490" y="392043"/>
                  </a:lnTo>
                  <a:lnTo>
                    <a:pt x="1552933" y="426531"/>
                  </a:lnTo>
                  <a:lnTo>
                    <a:pt x="1570975" y="461489"/>
                  </a:lnTo>
                  <a:lnTo>
                    <a:pt x="1587607" y="496859"/>
                  </a:lnTo>
                  <a:lnTo>
                    <a:pt x="1602824" y="532588"/>
                  </a:lnTo>
                  <a:lnTo>
                    <a:pt x="1616620" y="568618"/>
                  </a:lnTo>
                  <a:lnTo>
                    <a:pt x="1628995" y="604894"/>
                  </a:lnTo>
                  <a:lnTo>
                    <a:pt x="1639948" y="641361"/>
                  </a:lnTo>
                  <a:lnTo>
                    <a:pt x="1649481" y="677964"/>
                  </a:lnTo>
                  <a:lnTo>
                    <a:pt x="1657599" y="714648"/>
                  </a:lnTo>
                  <a:lnTo>
                    <a:pt x="1664309" y="751359"/>
                  </a:lnTo>
                  <a:lnTo>
                    <a:pt x="1669619" y="788044"/>
                  </a:lnTo>
                  <a:lnTo>
                    <a:pt x="1673539" y="824650"/>
                  </a:lnTo>
                  <a:lnTo>
                    <a:pt x="1676082" y="861125"/>
                  </a:lnTo>
                  <a:lnTo>
                    <a:pt x="1677262" y="897418"/>
                  </a:lnTo>
                  <a:lnTo>
                    <a:pt x="1677097" y="933477"/>
                  </a:lnTo>
                  <a:lnTo>
                    <a:pt x="1675603" y="969254"/>
                  </a:lnTo>
                  <a:lnTo>
                    <a:pt x="1672801" y="1004699"/>
                  </a:lnTo>
                  <a:lnTo>
                    <a:pt x="1668713" y="1039766"/>
                  </a:lnTo>
                  <a:lnTo>
                    <a:pt x="1663362" y="1074409"/>
                  </a:lnTo>
                  <a:lnTo>
                    <a:pt x="1656773" y="1108581"/>
                  </a:lnTo>
                  <a:lnTo>
                    <a:pt x="1663362" y="1142753"/>
                  </a:lnTo>
                  <a:lnTo>
                    <a:pt x="1668713" y="1177395"/>
                  </a:lnTo>
                  <a:lnTo>
                    <a:pt x="1672801" y="1212462"/>
                  </a:lnTo>
                  <a:lnTo>
                    <a:pt x="1675603" y="1247908"/>
                  </a:lnTo>
                  <a:lnTo>
                    <a:pt x="1677097" y="1283685"/>
                  </a:lnTo>
                  <a:lnTo>
                    <a:pt x="1677262" y="1319744"/>
                  </a:lnTo>
                  <a:lnTo>
                    <a:pt x="1676082" y="1356036"/>
                  </a:lnTo>
                  <a:lnTo>
                    <a:pt x="1673539" y="1392511"/>
                  </a:lnTo>
                  <a:lnTo>
                    <a:pt x="1669619" y="1429117"/>
                  </a:lnTo>
                  <a:lnTo>
                    <a:pt x="1664309" y="1465803"/>
                  </a:lnTo>
                  <a:lnTo>
                    <a:pt x="1657599" y="1502514"/>
                  </a:lnTo>
                  <a:lnTo>
                    <a:pt x="1649481" y="1539198"/>
                  </a:lnTo>
                  <a:lnTo>
                    <a:pt x="1639948" y="1575801"/>
                  </a:lnTo>
                  <a:lnTo>
                    <a:pt x="1628995" y="1612268"/>
                  </a:lnTo>
                  <a:lnTo>
                    <a:pt x="1616620" y="1648544"/>
                  </a:lnTo>
                  <a:lnTo>
                    <a:pt x="1602824" y="1684574"/>
                  </a:lnTo>
                  <a:lnTo>
                    <a:pt x="1587607" y="1720302"/>
                  </a:lnTo>
                  <a:lnTo>
                    <a:pt x="1570975" y="1755673"/>
                  </a:lnTo>
                  <a:lnTo>
                    <a:pt x="1552933" y="1790631"/>
                  </a:lnTo>
                  <a:lnTo>
                    <a:pt x="1533490" y="1825119"/>
                  </a:lnTo>
                  <a:lnTo>
                    <a:pt x="1512657" y="1859083"/>
                  </a:lnTo>
                  <a:lnTo>
                    <a:pt x="1490446" y="1892466"/>
                  </a:lnTo>
                  <a:lnTo>
                    <a:pt x="1441824" y="1893614"/>
                  </a:lnTo>
                  <a:lnTo>
                    <a:pt x="1393991" y="1892445"/>
                  </a:lnTo>
                  <a:lnTo>
                    <a:pt x="1347045" y="1889013"/>
                  </a:lnTo>
                  <a:lnTo>
                    <a:pt x="1301082" y="1883376"/>
                  </a:lnTo>
                  <a:lnTo>
                    <a:pt x="1256195" y="1875594"/>
                  </a:lnTo>
                  <a:lnTo>
                    <a:pt x="1212474" y="1865734"/>
                  </a:lnTo>
                  <a:lnTo>
                    <a:pt x="1170007" y="1853864"/>
                  </a:lnTo>
                  <a:lnTo>
                    <a:pt x="1128877" y="1840055"/>
                  </a:lnTo>
                  <a:lnTo>
                    <a:pt x="1089165" y="1824383"/>
                  </a:lnTo>
                  <a:lnTo>
                    <a:pt x="1050947" y="1806928"/>
                  </a:lnTo>
                  <a:lnTo>
                    <a:pt x="1014297" y="1787769"/>
                  </a:lnTo>
                  <a:lnTo>
                    <a:pt x="979284" y="1766992"/>
                  </a:lnTo>
                  <a:lnTo>
                    <a:pt x="945973" y="1744684"/>
                  </a:lnTo>
                  <a:lnTo>
                    <a:pt x="914427" y="1720935"/>
                  </a:lnTo>
                  <a:lnTo>
                    <a:pt x="884702" y="1695835"/>
                  </a:lnTo>
                  <a:lnTo>
                    <a:pt x="856853" y="1669480"/>
                  </a:lnTo>
                  <a:lnTo>
                    <a:pt x="830928" y="1641966"/>
                  </a:lnTo>
                  <a:lnTo>
                    <a:pt x="806973" y="1613390"/>
                  </a:lnTo>
                  <a:lnTo>
                    <a:pt x="785028" y="1583852"/>
                  </a:lnTo>
                  <a:lnTo>
                    <a:pt x="765129" y="1553454"/>
                  </a:lnTo>
                  <a:lnTo>
                    <a:pt x="747308" y="1522297"/>
                  </a:lnTo>
                  <a:lnTo>
                    <a:pt x="731592" y="1490486"/>
                  </a:lnTo>
                  <a:lnTo>
                    <a:pt x="718004" y="1458125"/>
                  </a:lnTo>
                  <a:lnTo>
                    <a:pt x="706561" y="1425318"/>
                  </a:lnTo>
                  <a:lnTo>
                    <a:pt x="687532" y="1447409"/>
                  </a:lnTo>
                  <a:lnTo>
                    <a:pt x="666031" y="1468291"/>
                  </a:lnTo>
                  <a:lnTo>
                    <a:pt x="642136" y="1487757"/>
                  </a:lnTo>
                  <a:lnTo>
                    <a:pt x="615943" y="1505605"/>
                  </a:lnTo>
                  <a:lnTo>
                    <a:pt x="587561" y="1521639"/>
                  </a:lnTo>
                  <a:lnTo>
                    <a:pt x="557115" y="1535671"/>
                  </a:lnTo>
                  <a:lnTo>
                    <a:pt x="524745" y="1547522"/>
                  </a:lnTo>
                  <a:lnTo>
                    <a:pt x="490604" y="1557020"/>
                  </a:lnTo>
                  <a:lnTo>
                    <a:pt x="454855" y="1564007"/>
                  </a:lnTo>
                  <a:lnTo>
                    <a:pt x="417679" y="1568334"/>
                  </a:lnTo>
                  <a:lnTo>
                    <a:pt x="379263" y="1569864"/>
                  </a:lnTo>
                  <a:lnTo>
                    <a:pt x="339807" y="1568475"/>
                  </a:lnTo>
                  <a:lnTo>
                    <a:pt x="299522" y="1564057"/>
                  </a:lnTo>
                  <a:lnTo>
                    <a:pt x="258626" y="1556515"/>
                  </a:lnTo>
                  <a:lnTo>
                    <a:pt x="235797" y="1532458"/>
                  </a:lnTo>
                  <a:lnTo>
                    <a:pt x="214258" y="1507240"/>
                  </a:lnTo>
                  <a:lnTo>
                    <a:pt x="194069" y="1480928"/>
                  </a:lnTo>
                  <a:lnTo>
                    <a:pt x="175284" y="1453596"/>
                  </a:lnTo>
                  <a:lnTo>
                    <a:pt x="157955" y="1425318"/>
                  </a:lnTo>
                  <a:lnTo>
                    <a:pt x="142130" y="1396173"/>
                  </a:lnTo>
                  <a:lnTo>
                    <a:pt x="127852" y="1366238"/>
                  </a:lnTo>
                  <a:lnTo>
                    <a:pt x="115161" y="1335598"/>
                  </a:lnTo>
                  <a:lnTo>
                    <a:pt x="104090" y="1304335"/>
                  </a:lnTo>
                  <a:lnTo>
                    <a:pt x="94671" y="1272536"/>
                  </a:lnTo>
                  <a:lnTo>
                    <a:pt x="86929" y="1240288"/>
                  </a:lnTo>
                  <a:lnTo>
                    <a:pt x="80885" y="1207678"/>
                  </a:lnTo>
                  <a:lnTo>
                    <a:pt x="76556" y="1174797"/>
                  </a:lnTo>
                  <a:lnTo>
                    <a:pt x="73954" y="1141734"/>
                  </a:lnTo>
                  <a:lnTo>
                    <a:pt x="73086" y="1108581"/>
                  </a:lnTo>
                  <a:lnTo>
                    <a:pt x="73954" y="1075427"/>
                  </a:lnTo>
                  <a:lnTo>
                    <a:pt x="76556" y="1042365"/>
                  </a:lnTo>
                  <a:lnTo>
                    <a:pt x="80885" y="1009484"/>
                  </a:lnTo>
                  <a:lnTo>
                    <a:pt x="86929" y="976874"/>
                  </a:lnTo>
                  <a:lnTo>
                    <a:pt x="94671" y="944625"/>
                  </a:lnTo>
                  <a:lnTo>
                    <a:pt x="104090" y="912826"/>
                  </a:lnTo>
                  <a:lnTo>
                    <a:pt x="115161" y="881564"/>
                  </a:lnTo>
                  <a:lnTo>
                    <a:pt x="127852" y="850923"/>
                  </a:lnTo>
                  <a:lnTo>
                    <a:pt x="142130" y="820989"/>
                  </a:lnTo>
                  <a:lnTo>
                    <a:pt x="157955" y="791843"/>
                  </a:lnTo>
                  <a:lnTo>
                    <a:pt x="175284" y="763566"/>
                  </a:lnTo>
                  <a:lnTo>
                    <a:pt x="194069" y="736234"/>
                  </a:lnTo>
                  <a:lnTo>
                    <a:pt x="214258" y="709922"/>
                  </a:lnTo>
                  <a:lnTo>
                    <a:pt x="235797" y="684703"/>
                  </a:lnTo>
                  <a:lnTo>
                    <a:pt x="258626" y="660646"/>
                  </a:lnTo>
                  <a:lnTo>
                    <a:pt x="238173" y="676869"/>
                  </a:lnTo>
                  <a:lnTo>
                    <a:pt x="218302" y="694019"/>
                  </a:lnTo>
                  <a:lnTo>
                    <a:pt x="199056" y="712075"/>
                  </a:lnTo>
                  <a:lnTo>
                    <a:pt x="180474" y="731013"/>
                  </a:lnTo>
                  <a:lnTo>
                    <a:pt x="162598" y="750811"/>
                  </a:lnTo>
                  <a:lnTo>
                    <a:pt x="145467" y="771442"/>
                  </a:lnTo>
                  <a:lnTo>
                    <a:pt x="129118" y="792877"/>
                  </a:lnTo>
                  <a:lnTo>
                    <a:pt x="113589" y="815087"/>
                  </a:lnTo>
                  <a:lnTo>
                    <a:pt x="98917" y="838040"/>
                  </a:lnTo>
                  <a:lnTo>
                    <a:pt x="85136" y="861704"/>
                  </a:lnTo>
                  <a:lnTo>
                    <a:pt x="72279" y="886044"/>
                  </a:lnTo>
                  <a:lnTo>
                    <a:pt x="60379" y="911023"/>
                  </a:lnTo>
                  <a:lnTo>
                    <a:pt x="49467" y="936604"/>
                  </a:lnTo>
                  <a:lnTo>
                    <a:pt x="39572" y="962747"/>
                  </a:lnTo>
                  <a:lnTo>
                    <a:pt x="30722" y="989412"/>
                  </a:lnTo>
                  <a:lnTo>
                    <a:pt x="22943" y="1016557"/>
                  </a:lnTo>
                  <a:lnTo>
                    <a:pt x="16259" y="1044138"/>
                  </a:lnTo>
                  <a:lnTo>
                    <a:pt x="10693" y="1072112"/>
                  </a:lnTo>
                  <a:lnTo>
                    <a:pt x="6266" y="1100432"/>
                  </a:lnTo>
                  <a:lnTo>
                    <a:pt x="2997" y="1129052"/>
                  </a:lnTo>
                  <a:lnTo>
                    <a:pt x="903" y="1157925"/>
                  </a:lnTo>
                  <a:lnTo>
                    <a:pt x="0" y="1187002"/>
                  </a:lnTo>
                  <a:lnTo>
                    <a:pt x="299" y="1216234"/>
                  </a:lnTo>
                  <a:lnTo>
                    <a:pt x="1813" y="1245570"/>
                  </a:lnTo>
                  <a:lnTo>
                    <a:pt x="4550" y="1274960"/>
                  </a:lnTo>
                  <a:lnTo>
                    <a:pt x="8517" y="1304354"/>
                  </a:lnTo>
                  <a:lnTo>
                    <a:pt x="13719" y="1333699"/>
                  </a:lnTo>
                  <a:lnTo>
                    <a:pt x="20159" y="1362943"/>
                  </a:lnTo>
                  <a:lnTo>
                    <a:pt x="27837" y="1392033"/>
                  </a:lnTo>
                  <a:lnTo>
                    <a:pt x="36750" y="1420919"/>
                  </a:lnTo>
                  <a:lnTo>
                    <a:pt x="46895" y="1449546"/>
                  </a:lnTo>
                  <a:lnTo>
                    <a:pt x="58266" y="1477862"/>
                  </a:lnTo>
                  <a:lnTo>
                    <a:pt x="70853" y="1505815"/>
                  </a:lnTo>
                  <a:lnTo>
                    <a:pt x="84647" y="1533352"/>
                  </a:lnTo>
                  <a:lnTo>
                    <a:pt x="99634" y="1560421"/>
                  </a:lnTo>
                  <a:lnTo>
                    <a:pt x="115798" y="1586971"/>
                  </a:lnTo>
                  <a:lnTo>
                    <a:pt x="133122" y="1612951"/>
                  </a:lnTo>
                  <a:lnTo>
                    <a:pt x="151586" y="1638309"/>
                  </a:lnTo>
                  <a:lnTo>
                    <a:pt x="171168" y="1662996"/>
                  </a:lnTo>
                  <a:lnTo>
                    <a:pt x="191844" y="1686963"/>
                  </a:lnTo>
                  <a:lnTo>
                    <a:pt x="213588" y="1710161"/>
                  </a:lnTo>
                  <a:lnTo>
                    <a:pt x="236371" y="1732544"/>
                  </a:lnTo>
                  <a:lnTo>
                    <a:pt x="260163" y="1754064"/>
                  </a:lnTo>
                  <a:lnTo>
                    <a:pt x="284930" y="1774676"/>
                  </a:lnTo>
                  <a:lnTo>
                    <a:pt x="310639" y="1794338"/>
                  </a:lnTo>
                  <a:lnTo>
                    <a:pt x="337252" y="1813005"/>
                  </a:lnTo>
                  <a:lnTo>
                    <a:pt x="364732" y="1830638"/>
                  </a:lnTo>
                  <a:lnTo>
                    <a:pt x="393037" y="1847196"/>
                  </a:lnTo>
                  <a:lnTo>
                    <a:pt x="422126" y="1862641"/>
                  </a:lnTo>
                  <a:lnTo>
                    <a:pt x="451955" y="1876936"/>
                  </a:lnTo>
                  <a:lnTo>
                    <a:pt x="482479" y="1890048"/>
                  </a:lnTo>
                  <a:lnTo>
                    <a:pt x="513649" y="1901943"/>
                  </a:lnTo>
                  <a:lnTo>
                    <a:pt x="545417" y="1912590"/>
                  </a:lnTo>
                  <a:lnTo>
                    <a:pt x="577734" y="1921960"/>
                  </a:lnTo>
                  <a:lnTo>
                    <a:pt x="610548" y="1930026"/>
                  </a:lnTo>
                  <a:lnTo>
                    <a:pt x="643805" y="1936763"/>
                  </a:lnTo>
                  <a:lnTo>
                    <a:pt x="677452" y="1942148"/>
                  </a:lnTo>
                  <a:lnTo>
                    <a:pt x="711434" y="1946162"/>
                  </a:lnTo>
                  <a:lnTo>
                    <a:pt x="745694" y="1948784"/>
                  </a:lnTo>
                  <a:lnTo>
                    <a:pt x="780175" y="1950000"/>
                  </a:lnTo>
                  <a:lnTo>
                    <a:pt x="814820" y="1949796"/>
                  </a:lnTo>
                  <a:lnTo>
                    <a:pt x="849570" y="1948160"/>
                  </a:lnTo>
                  <a:lnTo>
                    <a:pt x="884365" y="1945084"/>
                  </a:lnTo>
                  <a:lnTo>
                    <a:pt x="919145" y="1940561"/>
                  </a:lnTo>
                  <a:lnTo>
                    <a:pt x="953851" y="1934588"/>
                  </a:lnTo>
                  <a:lnTo>
                    <a:pt x="988421" y="1927163"/>
                  </a:lnTo>
                  <a:lnTo>
                    <a:pt x="1022795" y="1918287"/>
                  </a:lnTo>
                  <a:lnTo>
                    <a:pt x="1056911" y="1907964"/>
                  </a:lnTo>
                  <a:lnTo>
                    <a:pt x="1090708" y="1896201"/>
                  </a:lnTo>
                  <a:lnTo>
                    <a:pt x="1124127" y="1883005"/>
                  </a:lnTo>
                  <a:lnTo>
                    <a:pt x="1157105" y="1868390"/>
                  </a:lnTo>
                  <a:lnTo>
                    <a:pt x="1189582" y="1852369"/>
                  </a:lnTo>
                  <a:lnTo>
                    <a:pt x="1221499" y="1834958"/>
                  </a:lnTo>
                  <a:lnTo>
                    <a:pt x="1252795" y="1816176"/>
                  </a:lnTo>
                  <a:lnTo>
                    <a:pt x="1283413" y="1796047"/>
                  </a:lnTo>
                  <a:lnTo>
                    <a:pt x="1313294" y="1774593"/>
                  </a:lnTo>
                  <a:lnTo>
                    <a:pt x="1342380" y="1751842"/>
                  </a:lnTo>
                  <a:lnTo>
                    <a:pt x="1370616" y="1727822"/>
                  </a:lnTo>
                  <a:lnTo>
                    <a:pt x="1397946" y="1702567"/>
                  </a:lnTo>
                  <a:lnTo>
                    <a:pt x="1424316" y="1676108"/>
                  </a:lnTo>
                  <a:lnTo>
                    <a:pt x="1449674" y="1648484"/>
                  </a:lnTo>
                  <a:lnTo>
                    <a:pt x="1473968" y="1619733"/>
                  </a:lnTo>
                  <a:lnTo>
                    <a:pt x="1497149" y="1589896"/>
                  </a:lnTo>
                  <a:lnTo>
                    <a:pt x="1519167" y="1559016"/>
                  </a:lnTo>
                  <a:lnTo>
                    <a:pt x="1539977" y="1527138"/>
                  </a:lnTo>
                  <a:lnTo>
                    <a:pt x="1559533" y="1494310"/>
                  </a:lnTo>
                  <a:lnTo>
                    <a:pt x="1577793" y="1460582"/>
                  </a:lnTo>
                  <a:lnTo>
                    <a:pt x="1594716" y="1426004"/>
                  </a:lnTo>
                  <a:lnTo>
                    <a:pt x="1610262" y="1390629"/>
                  </a:lnTo>
                  <a:lnTo>
                    <a:pt x="1624396" y="1354514"/>
                  </a:lnTo>
                  <a:lnTo>
                    <a:pt x="1637081" y="1317714"/>
                  </a:lnTo>
                  <a:lnTo>
                    <a:pt x="1648286" y="1280287"/>
                  </a:lnTo>
                  <a:lnTo>
                    <a:pt x="1657981" y="1242294"/>
                  </a:lnTo>
                  <a:lnTo>
                    <a:pt x="1666138" y="1203796"/>
                  </a:lnTo>
                  <a:lnTo>
                    <a:pt x="1672732" y="1164854"/>
                  </a:lnTo>
                  <a:lnTo>
                    <a:pt x="1677741" y="1125533"/>
                  </a:lnTo>
                  <a:lnTo>
                    <a:pt x="1681144" y="1085897"/>
                  </a:lnTo>
                  <a:lnTo>
                    <a:pt x="1682925" y="1046013"/>
                  </a:lnTo>
                  <a:lnTo>
                    <a:pt x="1683068" y="1005946"/>
                  </a:lnTo>
                  <a:lnTo>
                    <a:pt x="1681562" y="965764"/>
                  </a:lnTo>
                  <a:lnTo>
                    <a:pt x="1678398" y="925536"/>
                  </a:lnTo>
                  <a:lnTo>
                    <a:pt x="1673569" y="885329"/>
                  </a:lnTo>
                  <a:lnTo>
                    <a:pt x="1667072" y="845214"/>
                  </a:lnTo>
                  <a:lnTo>
                    <a:pt x="1658906" y="805259"/>
                  </a:lnTo>
                  <a:lnTo>
                    <a:pt x="1649074" y="765534"/>
                  </a:lnTo>
                  <a:lnTo>
                    <a:pt x="1637582" y="726108"/>
                  </a:lnTo>
                  <a:lnTo>
                    <a:pt x="1624436" y="687052"/>
                  </a:lnTo>
                  <a:lnTo>
                    <a:pt x="1609649" y="648434"/>
                  </a:lnTo>
                  <a:lnTo>
                    <a:pt x="1593235" y="610324"/>
                  </a:lnTo>
                  <a:lnTo>
                    <a:pt x="1575209" y="572790"/>
                  </a:lnTo>
                  <a:lnTo>
                    <a:pt x="1555593" y="535901"/>
                  </a:lnTo>
                  <a:lnTo>
                    <a:pt x="1534409" y="499724"/>
                  </a:lnTo>
                  <a:lnTo>
                    <a:pt x="1511682" y="464326"/>
                  </a:lnTo>
                  <a:lnTo>
                    <a:pt x="1487441" y="429772"/>
                  </a:lnTo>
                  <a:lnTo>
                    <a:pt x="1461717" y="396128"/>
                  </a:lnTo>
                  <a:lnTo>
                    <a:pt x="1434544" y="363457"/>
                  </a:lnTo>
                  <a:lnTo>
                    <a:pt x="1405959" y="331821"/>
                  </a:lnTo>
                  <a:lnTo>
                    <a:pt x="1376001" y="301281"/>
                  </a:lnTo>
                  <a:lnTo>
                    <a:pt x="1344712" y="271897"/>
                  </a:lnTo>
                  <a:lnTo>
                    <a:pt x="1312138" y="243727"/>
                  </a:lnTo>
                  <a:lnTo>
                    <a:pt x="1278325" y="216826"/>
                  </a:lnTo>
                  <a:lnTo>
                    <a:pt x="1243322" y="191250"/>
                  </a:lnTo>
                  <a:lnTo>
                    <a:pt x="1207182" y="167050"/>
                  </a:lnTo>
                  <a:lnTo>
                    <a:pt x="1169958" y="144277"/>
                  </a:lnTo>
                  <a:lnTo>
                    <a:pt x="1131708" y="122978"/>
                  </a:lnTo>
                  <a:lnTo>
                    <a:pt x="1092490" y="103201"/>
                  </a:lnTo>
                  <a:lnTo>
                    <a:pt x="1052364" y="84988"/>
                  </a:lnTo>
                  <a:lnTo>
                    <a:pt x="1011393" y="68381"/>
                  </a:lnTo>
                  <a:lnTo>
                    <a:pt x="969642" y="53418"/>
                  </a:lnTo>
                  <a:lnTo>
                    <a:pt x="927177" y="40135"/>
                  </a:lnTo>
                  <a:lnTo>
                    <a:pt x="884065" y="28566"/>
                  </a:lnTo>
                  <a:lnTo>
                    <a:pt x="840376" y="18742"/>
                  </a:lnTo>
                  <a:lnTo>
                    <a:pt x="796181" y="10690"/>
                  </a:lnTo>
                  <a:lnTo>
                    <a:pt x="751551" y="4435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723748" y="800410"/>
              <a:ext cx="1604176" cy="1893614"/>
            </a:xfrm>
            <a:custGeom>
              <a:avLst/>
              <a:pathLst>
                <a:path w="1604176" h="1893614">
                  <a:moveTo>
                    <a:pt x="633475" y="0"/>
                  </a:moveTo>
                  <a:lnTo>
                    <a:pt x="671323" y="646"/>
                  </a:lnTo>
                  <a:lnTo>
                    <a:pt x="709127" y="2584"/>
                  </a:lnTo>
                  <a:lnTo>
                    <a:pt x="746843" y="5811"/>
                  </a:lnTo>
                  <a:lnTo>
                    <a:pt x="784426" y="10325"/>
                  </a:lnTo>
                  <a:lnTo>
                    <a:pt x="821834" y="16119"/>
                  </a:lnTo>
                  <a:lnTo>
                    <a:pt x="859022" y="23186"/>
                  </a:lnTo>
                  <a:lnTo>
                    <a:pt x="895947" y="31520"/>
                  </a:lnTo>
                  <a:lnTo>
                    <a:pt x="932566" y="41109"/>
                  </a:lnTo>
                  <a:lnTo>
                    <a:pt x="968837" y="51942"/>
                  </a:lnTo>
                  <a:lnTo>
                    <a:pt x="1004716" y="64008"/>
                  </a:lnTo>
                  <a:lnTo>
                    <a:pt x="1040162" y="77292"/>
                  </a:lnTo>
                  <a:lnTo>
                    <a:pt x="1075135" y="91778"/>
                  </a:lnTo>
                  <a:lnTo>
                    <a:pt x="1109592" y="107449"/>
                  </a:lnTo>
                  <a:lnTo>
                    <a:pt x="1143494" y="124288"/>
                  </a:lnTo>
                  <a:lnTo>
                    <a:pt x="1176802" y="142274"/>
                  </a:lnTo>
                  <a:lnTo>
                    <a:pt x="1209476" y="161387"/>
                  </a:lnTo>
                  <a:lnTo>
                    <a:pt x="1241478" y="181605"/>
                  </a:lnTo>
                  <a:lnTo>
                    <a:pt x="1272772" y="202903"/>
                  </a:lnTo>
                  <a:lnTo>
                    <a:pt x="1303320" y="225258"/>
                  </a:lnTo>
                  <a:lnTo>
                    <a:pt x="1333087" y="248642"/>
                  </a:lnTo>
                  <a:lnTo>
                    <a:pt x="1362038" y="273029"/>
                  </a:lnTo>
                  <a:lnTo>
                    <a:pt x="1390140" y="298390"/>
                  </a:lnTo>
                  <a:lnTo>
                    <a:pt x="1417360" y="324695"/>
                  </a:lnTo>
                  <a:lnTo>
                    <a:pt x="1439571" y="358079"/>
                  </a:lnTo>
                  <a:lnTo>
                    <a:pt x="1460404" y="392043"/>
                  </a:lnTo>
                  <a:lnTo>
                    <a:pt x="1479847" y="426531"/>
                  </a:lnTo>
                  <a:lnTo>
                    <a:pt x="1497889" y="461489"/>
                  </a:lnTo>
                  <a:lnTo>
                    <a:pt x="1514521" y="496859"/>
                  </a:lnTo>
                  <a:lnTo>
                    <a:pt x="1529738" y="532588"/>
                  </a:lnTo>
                  <a:lnTo>
                    <a:pt x="1543534" y="568618"/>
                  </a:lnTo>
                  <a:lnTo>
                    <a:pt x="1555909" y="604894"/>
                  </a:lnTo>
                  <a:lnTo>
                    <a:pt x="1566862" y="641361"/>
                  </a:lnTo>
                  <a:lnTo>
                    <a:pt x="1576395" y="677964"/>
                  </a:lnTo>
                  <a:lnTo>
                    <a:pt x="1584513" y="714648"/>
                  </a:lnTo>
                  <a:lnTo>
                    <a:pt x="1591223" y="751359"/>
                  </a:lnTo>
                  <a:lnTo>
                    <a:pt x="1596533" y="788044"/>
                  </a:lnTo>
                  <a:lnTo>
                    <a:pt x="1600453" y="824650"/>
                  </a:lnTo>
                  <a:lnTo>
                    <a:pt x="1602996" y="861125"/>
                  </a:lnTo>
                  <a:lnTo>
                    <a:pt x="1604176" y="897418"/>
                  </a:lnTo>
                  <a:lnTo>
                    <a:pt x="1604010" y="933477"/>
                  </a:lnTo>
                  <a:lnTo>
                    <a:pt x="1602517" y="969254"/>
                  </a:lnTo>
                  <a:lnTo>
                    <a:pt x="1599715" y="1004699"/>
                  </a:lnTo>
                  <a:lnTo>
                    <a:pt x="1595627" y="1039766"/>
                  </a:lnTo>
                  <a:lnTo>
                    <a:pt x="1590276" y="1074409"/>
                  </a:lnTo>
                  <a:lnTo>
                    <a:pt x="1583687" y="1108581"/>
                  </a:lnTo>
                  <a:lnTo>
                    <a:pt x="1590276" y="1142753"/>
                  </a:lnTo>
                  <a:lnTo>
                    <a:pt x="1595627" y="1177395"/>
                  </a:lnTo>
                  <a:lnTo>
                    <a:pt x="1599715" y="1212462"/>
                  </a:lnTo>
                  <a:lnTo>
                    <a:pt x="1602517" y="1247908"/>
                  </a:lnTo>
                  <a:lnTo>
                    <a:pt x="1604010" y="1283685"/>
                  </a:lnTo>
                  <a:lnTo>
                    <a:pt x="1604176" y="1319744"/>
                  </a:lnTo>
                  <a:lnTo>
                    <a:pt x="1602996" y="1356036"/>
                  </a:lnTo>
                  <a:lnTo>
                    <a:pt x="1600453" y="1392511"/>
                  </a:lnTo>
                  <a:lnTo>
                    <a:pt x="1596533" y="1429117"/>
                  </a:lnTo>
                  <a:lnTo>
                    <a:pt x="1591223" y="1465803"/>
                  </a:lnTo>
                  <a:lnTo>
                    <a:pt x="1584513" y="1502514"/>
                  </a:lnTo>
                  <a:lnTo>
                    <a:pt x="1576395" y="1539198"/>
                  </a:lnTo>
                  <a:lnTo>
                    <a:pt x="1566862" y="1575801"/>
                  </a:lnTo>
                  <a:lnTo>
                    <a:pt x="1555909" y="1612268"/>
                  </a:lnTo>
                  <a:lnTo>
                    <a:pt x="1543534" y="1648544"/>
                  </a:lnTo>
                  <a:lnTo>
                    <a:pt x="1529738" y="1684574"/>
                  </a:lnTo>
                  <a:lnTo>
                    <a:pt x="1514521" y="1720302"/>
                  </a:lnTo>
                  <a:lnTo>
                    <a:pt x="1497889" y="1755673"/>
                  </a:lnTo>
                  <a:lnTo>
                    <a:pt x="1479847" y="1790631"/>
                  </a:lnTo>
                  <a:lnTo>
                    <a:pt x="1460404" y="1825119"/>
                  </a:lnTo>
                  <a:lnTo>
                    <a:pt x="1439571" y="1859083"/>
                  </a:lnTo>
                  <a:lnTo>
                    <a:pt x="1417360" y="1892466"/>
                  </a:lnTo>
                  <a:lnTo>
                    <a:pt x="1368738" y="1893614"/>
                  </a:lnTo>
                  <a:lnTo>
                    <a:pt x="1320905" y="1892445"/>
                  </a:lnTo>
                  <a:lnTo>
                    <a:pt x="1273959" y="1889013"/>
                  </a:lnTo>
                  <a:lnTo>
                    <a:pt x="1227995" y="1883376"/>
                  </a:lnTo>
                  <a:lnTo>
                    <a:pt x="1183109" y="1875594"/>
                  </a:lnTo>
                  <a:lnTo>
                    <a:pt x="1139388" y="1865734"/>
                  </a:lnTo>
                  <a:lnTo>
                    <a:pt x="1096921" y="1853864"/>
                  </a:lnTo>
                  <a:lnTo>
                    <a:pt x="1055791" y="1840055"/>
                  </a:lnTo>
                  <a:lnTo>
                    <a:pt x="1016079" y="1824383"/>
                  </a:lnTo>
                  <a:lnTo>
                    <a:pt x="977861" y="1806928"/>
                  </a:lnTo>
                  <a:lnTo>
                    <a:pt x="941211" y="1787769"/>
                  </a:lnTo>
                  <a:lnTo>
                    <a:pt x="906198" y="1766992"/>
                  </a:lnTo>
                  <a:lnTo>
                    <a:pt x="872887" y="1744684"/>
                  </a:lnTo>
                  <a:lnTo>
                    <a:pt x="841341" y="1720935"/>
                  </a:lnTo>
                  <a:lnTo>
                    <a:pt x="811616" y="1695835"/>
                  </a:lnTo>
                  <a:lnTo>
                    <a:pt x="783767" y="1669480"/>
                  </a:lnTo>
                  <a:lnTo>
                    <a:pt x="757842" y="1641966"/>
                  </a:lnTo>
                  <a:lnTo>
                    <a:pt x="733887" y="1613390"/>
                  </a:lnTo>
                  <a:lnTo>
                    <a:pt x="711942" y="1583852"/>
                  </a:lnTo>
                  <a:lnTo>
                    <a:pt x="692043" y="1553454"/>
                  </a:lnTo>
                  <a:lnTo>
                    <a:pt x="674222" y="1522297"/>
                  </a:lnTo>
                  <a:lnTo>
                    <a:pt x="658506" y="1490486"/>
                  </a:lnTo>
                  <a:lnTo>
                    <a:pt x="644917" y="1458125"/>
                  </a:lnTo>
                  <a:lnTo>
                    <a:pt x="633475" y="1425318"/>
                  </a:lnTo>
                  <a:lnTo>
                    <a:pt x="614446" y="1447409"/>
                  </a:lnTo>
                  <a:lnTo>
                    <a:pt x="592945" y="1468291"/>
                  </a:lnTo>
                  <a:lnTo>
                    <a:pt x="569050" y="1487757"/>
                  </a:lnTo>
                  <a:lnTo>
                    <a:pt x="542856" y="1505605"/>
                  </a:lnTo>
                  <a:lnTo>
                    <a:pt x="514475" y="1521639"/>
                  </a:lnTo>
                  <a:lnTo>
                    <a:pt x="484029" y="1535671"/>
                  </a:lnTo>
                  <a:lnTo>
                    <a:pt x="451659" y="1547522"/>
                  </a:lnTo>
                  <a:lnTo>
                    <a:pt x="417517" y="1557020"/>
                  </a:lnTo>
                  <a:lnTo>
                    <a:pt x="381769" y="1564007"/>
                  </a:lnTo>
                  <a:lnTo>
                    <a:pt x="344593" y="1568334"/>
                  </a:lnTo>
                  <a:lnTo>
                    <a:pt x="306177" y="1569864"/>
                  </a:lnTo>
                  <a:lnTo>
                    <a:pt x="266721" y="1568475"/>
                  </a:lnTo>
                  <a:lnTo>
                    <a:pt x="226436" y="1564057"/>
                  </a:lnTo>
                  <a:lnTo>
                    <a:pt x="185540" y="1556515"/>
                  </a:lnTo>
                  <a:lnTo>
                    <a:pt x="162711" y="1532458"/>
                  </a:lnTo>
                  <a:lnTo>
                    <a:pt x="141172" y="1507240"/>
                  </a:lnTo>
                  <a:lnTo>
                    <a:pt x="120982" y="1480928"/>
                  </a:lnTo>
                  <a:lnTo>
                    <a:pt x="102198" y="1453596"/>
                  </a:lnTo>
                  <a:lnTo>
                    <a:pt x="84869" y="1425318"/>
                  </a:lnTo>
                  <a:lnTo>
                    <a:pt x="69044" y="1396173"/>
                  </a:lnTo>
                  <a:lnTo>
                    <a:pt x="54766" y="1366238"/>
                  </a:lnTo>
                  <a:lnTo>
                    <a:pt x="42075" y="1335598"/>
                  </a:lnTo>
                  <a:lnTo>
                    <a:pt x="31004" y="1304335"/>
                  </a:lnTo>
                  <a:lnTo>
                    <a:pt x="21585" y="1272536"/>
                  </a:lnTo>
                  <a:lnTo>
                    <a:pt x="13842" y="1240288"/>
                  </a:lnTo>
                  <a:lnTo>
                    <a:pt x="7799" y="1207678"/>
                  </a:lnTo>
                  <a:lnTo>
                    <a:pt x="3470" y="1174797"/>
                  </a:lnTo>
                  <a:lnTo>
                    <a:pt x="868" y="1141734"/>
                  </a:lnTo>
                  <a:lnTo>
                    <a:pt x="0" y="1108581"/>
                  </a:lnTo>
                  <a:lnTo>
                    <a:pt x="868" y="1075427"/>
                  </a:lnTo>
                  <a:lnTo>
                    <a:pt x="3470" y="1042365"/>
                  </a:lnTo>
                  <a:lnTo>
                    <a:pt x="7799" y="1009484"/>
                  </a:lnTo>
                  <a:lnTo>
                    <a:pt x="13842" y="976874"/>
                  </a:lnTo>
                  <a:lnTo>
                    <a:pt x="21585" y="944625"/>
                  </a:lnTo>
                  <a:lnTo>
                    <a:pt x="31004" y="912826"/>
                  </a:lnTo>
                  <a:lnTo>
                    <a:pt x="42075" y="881564"/>
                  </a:lnTo>
                  <a:lnTo>
                    <a:pt x="54766" y="850923"/>
                  </a:lnTo>
                  <a:lnTo>
                    <a:pt x="69044" y="820989"/>
                  </a:lnTo>
                  <a:lnTo>
                    <a:pt x="84869" y="791843"/>
                  </a:lnTo>
                  <a:lnTo>
                    <a:pt x="102198" y="763566"/>
                  </a:lnTo>
                  <a:lnTo>
                    <a:pt x="120982" y="736234"/>
                  </a:lnTo>
                  <a:lnTo>
                    <a:pt x="141172" y="709922"/>
                  </a:lnTo>
                  <a:lnTo>
                    <a:pt x="162711" y="684703"/>
                  </a:lnTo>
                  <a:lnTo>
                    <a:pt x="185540" y="660646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325622" y="768808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9109507" y="109350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9275834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9109507" y="266127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325622" y="2194127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7877687" y="232532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7692147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7877687" y="142945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357223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357223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357223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357223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357223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573338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248642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573338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8225184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9004962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9496295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95864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216085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223160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98799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232259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30924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681455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9840725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9840725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10168724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10896556" y="224458"/>
              <a:ext cx="143542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 (n=27)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10228542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1614268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1614268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1614268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1614268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1614268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10732397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0367114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0732397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1060048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0505827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0367271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0840698" y="1513009"/>
              <a:ext cx="1882152" cy="1169552"/>
            </a:xfrm>
            <a:custGeom>
              <a:avLst/>
              <a:pathLst>
                <a:path w="1882152" h="1169552">
                  <a:moveTo>
                    <a:pt x="773570" y="395981"/>
                  </a:moveTo>
                  <a:lnTo>
                    <a:pt x="774776" y="366833"/>
                  </a:lnTo>
                  <a:lnTo>
                    <a:pt x="778389" y="337834"/>
                  </a:lnTo>
                  <a:lnTo>
                    <a:pt x="784396" y="309134"/>
                  </a:lnTo>
                  <a:lnTo>
                    <a:pt x="792777" y="280880"/>
                  </a:lnTo>
                  <a:lnTo>
                    <a:pt x="803504" y="253220"/>
                  </a:lnTo>
                  <a:lnTo>
                    <a:pt x="816540" y="226298"/>
                  </a:lnTo>
                  <a:lnTo>
                    <a:pt x="831840" y="200258"/>
                  </a:lnTo>
                  <a:lnTo>
                    <a:pt x="849350" y="175241"/>
                  </a:lnTo>
                  <a:lnTo>
                    <a:pt x="869013" y="151384"/>
                  </a:lnTo>
                  <a:lnTo>
                    <a:pt x="890758" y="128821"/>
                  </a:lnTo>
                  <a:lnTo>
                    <a:pt x="914511" y="107683"/>
                  </a:lnTo>
                  <a:lnTo>
                    <a:pt x="940189" y="88096"/>
                  </a:lnTo>
                  <a:lnTo>
                    <a:pt x="967704" y="70184"/>
                  </a:lnTo>
                  <a:lnTo>
                    <a:pt x="996957" y="54062"/>
                  </a:lnTo>
                  <a:lnTo>
                    <a:pt x="1027848" y="39843"/>
                  </a:lnTo>
                  <a:lnTo>
                    <a:pt x="1060267" y="27633"/>
                  </a:lnTo>
                  <a:lnTo>
                    <a:pt x="1094099" y="17534"/>
                  </a:lnTo>
                  <a:lnTo>
                    <a:pt x="1129223" y="9640"/>
                  </a:lnTo>
                  <a:lnTo>
                    <a:pt x="1165513" y="4038"/>
                  </a:lnTo>
                  <a:lnTo>
                    <a:pt x="1197693" y="1109"/>
                  </a:lnTo>
                  <a:lnTo>
                    <a:pt x="1230558" y="0"/>
                  </a:lnTo>
                  <a:lnTo>
                    <a:pt x="1264018" y="754"/>
                  </a:lnTo>
                  <a:lnTo>
                    <a:pt x="1297982" y="3412"/>
                  </a:lnTo>
                  <a:lnTo>
                    <a:pt x="1332355" y="8010"/>
                  </a:lnTo>
                  <a:lnTo>
                    <a:pt x="1367042" y="14580"/>
                  </a:lnTo>
                  <a:lnTo>
                    <a:pt x="1401945" y="23149"/>
                  </a:lnTo>
                  <a:lnTo>
                    <a:pt x="1436965" y="33740"/>
                  </a:lnTo>
                  <a:lnTo>
                    <a:pt x="1472001" y="46372"/>
                  </a:lnTo>
                  <a:lnTo>
                    <a:pt x="1506953" y="61057"/>
                  </a:lnTo>
                  <a:lnTo>
                    <a:pt x="1541717" y="77804"/>
                  </a:lnTo>
                  <a:lnTo>
                    <a:pt x="1576191" y="96619"/>
                  </a:lnTo>
                  <a:lnTo>
                    <a:pt x="1610270" y="117501"/>
                  </a:lnTo>
                  <a:lnTo>
                    <a:pt x="1643851" y="140444"/>
                  </a:lnTo>
                  <a:lnTo>
                    <a:pt x="1676829" y="165438"/>
                  </a:lnTo>
                  <a:lnTo>
                    <a:pt x="1709102" y="192469"/>
                  </a:lnTo>
                  <a:lnTo>
                    <a:pt x="1740564" y="221516"/>
                  </a:lnTo>
                  <a:lnTo>
                    <a:pt x="1771114" y="252556"/>
                  </a:lnTo>
                  <a:lnTo>
                    <a:pt x="1800648" y="285559"/>
                  </a:lnTo>
                  <a:lnTo>
                    <a:pt x="1829065" y="320491"/>
                  </a:lnTo>
                  <a:lnTo>
                    <a:pt x="1856266" y="357313"/>
                  </a:lnTo>
                  <a:lnTo>
                    <a:pt x="1882152" y="395981"/>
                  </a:lnTo>
                  <a:lnTo>
                    <a:pt x="1873052" y="435249"/>
                  </a:lnTo>
                  <a:lnTo>
                    <a:pt x="1862573" y="473868"/>
                  </a:lnTo>
                  <a:lnTo>
                    <a:pt x="1850749" y="511790"/>
                  </a:lnTo>
                  <a:lnTo>
                    <a:pt x="1837616" y="548968"/>
                  </a:lnTo>
                  <a:lnTo>
                    <a:pt x="1823213" y="585358"/>
                  </a:lnTo>
                  <a:lnTo>
                    <a:pt x="1807579" y="620916"/>
                  </a:lnTo>
                  <a:lnTo>
                    <a:pt x="1790754" y="655602"/>
                  </a:lnTo>
                  <a:lnTo>
                    <a:pt x="1772781" y="689376"/>
                  </a:lnTo>
                  <a:lnTo>
                    <a:pt x="1753704" y="722201"/>
                  </a:lnTo>
                  <a:lnTo>
                    <a:pt x="1733567" y="754041"/>
                  </a:lnTo>
                  <a:lnTo>
                    <a:pt x="1712416" y="784864"/>
                  </a:lnTo>
                  <a:lnTo>
                    <a:pt x="1690299" y="814637"/>
                  </a:lnTo>
                  <a:lnTo>
                    <a:pt x="1667262" y="843331"/>
                  </a:lnTo>
                  <a:lnTo>
                    <a:pt x="1643354" y="870919"/>
                  </a:lnTo>
                  <a:lnTo>
                    <a:pt x="1618626" y="897376"/>
                  </a:lnTo>
                  <a:lnTo>
                    <a:pt x="1593126" y="922678"/>
                  </a:lnTo>
                  <a:lnTo>
                    <a:pt x="1566906" y="946804"/>
                  </a:lnTo>
                  <a:lnTo>
                    <a:pt x="1540017" y="969736"/>
                  </a:lnTo>
                  <a:lnTo>
                    <a:pt x="1512511" y="991457"/>
                  </a:lnTo>
                  <a:lnTo>
                    <a:pt x="1484439" y="1011953"/>
                  </a:lnTo>
                  <a:lnTo>
                    <a:pt x="1455854" y="1031210"/>
                  </a:lnTo>
                  <a:lnTo>
                    <a:pt x="1426808" y="1049219"/>
                  </a:lnTo>
                  <a:lnTo>
                    <a:pt x="1392669" y="1068502"/>
                  </a:lnTo>
                  <a:lnTo>
                    <a:pt x="1358063" y="1086091"/>
                  </a:lnTo>
                  <a:lnTo>
                    <a:pt x="1323072" y="1101981"/>
                  </a:lnTo>
                  <a:lnTo>
                    <a:pt x="1287777" y="1116172"/>
                  </a:lnTo>
                  <a:lnTo>
                    <a:pt x="1252257" y="1128666"/>
                  </a:lnTo>
                  <a:lnTo>
                    <a:pt x="1216592" y="1139468"/>
                  </a:lnTo>
                  <a:lnTo>
                    <a:pt x="1180861" y="1148588"/>
                  </a:lnTo>
                  <a:lnTo>
                    <a:pt x="1145141" y="1156040"/>
                  </a:lnTo>
                  <a:lnTo>
                    <a:pt x="1109507" y="1161841"/>
                  </a:lnTo>
                  <a:lnTo>
                    <a:pt x="1074036" y="1166010"/>
                  </a:lnTo>
                  <a:lnTo>
                    <a:pt x="1038801" y="1168571"/>
                  </a:lnTo>
                  <a:lnTo>
                    <a:pt x="1003872" y="1169552"/>
                  </a:lnTo>
                  <a:lnTo>
                    <a:pt x="969321" y="1168982"/>
                  </a:lnTo>
                  <a:lnTo>
                    <a:pt x="935214" y="1166893"/>
                  </a:lnTo>
                  <a:lnTo>
                    <a:pt x="901617" y="1163323"/>
                  </a:lnTo>
                  <a:lnTo>
                    <a:pt x="868594" y="1158309"/>
                  </a:lnTo>
                  <a:lnTo>
                    <a:pt x="836207" y="1151894"/>
                  </a:lnTo>
                  <a:lnTo>
                    <a:pt x="804514" y="1144120"/>
                  </a:lnTo>
                  <a:lnTo>
                    <a:pt x="773570" y="1135035"/>
                  </a:lnTo>
                  <a:lnTo>
                    <a:pt x="742627" y="1144120"/>
                  </a:lnTo>
                  <a:lnTo>
                    <a:pt x="710934" y="1151894"/>
                  </a:lnTo>
                  <a:lnTo>
                    <a:pt x="678546" y="1158309"/>
                  </a:lnTo>
                  <a:lnTo>
                    <a:pt x="645524" y="1163323"/>
                  </a:lnTo>
                  <a:lnTo>
                    <a:pt x="611927" y="1166893"/>
                  </a:lnTo>
                  <a:lnTo>
                    <a:pt x="577820" y="1168982"/>
                  </a:lnTo>
                  <a:lnTo>
                    <a:pt x="543268" y="1169552"/>
                  </a:lnTo>
                  <a:lnTo>
                    <a:pt x="508340" y="1168571"/>
                  </a:lnTo>
                  <a:lnTo>
                    <a:pt x="473104" y="1166010"/>
                  </a:lnTo>
                  <a:lnTo>
                    <a:pt x="437633" y="1161841"/>
                  </a:lnTo>
                  <a:lnTo>
                    <a:pt x="402000" y="1156040"/>
                  </a:lnTo>
                  <a:lnTo>
                    <a:pt x="366280" y="1148588"/>
                  </a:lnTo>
                  <a:lnTo>
                    <a:pt x="330548" y="1139468"/>
                  </a:lnTo>
                  <a:lnTo>
                    <a:pt x="294884" y="1128666"/>
                  </a:lnTo>
                  <a:lnTo>
                    <a:pt x="259364" y="1116172"/>
                  </a:lnTo>
                  <a:lnTo>
                    <a:pt x="224068" y="1101981"/>
                  </a:lnTo>
                  <a:lnTo>
                    <a:pt x="189077" y="1086091"/>
                  </a:lnTo>
                  <a:lnTo>
                    <a:pt x="154472" y="1068502"/>
                  </a:lnTo>
                  <a:lnTo>
                    <a:pt x="120332" y="1049219"/>
                  </a:lnTo>
                  <a:lnTo>
                    <a:pt x="101050" y="1015080"/>
                  </a:lnTo>
                  <a:lnTo>
                    <a:pt x="83461" y="980474"/>
                  </a:lnTo>
                  <a:lnTo>
                    <a:pt x="67570" y="945483"/>
                  </a:lnTo>
                  <a:lnTo>
                    <a:pt x="53379" y="910188"/>
                  </a:lnTo>
                  <a:lnTo>
                    <a:pt x="40886" y="874668"/>
                  </a:lnTo>
                  <a:lnTo>
                    <a:pt x="30084" y="839003"/>
                  </a:lnTo>
                  <a:lnTo>
                    <a:pt x="20963" y="803272"/>
                  </a:lnTo>
                  <a:lnTo>
                    <a:pt x="13511" y="767551"/>
                  </a:lnTo>
                  <a:lnTo>
                    <a:pt x="7711" y="731918"/>
                  </a:lnTo>
                  <a:lnTo>
                    <a:pt x="3542" y="696447"/>
                  </a:lnTo>
                  <a:lnTo>
                    <a:pt x="980" y="661212"/>
                  </a:lnTo>
                  <a:lnTo>
                    <a:pt x="0" y="626283"/>
                  </a:lnTo>
                  <a:lnTo>
                    <a:pt x="570" y="591731"/>
                  </a:lnTo>
                  <a:lnTo>
                    <a:pt x="2658" y="557624"/>
                  </a:lnTo>
                  <a:lnTo>
                    <a:pt x="6229" y="524028"/>
                  </a:lnTo>
                  <a:lnTo>
                    <a:pt x="11242" y="491005"/>
                  </a:lnTo>
                  <a:lnTo>
                    <a:pt x="17658" y="458618"/>
                  </a:lnTo>
                  <a:lnTo>
                    <a:pt x="25431" y="426924"/>
                  </a:lnTo>
                  <a:lnTo>
                    <a:pt x="34516" y="395981"/>
                  </a:lnTo>
                  <a:lnTo>
                    <a:pt x="67061" y="371846"/>
                  </a:lnTo>
                  <a:lnTo>
                    <a:pt x="100355" y="349932"/>
                  </a:lnTo>
                  <a:lnTo>
                    <a:pt x="134284" y="330261"/>
                  </a:lnTo>
                  <a:lnTo>
                    <a:pt x="168734" y="312848"/>
                  </a:lnTo>
                  <a:lnTo>
                    <a:pt x="203590" y="297707"/>
                  </a:lnTo>
                  <a:lnTo>
                    <a:pt x="238738" y="284842"/>
                  </a:lnTo>
                  <a:lnTo>
                    <a:pt x="274064" y="274255"/>
                  </a:lnTo>
                  <a:lnTo>
                    <a:pt x="309452" y="265941"/>
                  </a:lnTo>
                  <a:lnTo>
                    <a:pt x="344789" y="259892"/>
                  </a:lnTo>
                  <a:lnTo>
                    <a:pt x="379963" y="256093"/>
                  </a:lnTo>
                  <a:lnTo>
                    <a:pt x="414861" y="254525"/>
                  </a:lnTo>
                  <a:lnTo>
                    <a:pt x="449372" y="255162"/>
                  </a:lnTo>
                  <a:lnTo>
                    <a:pt x="483387" y="257976"/>
                  </a:lnTo>
                  <a:lnTo>
                    <a:pt x="516798" y="262933"/>
                  </a:lnTo>
                  <a:lnTo>
                    <a:pt x="549499" y="269992"/>
                  </a:lnTo>
                  <a:lnTo>
                    <a:pt x="581386" y="279111"/>
                  </a:lnTo>
                  <a:lnTo>
                    <a:pt x="612357" y="290241"/>
                  </a:lnTo>
                  <a:lnTo>
                    <a:pt x="642313" y="303329"/>
                  </a:lnTo>
                  <a:lnTo>
                    <a:pt x="671156" y="318318"/>
                  </a:lnTo>
                  <a:lnTo>
                    <a:pt x="698793" y="335145"/>
                  </a:lnTo>
                  <a:lnTo>
                    <a:pt x="725133" y="353746"/>
                  </a:lnTo>
                  <a:lnTo>
                    <a:pt x="750087" y="374049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0840698" y="1513009"/>
              <a:ext cx="1882152" cy="1169552"/>
            </a:xfrm>
            <a:custGeom>
              <a:avLst/>
              <a:pathLst>
                <a:path w="1882152" h="1169552">
                  <a:moveTo>
                    <a:pt x="773570" y="395981"/>
                  </a:moveTo>
                  <a:lnTo>
                    <a:pt x="774776" y="366833"/>
                  </a:lnTo>
                  <a:lnTo>
                    <a:pt x="778389" y="337834"/>
                  </a:lnTo>
                  <a:lnTo>
                    <a:pt x="784396" y="309134"/>
                  </a:lnTo>
                  <a:lnTo>
                    <a:pt x="792777" y="280880"/>
                  </a:lnTo>
                  <a:lnTo>
                    <a:pt x="803504" y="253220"/>
                  </a:lnTo>
                  <a:lnTo>
                    <a:pt x="816540" y="226298"/>
                  </a:lnTo>
                  <a:lnTo>
                    <a:pt x="831840" y="200258"/>
                  </a:lnTo>
                  <a:lnTo>
                    <a:pt x="849350" y="175241"/>
                  </a:lnTo>
                  <a:lnTo>
                    <a:pt x="869013" y="151384"/>
                  </a:lnTo>
                  <a:lnTo>
                    <a:pt x="890758" y="128821"/>
                  </a:lnTo>
                  <a:lnTo>
                    <a:pt x="914511" y="107683"/>
                  </a:lnTo>
                  <a:lnTo>
                    <a:pt x="940189" y="88096"/>
                  </a:lnTo>
                  <a:lnTo>
                    <a:pt x="967704" y="70184"/>
                  </a:lnTo>
                  <a:lnTo>
                    <a:pt x="996957" y="54062"/>
                  </a:lnTo>
                  <a:lnTo>
                    <a:pt x="1027848" y="39843"/>
                  </a:lnTo>
                  <a:lnTo>
                    <a:pt x="1060267" y="27633"/>
                  </a:lnTo>
                  <a:lnTo>
                    <a:pt x="1094099" y="17534"/>
                  </a:lnTo>
                  <a:lnTo>
                    <a:pt x="1129223" y="9640"/>
                  </a:lnTo>
                  <a:lnTo>
                    <a:pt x="1165513" y="4038"/>
                  </a:lnTo>
                  <a:lnTo>
                    <a:pt x="1197693" y="1109"/>
                  </a:lnTo>
                  <a:lnTo>
                    <a:pt x="1230558" y="0"/>
                  </a:lnTo>
                  <a:lnTo>
                    <a:pt x="1264018" y="754"/>
                  </a:lnTo>
                  <a:lnTo>
                    <a:pt x="1297982" y="3412"/>
                  </a:lnTo>
                  <a:lnTo>
                    <a:pt x="1332355" y="8010"/>
                  </a:lnTo>
                  <a:lnTo>
                    <a:pt x="1367042" y="14580"/>
                  </a:lnTo>
                  <a:lnTo>
                    <a:pt x="1401945" y="23149"/>
                  </a:lnTo>
                  <a:lnTo>
                    <a:pt x="1436965" y="33740"/>
                  </a:lnTo>
                  <a:lnTo>
                    <a:pt x="1472001" y="46372"/>
                  </a:lnTo>
                  <a:lnTo>
                    <a:pt x="1506953" y="61057"/>
                  </a:lnTo>
                  <a:lnTo>
                    <a:pt x="1541717" y="77804"/>
                  </a:lnTo>
                  <a:lnTo>
                    <a:pt x="1576191" y="96619"/>
                  </a:lnTo>
                  <a:lnTo>
                    <a:pt x="1610270" y="117501"/>
                  </a:lnTo>
                  <a:lnTo>
                    <a:pt x="1643851" y="140444"/>
                  </a:lnTo>
                  <a:lnTo>
                    <a:pt x="1676829" y="165438"/>
                  </a:lnTo>
                  <a:lnTo>
                    <a:pt x="1709102" y="192469"/>
                  </a:lnTo>
                  <a:lnTo>
                    <a:pt x="1740564" y="221516"/>
                  </a:lnTo>
                  <a:lnTo>
                    <a:pt x="1771114" y="252556"/>
                  </a:lnTo>
                  <a:lnTo>
                    <a:pt x="1800648" y="285559"/>
                  </a:lnTo>
                  <a:lnTo>
                    <a:pt x="1829065" y="320491"/>
                  </a:lnTo>
                  <a:lnTo>
                    <a:pt x="1856266" y="357313"/>
                  </a:lnTo>
                  <a:lnTo>
                    <a:pt x="1882152" y="395981"/>
                  </a:lnTo>
                  <a:lnTo>
                    <a:pt x="1873052" y="435249"/>
                  </a:lnTo>
                  <a:lnTo>
                    <a:pt x="1862573" y="473868"/>
                  </a:lnTo>
                  <a:lnTo>
                    <a:pt x="1850749" y="511790"/>
                  </a:lnTo>
                  <a:lnTo>
                    <a:pt x="1837616" y="548968"/>
                  </a:lnTo>
                  <a:lnTo>
                    <a:pt x="1823213" y="585358"/>
                  </a:lnTo>
                  <a:lnTo>
                    <a:pt x="1807579" y="620916"/>
                  </a:lnTo>
                  <a:lnTo>
                    <a:pt x="1790754" y="655602"/>
                  </a:lnTo>
                  <a:lnTo>
                    <a:pt x="1772781" y="689376"/>
                  </a:lnTo>
                  <a:lnTo>
                    <a:pt x="1753704" y="722201"/>
                  </a:lnTo>
                  <a:lnTo>
                    <a:pt x="1733567" y="754041"/>
                  </a:lnTo>
                  <a:lnTo>
                    <a:pt x="1712416" y="784864"/>
                  </a:lnTo>
                  <a:lnTo>
                    <a:pt x="1690299" y="814637"/>
                  </a:lnTo>
                  <a:lnTo>
                    <a:pt x="1667262" y="843331"/>
                  </a:lnTo>
                  <a:lnTo>
                    <a:pt x="1643354" y="870919"/>
                  </a:lnTo>
                  <a:lnTo>
                    <a:pt x="1618626" y="897376"/>
                  </a:lnTo>
                  <a:lnTo>
                    <a:pt x="1593126" y="922678"/>
                  </a:lnTo>
                  <a:lnTo>
                    <a:pt x="1566906" y="946804"/>
                  </a:lnTo>
                  <a:lnTo>
                    <a:pt x="1540017" y="969736"/>
                  </a:lnTo>
                  <a:lnTo>
                    <a:pt x="1512511" y="991457"/>
                  </a:lnTo>
                  <a:lnTo>
                    <a:pt x="1484439" y="1011953"/>
                  </a:lnTo>
                  <a:lnTo>
                    <a:pt x="1455854" y="1031210"/>
                  </a:lnTo>
                  <a:lnTo>
                    <a:pt x="1426808" y="1049219"/>
                  </a:lnTo>
                  <a:lnTo>
                    <a:pt x="1392669" y="1068502"/>
                  </a:lnTo>
                  <a:lnTo>
                    <a:pt x="1358063" y="1086091"/>
                  </a:lnTo>
                  <a:lnTo>
                    <a:pt x="1323072" y="1101981"/>
                  </a:lnTo>
                  <a:lnTo>
                    <a:pt x="1287777" y="1116172"/>
                  </a:lnTo>
                  <a:lnTo>
                    <a:pt x="1252257" y="1128666"/>
                  </a:lnTo>
                  <a:lnTo>
                    <a:pt x="1216592" y="1139468"/>
                  </a:lnTo>
                  <a:lnTo>
                    <a:pt x="1180861" y="1148588"/>
                  </a:lnTo>
                  <a:lnTo>
                    <a:pt x="1145141" y="1156040"/>
                  </a:lnTo>
                  <a:lnTo>
                    <a:pt x="1109507" y="1161841"/>
                  </a:lnTo>
                  <a:lnTo>
                    <a:pt x="1074036" y="1166010"/>
                  </a:lnTo>
                  <a:lnTo>
                    <a:pt x="1038801" y="1168571"/>
                  </a:lnTo>
                  <a:lnTo>
                    <a:pt x="1003872" y="1169552"/>
                  </a:lnTo>
                  <a:lnTo>
                    <a:pt x="969321" y="1168982"/>
                  </a:lnTo>
                  <a:lnTo>
                    <a:pt x="935214" y="1166893"/>
                  </a:lnTo>
                  <a:lnTo>
                    <a:pt x="901617" y="1163323"/>
                  </a:lnTo>
                  <a:lnTo>
                    <a:pt x="868594" y="1158309"/>
                  </a:lnTo>
                  <a:lnTo>
                    <a:pt x="836207" y="1151894"/>
                  </a:lnTo>
                  <a:lnTo>
                    <a:pt x="804514" y="1144120"/>
                  </a:lnTo>
                  <a:lnTo>
                    <a:pt x="773570" y="1135035"/>
                  </a:lnTo>
                  <a:lnTo>
                    <a:pt x="742627" y="1144120"/>
                  </a:lnTo>
                  <a:lnTo>
                    <a:pt x="710934" y="1151894"/>
                  </a:lnTo>
                  <a:lnTo>
                    <a:pt x="678546" y="1158309"/>
                  </a:lnTo>
                  <a:lnTo>
                    <a:pt x="645524" y="1163323"/>
                  </a:lnTo>
                  <a:lnTo>
                    <a:pt x="611927" y="1166893"/>
                  </a:lnTo>
                  <a:lnTo>
                    <a:pt x="577820" y="1168982"/>
                  </a:lnTo>
                  <a:lnTo>
                    <a:pt x="543268" y="1169552"/>
                  </a:lnTo>
                  <a:lnTo>
                    <a:pt x="508340" y="1168571"/>
                  </a:lnTo>
                  <a:lnTo>
                    <a:pt x="473104" y="1166010"/>
                  </a:lnTo>
                  <a:lnTo>
                    <a:pt x="437633" y="1161841"/>
                  </a:lnTo>
                  <a:lnTo>
                    <a:pt x="402000" y="1156040"/>
                  </a:lnTo>
                  <a:lnTo>
                    <a:pt x="366280" y="1148588"/>
                  </a:lnTo>
                  <a:lnTo>
                    <a:pt x="330548" y="1139468"/>
                  </a:lnTo>
                  <a:lnTo>
                    <a:pt x="294884" y="1128666"/>
                  </a:lnTo>
                  <a:lnTo>
                    <a:pt x="259364" y="1116172"/>
                  </a:lnTo>
                  <a:lnTo>
                    <a:pt x="224068" y="1101981"/>
                  </a:lnTo>
                  <a:lnTo>
                    <a:pt x="189077" y="1086091"/>
                  </a:lnTo>
                  <a:lnTo>
                    <a:pt x="154472" y="1068502"/>
                  </a:lnTo>
                  <a:lnTo>
                    <a:pt x="120332" y="1049219"/>
                  </a:lnTo>
                  <a:lnTo>
                    <a:pt x="101050" y="1015080"/>
                  </a:lnTo>
                  <a:lnTo>
                    <a:pt x="83461" y="980474"/>
                  </a:lnTo>
                  <a:lnTo>
                    <a:pt x="67570" y="945483"/>
                  </a:lnTo>
                  <a:lnTo>
                    <a:pt x="53379" y="910188"/>
                  </a:lnTo>
                  <a:lnTo>
                    <a:pt x="40886" y="874668"/>
                  </a:lnTo>
                  <a:lnTo>
                    <a:pt x="30084" y="839003"/>
                  </a:lnTo>
                  <a:lnTo>
                    <a:pt x="20963" y="803272"/>
                  </a:lnTo>
                  <a:lnTo>
                    <a:pt x="13511" y="767551"/>
                  </a:lnTo>
                  <a:lnTo>
                    <a:pt x="7711" y="731918"/>
                  </a:lnTo>
                  <a:lnTo>
                    <a:pt x="3542" y="696447"/>
                  </a:lnTo>
                  <a:lnTo>
                    <a:pt x="980" y="661212"/>
                  </a:lnTo>
                  <a:lnTo>
                    <a:pt x="0" y="626283"/>
                  </a:lnTo>
                  <a:lnTo>
                    <a:pt x="570" y="591731"/>
                  </a:lnTo>
                  <a:lnTo>
                    <a:pt x="2658" y="557624"/>
                  </a:lnTo>
                  <a:lnTo>
                    <a:pt x="6229" y="524028"/>
                  </a:lnTo>
                  <a:lnTo>
                    <a:pt x="11242" y="491005"/>
                  </a:lnTo>
                  <a:lnTo>
                    <a:pt x="17658" y="458618"/>
                  </a:lnTo>
                  <a:lnTo>
                    <a:pt x="25431" y="426924"/>
                  </a:lnTo>
                  <a:lnTo>
                    <a:pt x="34516" y="395981"/>
                  </a:lnTo>
                  <a:lnTo>
                    <a:pt x="67061" y="371846"/>
                  </a:lnTo>
                  <a:lnTo>
                    <a:pt x="100355" y="349932"/>
                  </a:lnTo>
                  <a:lnTo>
                    <a:pt x="134284" y="330261"/>
                  </a:lnTo>
                  <a:lnTo>
                    <a:pt x="168734" y="312848"/>
                  </a:lnTo>
                  <a:lnTo>
                    <a:pt x="203590" y="297707"/>
                  </a:lnTo>
                  <a:lnTo>
                    <a:pt x="238738" y="284842"/>
                  </a:lnTo>
                  <a:lnTo>
                    <a:pt x="274064" y="274255"/>
                  </a:lnTo>
                  <a:lnTo>
                    <a:pt x="309452" y="265941"/>
                  </a:lnTo>
                  <a:lnTo>
                    <a:pt x="344789" y="259892"/>
                  </a:lnTo>
                  <a:lnTo>
                    <a:pt x="379963" y="256093"/>
                  </a:lnTo>
                  <a:lnTo>
                    <a:pt x="414861" y="254525"/>
                  </a:lnTo>
                  <a:lnTo>
                    <a:pt x="449372" y="255162"/>
                  </a:lnTo>
                  <a:lnTo>
                    <a:pt x="483387" y="257976"/>
                  </a:lnTo>
                  <a:lnTo>
                    <a:pt x="516798" y="262933"/>
                  </a:lnTo>
                  <a:lnTo>
                    <a:pt x="549499" y="269992"/>
                  </a:lnTo>
                  <a:lnTo>
                    <a:pt x="581386" y="279111"/>
                  </a:lnTo>
                  <a:lnTo>
                    <a:pt x="612357" y="290241"/>
                  </a:lnTo>
                  <a:lnTo>
                    <a:pt x="642313" y="303329"/>
                  </a:lnTo>
                  <a:lnTo>
                    <a:pt x="671156" y="318318"/>
                  </a:lnTo>
                  <a:lnTo>
                    <a:pt x="698793" y="335145"/>
                  </a:lnTo>
                  <a:lnTo>
                    <a:pt x="725133" y="353746"/>
                  </a:lnTo>
                  <a:lnTo>
                    <a:pt x="750087" y="374049"/>
                  </a:lnTo>
                  <a:lnTo>
                    <a:pt x="773570" y="395981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158266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1974610" y="1485447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2691249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2235905" y="2530628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1582667" y="2616444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0929429" y="2530628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0843613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158266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1614268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1614268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1614268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1614268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1614268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0830383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505687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830383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11482229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2262007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2753340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252909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1473131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0480206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245042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489304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9987969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9938500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9589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69589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97588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1055422" y="3572944"/>
              <a:ext cx="157541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 (n=23)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457405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843132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843132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843132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843132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843132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61261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95978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61261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288911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34690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96135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734551" y="4473591"/>
              <a:ext cx="1995446" cy="1529465"/>
            </a:xfrm>
            <a:custGeom>
              <a:avLst/>
              <a:pathLst>
                <a:path w="1995446" h="1529465">
                  <a:moveTo>
                    <a:pt x="1108581" y="562169"/>
                  </a:moveTo>
                  <a:lnTo>
                    <a:pt x="1120820" y="534755"/>
                  </a:lnTo>
                  <a:lnTo>
                    <a:pt x="1135746" y="508074"/>
                  </a:lnTo>
                  <a:lnTo>
                    <a:pt x="1153313" y="482325"/>
                  </a:lnTo>
                  <a:lnTo>
                    <a:pt x="1173463" y="457701"/>
                  </a:lnTo>
                  <a:lnTo>
                    <a:pt x="1196124" y="434393"/>
                  </a:lnTo>
                  <a:lnTo>
                    <a:pt x="1221212" y="412589"/>
                  </a:lnTo>
                  <a:lnTo>
                    <a:pt x="1248632" y="392468"/>
                  </a:lnTo>
                  <a:lnTo>
                    <a:pt x="1278275" y="374207"/>
                  </a:lnTo>
                  <a:lnTo>
                    <a:pt x="1310022" y="357973"/>
                  </a:lnTo>
                  <a:lnTo>
                    <a:pt x="1343743" y="343928"/>
                  </a:lnTo>
                  <a:lnTo>
                    <a:pt x="1379295" y="332225"/>
                  </a:lnTo>
                  <a:lnTo>
                    <a:pt x="1416528" y="323009"/>
                  </a:lnTo>
                  <a:lnTo>
                    <a:pt x="1455281" y="316414"/>
                  </a:lnTo>
                  <a:lnTo>
                    <a:pt x="1495383" y="312565"/>
                  </a:lnTo>
                  <a:lnTo>
                    <a:pt x="1536656" y="311577"/>
                  </a:lnTo>
                  <a:lnTo>
                    <a:pt x="1578912" y="313554"/>
                  </a:lnTo>
                  <a:lnTo>
                    <a:pt x="1608062" y="326195"/>
                  </a:lnTo>
                  <a:lnTo>
                    <a:pt x="1636986" y="340500"/>
                  </a:lnTo>
                  <a:lnTo>
                    <a:pt x="1665595" y="356473"/>
                  </a:lnTo>
                  <a:lnTo>
                    <a:pt x="1693799" y="374111"/>
                  </a:lnTo>
                  <a:lnTo>
                    <a:pt x="1721504" y="393410"/>
                  </a:lnTo>
                  <a:lnTo>
                    <a:pt x="1748621" y="414358"/>
                  </a:lnTo>
                  <a:lnTo>
                    <a:pt x="1775056" y="436940"/>
                  </a:lnTo>
                  <a:lnTo>
                    <a:pt x="1800719" y="461136"/>
                  </a:lnTo>
                  <a:lnTo>
                    <a:pt x="1825518" y="486920"/>
                  </a:lnTo>
                  <a:lnTo>
                    <a:pt x="1849364" y="514262"/>
                  </a:lnTo>
                  <a:lnTo>
                    <a:pt x="1872167" y="543127"/>
                  </a:lnTo>
                  <a:lnTo>
                    <a:pt x="1893840" y="573475"/>
                  </a:lnTo>
                  <a:lnTo>
                    <a:pt x="1914296" y="605262"/>
                  </a:lnTo>
                  <a:lnTo>
                    <a:pt x="1933451" y="638438"/>
                  </a:lnTo>
                  <a:lnTo>
                    <a:pt x="1951222" y="672949"/>
                  </a:lnTo>
                  <a:lnTo>
                    <a:pt x="1967530" y="708737"/>
                  </a:lnTo>
                  <a:lnTo>
                    <a:pt x="1982296" y="745738"/>
                  </a:lnTo>
                  <a:lnTo>
                    <a:pt x="1995446" y="783885"/>
                  </a:lnTo>
                  <a:lnTo>
                    <a:pt x="1969990" y="821495"/>
                  </a:lnTo>
                  <a:lnTo>
                    <a:pt x="1942988" y="856886"/>
                  </a:lnTo>
                  <a:lnTo>
                    <a:pt x="1914586" y="889997"/>
                  </a:lnTo>
                  <a:lnTo>
                    <a:pt x="1884929" y="920776"/>
                  </a:lnTo>
                  <a:lnTo>
                    <a:pt x="1854168" y="949178"/>
                  </a:lnTo>
                  <a:lnTo>
                    <a:pt x="1822452" y="975166"/>
                  </a:lnTo>
                  <a:lnTo>
                    <a:pt x="1789934" y="998715"/>
                  </a:lnTo>
                  <a:lnTo>
                    <a:pt x="1756766" y="1019805"/>
                  </a:lnTo>
                  <a:lnTo>
                    <a:pt x="1723098" y="1038426"/>
                  </a:lnTo>
                  <a:lnTo>
                    <a:pt x="1689083" y="1054578"/>
                  </a:lnTo>
                  <a:lnTo>
                    <a:pt x="1654872" y="1068266"/>
                  </a:lnTo>
                  <a:lnTo>
                    <a:pt x="1620613" y="1079507"/>
                  </a:lnTo>
                  <a:lnTo>
                    <a:pt x="1586453" y="1088323"/>
                  </a:lnTo>
                  <a:lnTo>
                    <a:pt x="1552539" y="1094748"/>
                  </a:lnTo>
                  <a:lnTo>
                    <a:pt x="1519013" y="1098820"/>
                  </a:lnTo>
                  <a:lnTo>
                    <a:pt x="1486013" y="1100588"/>
                  </a:lnTo>
                  <a:lnTo>
                    <a:pt x="1453677" y="1100107"/>
                  </a:lnTo>
                  <a:lnTo>
                    <a:pt x="1422135" y="1097439"/>
                  </a:lnTo>
                  <a:lnTo>
                    <a:pt x="1387760" y="1091912"/>
                  </a:lnTo>
                  <a:lnTo>
                    <a:pt x="1354728" y="1083816"/>
                  </a:lnTo>
                  <a:lnTo>
                    <a:pt x="1323205" y="1073272"/>
                  </a:lnTo>
                  <a:lnTo>
                    <a:pt x="1293349" y="1060410"/>
                  </a:lnTo>
                  <a:lnTo>
                    <a:pt x="1265310" y="1045372"/>
                  </a:lnTo>
                  <a:lnTo>
                    <a:pt x="1239226" y="1028305"/>
                  </a:lnTo>
                  <a:lnTo>
                    <a:pt x="1215226" y="1009368"/>
                  </a:lnTo>
                  <a:lnTo>
                    <a:pt x="1193428" y="988724"/>
                  </a:lnTo>
                  <a:lnTo>
                    <a:pt x="1173938" y="966546"/>
                  </a:lnTo>
                  <a:lnTo>
                    <a:pt x="1156852" y="943012"/>
                  </a:lnTo>
                  <a:lnTo>
                    <a:pt x="1142251" y="918305"/>
                  </a:lnTo>
                  <a:lnTo>
                    <a:pt x="1130208" y="892613"/>
                  </a:lnTo>
                  <a:lnTo>
                    <a:pt x="1120781" y="866129"/>
                  </a:lnTo>
                  <a:lnTo>
                    <a:pt x="1114014" y="839047"/>
                  </a:lnTo>
                  <a:lnTo>
                    <a:pt x="1109941" y="811566"/>
                  </a:lnTo>
                  <a:lnTo>
                    <a:pt x="1108581" y="783885"/>
                  </a:lnTo>
                  <a:lnTo>
                    <a:pt x="1107502" y="814100"/>
                  </a:lnTo>
                  <a:lnTo>
                    <a:pt x="1104267" y="844199"/>
                  </a:lnTo>
                  <a:lnTo>
                    <a:pt x="1098885" y="874067"/>
                  </a:lnTo>
                  <a:lnTo>
                    <a:pt x="1091370" y="903590"/>
                  </a:lnTo>
                  <a:lnTo>
                    <a:pt x="1081740" y="932653"/>
                  </a:lnTo>
                  <a:lnTo>
                    <a:pt x="1070021" y="961143"/>
                  </a:lnTo>
                  <a:lnTo>
                    <a:pt x="1056241" y="988949"/>
                  </a:lnTo>
                  <a:lnTo>
                    <a:pt x="1040438" y="1015960"/>
                  </a:lnTo>
                  <a:lnTo>
                    <a:pt x="1022650" y="1042066"/>
                  </a:lnTo>
                  <a:lnTo>
                    <a:pt x="1002924" y="1067163"/>
                  </a:lnTo>
                  <a:lnTo>
                    <a:pt x="981310" y="1091144"/>
                  </a:lnTo>
                  <a:lnTo>
                    <a:pt x="957865" y="1113907"/>
                  </a:lnTo>
                  <a:lnTo>
                    <a:pt x="932648" y="1135353"/>
                  </a:lnTo>
                  <a:lnTo>
                    <a:pt x="905726" y="1155386"/>
                  </a:lnTo>
                  <a:lnTo>
                    <a:pt x="877168" y="1173910"/>
                  </a:lnTo>
                  <a:lnTo>
                    <a:pt x="847049" y="1190837"/>
                  </a:lnTo>
                  <a:lnTo>
                    <a:pt x="815447" y="1206078"/>
                  </a:lnTo>
                  <a:lnTo>
                    <a:pt x="782446" y="1219550"/>
                  </a:lnTo>
                  <a:lnTo>
                    <a:pt x="748133" y="1231173"/>
                  </a:lnTo>
                  <a:lnTo>
                    <a:pt x="712599" y="1240872"/>
                  </a:lnTo>
                  <a:lnTo>
                    <a:pt x="675939" y="1248576"/>
                  </a:lnTo>
                  <a:lnTo>
                    <a:pt x="638250" y="1254216"/>
                  </a:lnTo>
                  <a:lnTo>
                    <a:pt x="605513" y="1250663"/>
                  </a:lnTo>
                  <a:lnTo>
                    <a:pt x="572406" y="1245300"/>
                  </a:lnTo>
                  <a:lnTo>
                    <a:pt x="539020" y="1238095"/>
                  </a:lnTo>
                  <a:lnTo>
                    <a:pt x="505445" y="1229020"/>
                  </a:lnTo>
                  <a:lnTo>
                    <a:pt x="471776" y="1218051"/>
                  </a:lnTo>
                  <a:lnTo>
                    <a:pt x="438108" y="1205171"/>
                  </a:lnTo>
                  <a:lnTo>
                    <a:pt x="404537" y="1190365"/>
                  </a:lnTo>
                  <a:lnTo>
                    <a:pt x="371162" y="1173622"/>
                  </a:lnTo>
                  <a:lnTo>
                    <a:pt x="338080" y="1154939"/>
                  </a:lnTo>
                  <a:lnTo>
                    <a:pt x="305391" y="1134313"/>
                  </a:lnTo>
                  <a:lnTo>
                    <a:pt x="273193" y="1111750"/>
                  </a:lnTo>
                  <a:lnTo>
                    <a:pt x="241587" y="1087259"/>
                  </a:lnTo>
                  <a:lnTo>
                    <a:pt x="210672" y="1060853"/>
                  </a:lnTo>
                  <a:lnTo>
                    <a:pt x="180548" y="1032551"/>
                  </a:lnTo>
                  <a:lnTo>
                    <a:pt x="151312" y="1002375"/>
                  </a:lnTo>
                  <a:lnTo>
                    <a:pt x="123065" y="970355"/>
                  </a:lnTo>
                  <a:lnTo>
                    <a:pt x="95901" y="936522"/>
                  </a:lnTo>
                  <a:lnTo>
                    <a:pt x="69919" y="900914"/>
                  </a:lnTo>
                  <a:lnTo>
                    <a:pt x="45213" y="863573"/>
                  </a:lnTo>
                  <a:lnTo>
                    <a:pt x="21876" y="824547"/>
                  </a:lnTo>
                  <a:lnTo>
                    <a:pt x="0" y="783885"/>
                  </a:lnTo>
                  <a:lnTo>
                    <a:pt x="646" y="746037"/>
                  </a:lnTo>
                  <a:lnTo>
                    <a:pt x="2584" y="708233"/>
                  </a:lnTo>
                  <a:lnTo>
                    <a:pt x="5811" y="670517"/>
                  </a:lnTo>
                  <a:lnTo>
                    <a:pt x="10325" y="632933"/>
                  </a:lnTo>
                  <a:lnTo>
                    <a:pt x="16119" y="595525"/>
                  </a:lnTo>
                  <a:lnTo>
                    <a:pt x="23186" y="558337"/>
                  </a:lnTo>
                  <a:lnTo>
                    <a:pt x="31520" y="521412"/>
                  </a:lnTo>
                  <a:lnTo>
                    <a:pt x="41109" y="484793"/>
                  </a:lnTo>
                  <a:lnTo>
                    <a:pt x="51942" y="448523"/>
                  </a:lnTo>
                  <a:lnTo>
                    <a:pt x="64008" y="412644"/>
                  </a:lnTo>
                  <a:lnTo>
                    <a:pt x="77292" y="377197"/>
                  </a:lnTo>
                  <a:lnTo>
                    <a:pt x="91778" y="342225"/>
                  </a:lnTo>
                  <a:lnTo>
                    <a:pt x="107449" y="307768"/>
                  </a:lnTo>
                  <a:lnTo>
                    <a:pt x="124288" y="273865"/>
                  </a:lnTo>
                  <a:lnTo>
                    <a:pt x="142274" y="240558"/>
                  </a:lnTo>
                  <a:lnTo>
                    <a:pt x="161387" y="207884"/>
                  </a:lnTo>
                  <a:lnTo>
                    <a:pt x="181605" y="175881"/>
                  </a:lnTo>
                  <a:lnTo>
                    <a:pt x="202903" y="144588"/>
                  </a:lnTo>
                  <a:lnTo>
                    <a:pt x="225258" y="114040"/>
                  </a:lnTo>
                  <a:lnTo>
                    <a:pt x="248642" y="84273"/>
                  </a:lnTo>
                  <a:lnTo>
                    <a:pt x="273029" y="55321"/>
                  </a:lnTo>
                  <a:lnTo>
                    <a:pt x="298390" y="27219"/>
                  </a:lnTo>
                  <a:lnTo>
                    <a:pt x="324695" y="0"/>
                  </a:lnTo>
                  <a:lnTo>
                    <a:pt x="291625" y="46845"/>
                  </a:lnTo>
                  <a:lnTo>
                    <a:pt x="261281" y="95004"/>
                  </a:lnTo>
                  <a:lnTo>
                    <a:pt x="233710" y="144321"/>
                  </a:lnTo>
                  <a:lnTo>
                    <a:pt x="208951" y="194639"/>
                  </a:lnTo>
                  <a:lnTo>
                    <a:pt x="187033" y="245799"/>
                  </a:lnTo>
                  <a:lnTo>
                    <a:pt x="167977" y="297645"/>
                  </a:lnTo>
                  <a:lnTo>
                    <a:pt x="151794" y="350018"/>
                  </a:lnTo>
                  <a:lnTo>
                    <a:pt x="138489" y="402760"/>
                  </a:lnTo>
                  <a:lnTo>
                    <a:pt x="128055" y="455717"/>
                  </a:lnTo>
                  <a:lnTo>
                    <a:pt x="120479" y="508732"/>
                  </a:lnTo>
                  <a:lnTo>
                    <a:pt x="115740" y="561653"/>
                  </a:lnTo>
                  <a:lnTo>
                    <a:pt x="113808" y="614329"/>
                  </a:lnTo>
                  <a:lnTo>
                    <a:pt x="114644" y="666615"/>
                  </a:lnTo>
                  <a:lnTo>
                    <a:pt x="118203" y="718364"/>
                  </a:lnTo>
                  <a:lnTo>
                    <a:pt x="124432" y="769436"/>
                  </a:lnTo>
                  <a:lnTo>
                    <a:pt x="133272" y="819696"/>
                  </a:lnTo>
                  <a:lnTo>
                    <a:pt x="144655" y="869010"/>
                  </a:lnTo>
                  <a:lnTo>
                    <a:pt x="158507" y="917251"/>
                  </a:lnTo>
                  <a:lnTo>
                    <a:pt x="174748" y="964297"/>
                  </a:lnTo>
                  <a:lnTo>
                    <a:pt x="193293" y="1010031"/>
                  </a:lnTo>
                  <a:lnTo>
                    <a:pt x="214049" y="1054342"/>
                  </a:lnTo>
                  <a:lnTo>
                    <a:pt x="236920" y="1097124"/>
                  </a:lnTo>
                  <a:lnTo>
                    <a:pt x="261804" y="1138278"/>
                  </a:lnTo>
                  <a:lnTo>
                    <a:pt x="288594" y="1177711"/>
                  </a:lnTo>
                  <a:lnTo>
                    <a:pt x="317179" y="1215338"/>
                  </a:lnTo>
                  <a:lnTo>
                    <a:pt x="347446" y="1251077"/>
                  </a:lnTo>
                  <a:lnTo>
                    <a:pt x="379277" y="1284859"/>
                  </a:lnTo>
                  <a:lnTo>
                    <a:pt x="412551" y="1316616"/>
                  </a:lnTo>
                  <a:lnTo>
                    <a:pt x="447144" y="1346291"/>
                  </a:lnTo>
                  <a:lnTo>
                    <a:pt x="482932" y="1373833"/>
                  </a:lnTo>
                  <a:lnTo>
                    <a:pt x="519787" y="1399198"/>
                  </a:lnTo>
                  <a:lnTo>
                    <a:pt x="557581" y="1422351"/>
                  </a:lnTo>
                  <a:lnTo>
                    <a:pt x="596184" y="1443262"/>
                  </a:lnTo>
                  <a:lnTo>
                    <a:pt x="635468" y="1461911"/>
                  </a:lnTo>
                  <a:lnTo>
                    <a:pt x="675303" y="1478283"/>
                  </a:lnTo>
                  <a:lnTo>
                    <a:pt x="715558" y="1492371"/>
                  </a:lnTo>
                  <a:lnTo>
                    <a:pt x="756107" y="1504176"/>
                  </a:lnTo>
                  <a:lnTo>
                    <a:pt x="796821" y="1513706"/>
                  </a:lnTo>
                  <a:lnTo>
                    <a:pt x="837576" y="1520975"/>
                  </a:lnTo>
                  <a:lnTo>
                    <a:pt x="878246" y="1526005"/>
                  </a:lnTo>
                  <a:lnTo>
                    <a:pt x="918711" y="1528823"/>
                  </a:lnTo>
                  <a:lnTo>
                    <a:pt x="958853" y="1529465"/>
                  </a:lnTo>
                  <a:lnTo>
                    <a:pt x="998555" y="1527972"/>
                  </a:lnTo>
                  <a:lnTo>
                    <a:pt x="1037705" y="1524390"/>
                  </a:lnTo>
                  <a:lnTo>
                    <a:pt x="1076195" y="1518772"/>
                  </a:lnTo>
                  <a:lnTo>
                    <a:pt x="1113919" y="1511178"/>
                  </a:lnTo>
                  <a:lnTo>
                    <a:pt x="1150779" y="1501669"/>
                  </a:lnTo>
                  <a:lnTo>
                    <a:pt x="1186677" y="1490317"/>
                  </a:lnTo>
                  <a:lnTo>
                    <a:pt x="1221522" y="1477193"/>
                  </a:lnTo>
                  <a:lnTo>
                    <a:pt x="1255230" y="1462376"/>
                  </a:lnTo>
                  <a:lnTo>
                    <a:pt x="1287718" y="1445948"/>
                  </a:lnTo>
                  <a:lnTo>
                    <a:pt x="1318911" y="1427995"/>
                  </a:lnTo>
                  <a:lnTo>
                    <a:pt x="1348740" y="1408606"/>
                  </a:lnTo>
                  <a:lnTo>
                    <a:pt x="1377140" y="1387874"/>
                  </a:lnTo>
                  <a:lnTo>
                    <a:pt x="1404054" y="1365894"/>
                  </a:lnTo>
                  <a:lnTo>
                    <a:pt x="1429428" y="1342762"/>
                  </a:lnTo>
                  <a:lnTo>
                    <a:pt x="1453218" y="1318580"/>
                  </a:lnTo>
                  <a:lnTo>
                    <a:pt x="1475382" y="1293447"/>
                  </a:lnTo>
                  <a:lnTo>
                    <a:pt x="1495887" y="1267467"/>
                  </a:lnTo>
                  <a:lnTo>
                    <a:pt x="1514705" y="1240743"/>
                  </a:lnTo>
                  <a:lnTo>
                    <a:pt x="1531815" y="1213378"/>
                  </a:lnTo>
                  <a:lnTo>
                    <a:pt x="1547201" y="1185478"/>
                  </a:lnTo>
                  <a:lnTo>
                    <a:pt x="1560855" y="1157145"/>
                  </a:lnTo>
                  <a:lnTo>
                    <a:pt x="1572773" y="1128484"/>
                  </a:lnTo>
                  <a:lnTo>
                    <a:pt x="1582959" y="1099596"/>
                  </a:lnTo>
                  <a:lnTo>
                    <a:pt x="1591420" y="1070585"/>
                  </a:lnTo>
                  <a:lnTo>
                    <a:pt x="1598173" y="1041548"/>
                  </a:lnTo>
                  <a:lnTo>
                    <a:pt x="1603237" y="1012585"/>
                  </a:lnTo>
                  <a:lnTo>
                    <a:pt x="1606638" y="983791"/>
                  </a:lnTo>
                  <a:lnTo>
                    <a:pt x="1608407" y="955260"/>
                  </a:lnTo>
                  <a:lnTo>
                    <a:pt x="1608581" y="927081"/>
                  </a:lnTo>
                  <a:lnTo>
                    <a:pt x="1607200" y="899343"/>
                  </a:lnTo>
                  <a:lnTo>
                    <a:pt x="1604312" y="872130"/>
                  </a:lnTo>
                  <a:lnTo>
                    <a:pt x="1599966" y="845522"/>
                  </a:lnTo>
                  <a:lnTo>
                    <a:pt x="1594217" y="819596"/>
                  </a:lnTo>
                  <a:lnTo>
                    <a:pt x="1587123" y="794424"/>
                  </a:lnTo>
                  <a:lnTo>
                    <a:pt x="1578748" y="770077"/>
                  </a:lnTo>
                  <a:lnTo>
                    <a:pt x="1569157" y="746616"/>
                  </a:lnTo>
                  <a:lnTo>
                    <a:pt x="1558419" y="724103"/>
                  </a:lnTo>
                  <a:lnTo>
                    <a:pt x="1546606" y="702591"/>
                  </a:lnTo>
                  <a:lnTo>
                    <a:pt x="1533792" y="682131"/>
                  </a:lnTo>
                  <a:lnTo>
                    <a:pt x="1520053" y="662767"/>
                  </a:lnTo>
                  <a:lnTo>
                    <a:pt x="1505469" y="644540"/>
                  </a:lnTo>
                  <a:lnTo>
                    <a:pt x="1490120" y="627484"/>
                  </a:lnTo>
                  <a:lnTo>
                    <a:pt x="1474086" y="611629"/>
                  </a:lnTo>
                  <a:lnTo>
                    <a:pt x="1457451" y="596998"/>
                  </a:lnTo>
                  <a:lnTo>
                    <a:pt x="1440297" y="583611"/>
                  </a:lnTo>
                  <a:lnTo>
                    <a:pt x="1422707" y="571482"/>
                  </a:lnTo>
                  <a:lnTo>
                    <a:pt x="1404765" y="560618"/>
                  </a:lnTo>
                  <a:lnTo>
                    <a:pt x="1386554" y="551024"/>
                  </a:lnTo>
                  <a:lnTo>
                    <a:pt x="1368156" y="542697"/>
                  </a:lnTo>
                  <a:lnTo>
                    <a:pt x="1349652" y="535630"/>
                  </a:lnTo>
                  <a:lnTo>
                    <a:pt x="1331123" y="529811"/>
                  </a:lnTo>
                  <a:lnTo>
                    <a:pt x="1312646" y="525224"/>
                  </a:lnTo>
                  <a:lnTo>
                    <a:pt x="1294300" y="521847"/>
                  </a:lnTo>
                  <a:lnTo>
                    <a:pt x="1276158" y="519655"/>
                  </a:lnTo>
                  <a:lnTo>
                    <a:pt x="1258292" y="518615"/>
                  </a:lnTo>
                  <a:lnTo>
                    <a:pt x="1240773" y="518694"/>
                  </a:lnTo>
                  <a:lnTo>
                    <a:pt x="1223667" y="519853"/>
                  </a:lnTo>
                  <a:lnTo>
                    <a:pt x="1207038" y="522049"/>
                  </a:lnTo>
                  <a:lnTo>
                    <a:pt x="1190945" y="525235"/>
                  </a:lnTo>
                  <a:lnTo>
                    <a:pt x="1175447" y="529363"/>
                  </a:lnTo>
                  <a:lnTo>
                    <a:pt x="1160595" y="534379"/>
                  </a:lnTo>
                  <a:lnTo>
                    <a:pt x="1146440" y="540227"/>
                  </a:lnTo>
                  <a:lnTo>
                    <a:pt x="1133025" y="546849"/>
                  </a:lnTo>
                  <a:lnTo>
                    <a:pt x="1120394" y="554184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34551" y="4473591"/>
              <a:ext cx="1995446" cy="1254216"/>
            </a:xfrm>
            <a:custGeom>
              <a:avLst/>
              <a:pathLst>
                <a:path w="1995446" h="1254216">
                  <a:moveTo>
                    <a:pt x="1108581" y="562169"/>
                  </a:moveTo>
                  <a:lnTo>
                    <a:pt x="1120820" y="534755"/>
                  </a:lnTo>
                  <a:lnTo>
                    <a:pt x="1135746" y="508074"/>
                  </a:lnTo>
                  <a:lnTo>
                    <a:pt x="1153313" y="482325"/>
                  </a:lnTo>
                  <a:lnTo>
                    <a:pt x="1173463" y="457701"/>
                  </a:lnTo>
                  <a:lnTo>
                    <a:pt x="1196124" y="434393"/>
                  </a:lnTo>
                  <a:lnTo>
                    <a:pt x="1221212" y="412589"/>
                  </a:lnTo>
                  <a:lnTo>
                    <a:pt x="1248632" y="392468"/>
                  </a:lnTo>
                  <a:lnTo>
                    <a:pt x="1278275" y="374207"/>
                  </a:lnTo>
                  <a:lnTo>
                    <a:pt x="1310022" y="357973"/>
                  </a:lnTo>
                  <a:lnTo>
                    <a:pt x="1343743" y="343928"/>
                  </a:lnTo>
                  <a:lnTo>
                    <a:pt x="1379295" y="332225"/>
                  </a:lnTo>
                  <a:lnTo>
                    <a:pt x="1416528" y="323009"/>
                  </a:lnTo>
                  <a:lnTo>
                    <a:pt x="1455281" y="316414"/>
                  </a:lnTo>
                  <a:lnTo>
                    <a:pt x="1495383" y="312565"/>
                  </a:lnTo>
                  <a:lnTo>
                    <a:pt x="1536656" y="311577"/>
                  </a:lnTo>
                  <a:lnTo>
                    <a:pt x="1578912" y="313554"/>
                  </a:lnTo>
                  <a:lnTo>
                    <a:pt x="1608062" y="326195"/>
                  </a:lnTo>
                  <a:lnTo>
                    <a:pt x="1636986" y="340500"/>
                  </a:lnTo>
                  <a:lnTo>
                    <a:pt x="1665595" y="356473"/>
                  </a:lnTo>
                  <a:lnTo>
                    <a:pt x="1693799" y="374111"/>
                  </a:lnTo>
                  <a:lnTo>
                    <a:pt x="1721504" y="393410"/>
                  </a:lnTo>
                  <a:lnTo>
                    <a:pt x="1748621" y="414358"/>
                  </a:lnTo>
                  <a:lnTo>
                    <a:pt x="1775056" y="436940"/>
                  </a:lnTo>
                  <a:lnTo>
                    <a:pt x="1800719" y="461136"/>
                  </a:lnTo>
                  <a:lnTo>
                    <a:pt x="1825518" y="486920"/>
                  </a:lnTo>
                  <a:lnTo>
                    <a:pt x="1849364" y="514262"/>
                  </a:lnTo>
                  <a:lnTo>
                    <a:pt x="1872167" y="543127"/>
                  </a:lnTo>
                  <a:lnTo>
                    <a:pt x="1893840" y="573475"/>
                  </a:lnTo>
                  <a:lnTo>
                    <a:pt x="1914296" y="605262"/>
                  </a:lnTo>
                  <a:lnTo>
                    <a:pt x="1933451" y="638438"/>
                  </a:lnTo>
                  <a:lnTo>
                    <a:pt x="1951222" y="672949"/>
                  </a:lnTo>
                  <a:lnTo>
                    <a:pt x="1967530" y="708737"/>
                  </a:lnTo>
                  <a:lnTo>
                    <a:pt x="1982296" y="745738"/>
                  </a:lnTo>
                  <a:lnTo>
                    <a:pt x="1995446" y="783885"/>
                  </a:lnTo>
                  <a:lnTo>
                    <a:pt x="1969990" y="821495"/>
                  </a:lnTo>
                  <a:lnTo>
                    <a:pt x="1942988" y="856886"/>
                  </a:lnTo>
                  <a:lnTo>
                    <a:pt x="1914586" y="889997"/>
                  </a:lnTo>
                  <a:lnTo>
                    <a:pt x="1884929" y="920776"/>
                  </a:lnTo>
                  <a:lnTo>
                    <a:pt x="1854168" y="949178"/>
                  </a:lnTo>
                  <a:lnTo>
                    <a:pt x="1822452" y="975166"/>
                  </a:lnTo>
                  <a:lnTo>
                    <a:pt x="1789934" y="998715"/>
                  </a:lnTo>
                  <a:lnTo>
                    <a:pt x="1756766" y="1019805"/>
                  </a:lnTo>
                  <a:lnTo>
                    <a:pt x="1723098" y="1038426"/>
                  </a:lnTo>
                  <a:lnTo>
                    <a:pt x="1689083" y="1054578"/>
                  </a:lnTo>
                  <a:lnTo>
                    <a:pt x="1654872" y="1068266"/>
                  </a:lnTo>
                  <a:lnTo>
                    <a:pt x="1620613" y="1079507"/>
                  </a:lnTo>
                  <a:lnTo>
                    <a:pt x="1586453" y="1088323"/>
                  </a:lnTo>
                  <a:lnTo>
                    <a:pt x="1552539" y="1094748"/>
                  </a:lnTo>
                  <a:lnTo>
                    <a:pt x="1519013" y="1098820"/>
                  </a:lnTo>
                  <a:lnTo>
                    <a:pt x="1486013" y="1100588"/>
                  </a:lnTo>
                  <a:lnTo>
                    <a:pt x="1453677" y="1100107"/>
                  </a:lnTo>
                  <a:lnTo>
                    <a:pt x="1422135" y="1097439"/>
                  </a:lnTo>
                  <a:lnTo>
                    <a:pt x="1387760" y="1091912"/>
                  </a:lnTo>
                  <a:lnTo>
                    <a:pt x="1354728" y="1083816"/>
                  </a:lnTo>
                  <a:lnTo>
                    <a:pt x="1323205" y="1073272"/>
                  </a:lnTo>
                  <a:lnTo>
                    <a:pt x="1293349" y="1060410"/>
                  </a:lnTo>
                  <a:lnTo>
                    <a:pt x="1265310" y="1045372"/>
                  </a:lnTo>
                  <a:lnTo>
                    <a:pt x="1239226" y="1028305"/>
                  </a:lnTo>
                  <a:lnTo>
                    <a:pt x="1215226" y="1009368"/>
                  </a:lnTo>
                  <a:lnTo>
                    <a:pt x="1193428" y="988724"/>
                  </a:lnTo>
                  <a:lnTo>
                    <a:pt x="1173938" y="966546"/>
                  </a:lnTo>
                  <a:lnTo>
                    <a:pt x="1156852" y="943012"/>
                  </a:lnTo>
                  <a:lnTo>
                    <a:pt x="1142251" y="918305"/>
                  </a:lnTo>
                  <a:lnTo>
                    <a:pt x="1130208" y="892613"/>
                  </a:lnTo>
                  <a:lnTo>
                    <a:pt x="1120781" y="866129"/>
                  </a:lnTo>
                  <a:lnTo>
                    <a:pt x="1114014" y="839047"/>
                  </a:lnTo>
                  <a:lnTo>
                    <a:pt x="1109941" y="811566"/>
                  </a:lnTo>
                  <a:lnTo>
                    <a:pt x="1108581" y="783885"/>
                  </a:lnTo>
                  <a:lnTo>
                    <a:pt x="1107502" y="814100"/>
                  </a:lnTo>
                  <a:lnTo>
                    <a:pt x="1104267" y="844199"/>
                  </a:lnTo>
                  <a:lnTo>
                    <a:pt x="1098885" y="874067"/>
                  </a:lnTo>
                  <a:lnTo>
                    <a:pt x="1091370" y="903590"/>
                  </a:lnTo>
                  <a:lnTo>
                    <a:pt x="1081740" y="932653"/>
                  </a:lnTo>
                  <a:lnTo>
                    <a:pt x="1070021" y="961143"/>
                  </a:lnTo>
                  <a:lnTo>
                    <a:pt x="1056241" y="988949"/>
                  </a:lnTo>
                  <a:lnTo>
                    <a:pt x="1040438" y="1015960"/>
                  </a:lnTo>
                  <a:lnTo>
                    <a:pt x="1022650" y="1042066"/>
                  </a:lnTo>
                  <a:lnTo>
                    <a:pt x="1002924" y="1067163"/>
                  </a:lnTo>
                  <a:lnTo>
                    <a:pt x="981310" y="1091144"/>
                  </a:lnTo>
                  <a:lnTo>
                    <a:pt x="957865" y="1113907"/>
                  </a:lnTo>
                  <a:lnTo>
                    <a:pt x="932648" y="1135353"/>
                  </a:lnTo>
                  <a:lnTo>
                    <a:pt x="905726" y="1155386"/>
                  </a:lnTo>
                  <a:lnTo>
                    <a:pt x="877168" y="1173910"/>
                  </a:lnTo>
                  <a:lnTo>
                    <a:pt x="847049" y="1190837"/>
                  </a:lnTo>
                  <a:lnTo>
                    <a:pt x="815447" y="1206078"/>
                  </a:lnTo>
                  <a:lnTo>
                    <a:pt x="782446" y="1219550"/>
                  </a:lnTo>
                  <a:lnTo>
                    <a:pt x="748133" y="1231173"/>
                  </a:lnTo>
                  <a:lnTo>
                    <a:pt x="712599" y="1240872"/>
                  </a:lnTo>
                  <a:lnTo>
                    <a:pt x="675939" y="1248576"/>
                  </a:lnTo>
                  <a:lnTo>
                    <a:pt x="638250" y="1254216"/>
                  </a:lnTo>
                  <a:lnTo>
                    <a:pt x="605513" y="1250663"/>
                  </a:lnTo>
                  <a:lnTo>
                    <a:pt x="572406" y="1245300"/>
                  </a:lnTo>
                  <a:lnTo>
                    <a:pt x="539020" y="1238095"/>
                  </a:lnTo>
                  <a:lnTo>
                    <a:pt x="505445" y="1229020"/>
                  </a:lnTo>
                  <a:lnTo>
                    <a:pt x="471776" y="1218051"/>
                  </a:lnTo>
                  <a:lnTo>
                    <a:pt x="438108" y="1205171"/>
                  </a:lnTo>
                  <a:lnTo>
                    <a:pt x="404537" y="1190365"/>
                  </a:lnTo>
                  <a:lnTo>
                    <a:pt x="371162" y="1173622"/>
                  </a:lnTo>
                  <a:lnTo>
                    <a:pt x="338080" y="1154939"/>
                  </a:lnTo>
                  <a:lnTo>
                    <a:pt x="305391" y="1134313"/>
                  </a:lnTo>
                  <a:lnTo>
                    <a:pt x="273193" y="1111750"/>
                  </a:lnTo>
                  <a:lnTo>
                    <a:pt x="241587" y="1087259"/>
                  </a:lnTo>
                  <a:lnTo>
                    <a:pt x="210672" y="1060853"/>
                  </a:lnTo>
                  <a:lnTo>
                    <a:pt x="180548" y="1032551"/>
                  </a:lnTo>
                  <a:lnTo>
                    <a:pt x="151312" y="1002375"/>
                  </a:lnTo>
                  <a:lnTo>
                    <a:pt x="123065" y="970355"/>
                  </a:lnTo>
                  <a:lnTo>
                    <a:pt x="95901" y="936522"/>
                  </a:lnTo>
                  <a:lnTo>
                    <a:pt x="69919" y="900914"/>
                  </a:lnTo>
                  <a:lnTo>
                    <a:pt x="45213" y="863573"/>
                  </a:lnTo>
                  <a:lnTo>
                    <a:pt x="21876" y="824547"/>
                  </a:lnTo>
                  <a:lnTo>
                    <a:pt x="0" y="783885"/>
                  </a:lnTo>
                  <a:lnTo>
                    <a:pt x="646" y="746037"/>
                  </a:lnTo>
                  <a:lnTo>
                    <a:pt x="2584" y="708233"/>
                  </a:lnTo>
                  <a:lnTo>
                    <a:pt x="5811" y="670517"/>
                  </a:lnTo>
                  <a:lnTo>
                    <a:pt x="10325" y="632933"/>
                  </a:lnTo>
                  <a:lnTo>
                    <a:pt x="16119" y="595525"/>
                  </a:lnTo>
                  <a:lnTo>
                    <a:pt x="23186" y="558337"/>
                  </a:lnTo>
                  <a:lnTo>
                    <a:pt x="31520" y="521412"/>
                  </a:lnTo>
                  <a:lnTo>
                    <a:pt x="41109" y="484793"/>
                  </a:lnTo>
                  <a:lnTo>
                    <a:pt x="51942" y="448523"/>
                  </a:lnTo>
                  <a:lnTo>
                    <a:pt x="64008" y="412644"/>
                  </a:lnTo>
                  <a:lnTo>
                    <a:pt x="77292" y="377197"/>
                  </a:lnTo>
                  <a:lnTo>
                    <a:pt x="91778" y="342225"/>
                  </a:lnTo>
                  <a:lnTo>
                    <a:pt x="107449" y="307768"/>
                  </a:lnTo>
                  <a:lnTo>
                    <a:pt x="124288" y="273865"/>
                  </a:lnTo>
                  <a:lnTo>
                    <a:pt x="142274" y="240558"/>
                  </a:lnTo>
                  <a:lnTo>
                    <a:pt x="161387" y="207884"/>
                  </a:lnTo>
                  <a:lnTo>
                    <a:pt x="181605" y="175881"/>
                  </a:lnTo>
                  <a:lnTo>
                    <a:pt x="202903" y="144588"/>
                  </a:lnTo>
                  <a:lnTo>
                    <a:pt x="225258" y="114040"/>
                  </a:lnTo>
                  <a:lnTo>
                    <a:pt x="248642" y="84273"/>
                  </a:lnTo>
                  <a:lnTo>
                    <a:pt x="273029" y="55321"/>
                  </a:lnTo>
                  <a:lnTo>
                    <a:pt x="298390" y="27219"/>
                  </a:lnTo>
                  <a:lnTo>
                    <a:pt x="324695" y="0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11531" y="500415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281862" y="4755544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698396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125085" y="553942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341199" y="569620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702949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027645" y="444199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843132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843132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843132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843132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843132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059247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34551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059247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1711093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2490871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2982204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2481773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701994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709069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7390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718168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6833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67364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3326634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326634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654633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4423613" y="3572944"/>
              <a:ext cx="135312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Strigiformes (n=17)</a:t>
              </a:r>
            </a:p>
          </p:txBody>
        </p:sp>
        <p:sp>
          <p:nvSpPr>
            <p:cNvPr id="229" name="rc229"/>
            <p:cNvSpPr/>
            <p:nvPr/>
          </p:nvSpPr>
          <p:spPr>
            <a:xfrm>
              <a:off x="3714451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100177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100177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100177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100177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100177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218306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853023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218306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545957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991736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853180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05554" y="4148895"/>
              <a:ext cx="1799730" cy="2217162"/>
            </a:xfrm>
            <a:custGeom>
              <a:avLst/>
              <a:pathLst>
                <a:path w="1799730" h="2217162">
                  <a:moveTo>
                    <a:pt x="794623" y="0"/>
                  </a:moveTo>
                  <a:lnTo>
                    <a:pt x="831374" y="32760"/>
                  </a:lnTo>
                  <a:lnTo>
                    <a:pt x="865889" y="66700"/>
                  </a:lnTo>
                  <a:lnTo>
                    <a:pt x="898133" y="101704"/>
                  </a:lnTo>
                  <a:lnTo>
                    <a:pt x="928073" y="137659"/>
                  </a:lnTo>
                  <a:lnTo>
                    <a:pt x="955684" y="174447"/>
                  </a:lnTo>
                  <a:lnTo>
                    <a:pt x="980944" y="211951"/>
                  </a:lnTo>
                  <a:lnTo>
                    <a:pt x="1003840" y="250054"/>
                  </a:lnTo>
                  <a:lnTo>
                    <a:pt x="1024360" y="288638"/>
                  </a:lnTo>
                  <a:lnTo>
                    <a:pt x="1042499" y="327587"/>
                  </a:lnTo>
                  <a:lnTo>
                    <a:pt x="1058258" y="366783"/>
                  </a:lnTo>
                  <a:lnTo>
                    <a:pt x="1071642" y="406108"/>
                  </a:lnTo>
                  <a:lnTo>
                    <a:pt x="1082662" y="445448"/>
                  </a:lnTo>
                  <a:lnTo>
                    <a:pt x="1091333" y="484687"/>
                  </a:lnTo>
                  <a:lnTo>
                    <a:pt x="1097678" y="523711"/>
                  </a:lnTo>
                  <a:lnTo>
                    <a:pt x="1101720" y="562408"/>
                  </a:lnTo>
                  <a:lnTo>
                    <a:pt x="1103493" y="600666"/>
                  </a:lnTo>
                  <a:lnTo>
                    <a:pt x="1103030" y="638376"/>
                  </a:lnTo>
                  <a:lnTo>
                    <a:pt x="1100373" y="675431"/>
                  </a:lnTo>
                  <a:lnTo>
                    <a:pt x="1095568" y="711725"/>
                  </a:lnTo>
                  <a:lnTo>
                    <a:pt x="1088663" y="747157"/>
                  </a:lnTo>
                  <a:lnTo>
                    <a:pt x="1079713" y="781626"/>
                  </a:lnTo>
                  <a:lnTo>
                    <a:pt x="1068777" y="815033"/>
                  </a:lnTo>
                  <a:lnTo>
                    <a:pt x="1055918" y="847286"/>
                  </a:lnTo>
                  <a:lnTo>
                    <a:pt x="1085537" y="844912"/>
                  </a:lnTo>
                  <a:lnTo>
                    <a:pt x="1115977" y="844852"/>
                  </a:lnTo>
                  <a:lnTo>
                    <a:pt x="1147081" y="847180"/>
                  </a:lnTo>
                  <a:lnTo>
                    <a:pt x="1178686" y="851958"/>
                  </a:lnTo>
                  <a:lnTo>
                    <a:pt x="1210625" y="859239"/>
                  </a:lnTo>
                  <a:lnTo>
                    <a:pt x="1242727" y="869064"/>
                  </a:lnTo>
                  <a:lnTo>
                    <a:pt x="1274817" y="881466"/>
                  </a:lnTo>
                  <a:lnTo>
                    <a:pt x="1306720" y="896463"/>
                  </a:lnTo>
                  <a:lnTo>
                    <a:pt x="1338257" y="914065"/>
                  </a:lnTo>
                  <a:lnTo>
                    <a:pt x="1369248" y="934270"/>
                  </a:lnTo>
                  <a:lnTo>
                    <a:pt x="1399512" y="957064"/>
                  </a:lnTo>
                  <a:lnTo>
                    <a:pt x="1428869" y="982421"/>
                  </a:lnTo>
                  <a:lnTo>
                    <a:pt x="1457141" y="1010306"/>
                  </a:lnTo>
                  <a:lnTo>
                    <a:pt x="1484150" y="1040668"/>
                  </a:lnTo>
                  <a:lnTo>
                    <a:pt x="1509719" y="1073450"/>
                  </a:lnTo>
                  <a:lnTo>
                    <a:pt x="1533677" y="1108581"/>
                  </a:lnTo>
                  <a:lnTo>
                    <a:pt x="1550744" y="1136873"/>
                  </a:lnTo>
                  <a:lnTo>
                    <a:pt x="1566705" y="1166440"/>
                  </a:lnTo>
                  <a:lnTo>
                    <a:pt x="1581487" y="1197239"/>
                  </a:lnTo>
                  <a:lnTo>
                    <a:pt x="1595022" y="1229222"/>
                  </a:lnTo>
                  <a:lnTo>
                    <a:pt x="1607241" y="1262337"/>
                  </a:lnTo>
                  <a:lnTo>
                    <a:pt x="1618079" y="1296529"/>
                  </a:lnTo>
                  <a:lnTo>
                    <a:pt x="1627473" y="1331742"/>
                  </a:lnTo>
                  <a:lnTo>
                    <a:pt x="1635361" y="1367914"/>
                  </a:lnTo>
                  <a:lnTo>
                    <a:pt x="1641685" y="1404981"/>
                  </a:lnTo>
                  <a:lnTo>
                    <a:pt x="1646390" y="1442875"/>
                  </a:lnTo>
                  <a:lnTo>
                    <a:pt x="1649423" y="1481527"/>
                  </a:lnTo>
                  <a:lnTo>
                    <a:pt x="1650735" y="1520863"/>
                  </a:lnTo>
                  <a:lnTo>
                    <a:pt x="1650278" y="1560808"/>
                  </a:lnTo>
                  <a:lnTo>
                    <a:pt x="1648009" y="1601284"/>
                  </a:lnTo>
                  <a:lnTo>
                    <a:pt x="1643889" y="1642210"/>
                  </a:lnTo>
                  <a:lnTo>
                    <a:pt x="1637881" y="1683505"/>
                  </a:lnTo>
                  <a:lnTo>
                    <a:pt x="1629952" y="1725082"/>
                  </a:lnTo>
                  <a:lnTo>
                    <a:pt x="1620074" y="1766856"/>
                  </a:lnTo>
                  <a:lnTo>
                    <a:pt x="1608221" y="1808739"/>
                  </a:lnTo>
                  <a:lnTo>
                    <a:pt x="1594371" y="1850639"/>
                  </a:lnTo>
                  <a:lnTo>
                    <a:pt x="1578508" y="1892466"/>
                  </a:lnTo>
                  <a:lnTo>
                    <a:pt x="1551288" y="1918772"/>
                  </a:lnTo>
                  <a:lnTo>
                    <a:pt x="1523186" y="1944133"/>
                  </a:lnTo>
                  <a:lnTo>
                    <a:pt x="1494235" y="1968520"/>
                  </a:lnTo>
                  <a:lnTo>
                    <a:pt x="1464468" y="1991904"/>
                  </a:lnTo>
                  <a:lnTo>
                    <a:pt x="1433920" y="2014258"/>
                  </a:lnTo>
                  <a:lnTo>
                    <a:pt x="1402626" y="2035557"/>
                  </a:lnTo>
                  <a:lnTo>
                    <a:pt x="1370624" y="2055774"/>
                  </a:lnTo>
                  <a:lnTo>
                    <a:pt x="1337950" y="2074887"/>
                  </a:lnTo>
                  <a:lnTo>
                    <a:pt x="1304642" y="2092874"/>
                  </a:lnTo>
                  <a:lnTo>
                    <a:pt x="1270740" y="2109713"/>
                  </a:lnTo>
                  <a:lnTo>
                    <a:pt x="1236283" y="2125384"/>
                  </a:lnTo>
                  <a:lnTo>
                    <a:pt x="1201310" y="2139870"/>
                  </a:lnTo>
                  <a:lnTo>
                    <a:pt x="1165864" y="2153154"/>
                  </a:lnTo>
                  <a:lnTo>
                    <a:pt x="1129985" y="2165219"/>
                  </a:lnTo>
                  <a:lnTo>
                    <a:pt x="1093714" y="2176053"/>
                  </a:lnTo>
                  <a:lnTo>
                    <a:pt x="1057095" y="2185642"/>
                  </a:lnTo>
                  <a:lnTo>
                    <a:pt x="1020170" y="2193975"/>
                  </a:lnTo>
                  <a:lnTo>
                    <a:pt x="982982" y="2201043"/>
                  </a:lnTo>
                  <a:lnTo>
                    <a:pt x="945574" y="2206837"/>
                  </a:lnTo>
                  <a:lnTo>
                    <a:pt x="907991" y="2211350"/>
                  </a:lnTo>
                  <a:lnTo>
                    <a:pt x="870275" y="2214578"/>
                  </a:lnTo>
                  <a:lnTo>
                    <a:pt x="832471" y="2216516"/>
                  </a:lnTo>
                  <a:lnTo>
                    <a:pt x="794623" y="2217162"/>
                  </a:lnTo>
                  <a:lnTo>
                    <a:pt x="753829" y="2198803"/>
                  </a:lnTo>
                  <a:lnTo>
                    <a:pt x="714408" y="2178968"/>
                  </a:lnTo>
                  <a:lnTo>
                    <a:pt x="676411" y="2157734"/>
                  </a:lnTo>
                  <a:lnTo>
                    <a:pt x="639888" y="2135180"/>
                  </a:lnTo>
                  <a:lnTo>
                    <a:pt x="604881" y="2111387"/>
                  </a:lnTo>
                  <a:lnTo>
                    <a:pt x="571434" y="2086436"/>
                  </a:lnTo>
                  <a:lnTo>
                    <a:pt x="539581" y="2060410"/>
                  </a:lnTo>
                  <a:lnTo>
                    <a:pt x="509356" y="2033393"/>
                  </a:lnTo>
                  <a:lnTo>
                    <a:pt x="480787" y="2005471"/>
                  </a:lnTo>
                  <a:lnTo>
                    <a:pt x="453900" y="1976729"/>
                  </a:lnTo>
                  <a:lnTo>
                    <a:pt x="428714" y="1947253"/>
                  </a:lnTo>
                  <a:lnTo>
                    <a:pt x="405245" y="1917131"/>
                  </a:lnTo>
                  <a:lnTo>
                    <a:pt x="383507" y="1886449"/>
                  </a:lnTo>
                  <a:lnTo>
                    <a:pt x="363508" y="1855294"/>
                  </a:lnTo>
                  <a:lnTo>
                    <a:pt x="345250" y="1823752"/>
                  </a:lnTo>
                  <a:lnTo>
                    <a:pt x="328736" y="1791911"/>
                  </a:lnTo>
                  <a:lnTo>
                    <a:pt x="313961" y="1759855"/>
                  </a:lnTo>
                  <a:lnTo>
                    <a:pt x="300916" y="1727669"/>
                  </a:lnTo>
                  <a:lnTo>
                    <a:pt x="289591" y="1695438"/>
                  </a:lnTo>
                  <a:lnTo>
                    <a:pt x="279969" y="1663245"/>
                  </a:lnTo>
                  <a:lnTo>
                    <a:pt x="272032" y="1631171"/>
                  </a:lnTo>
                  <a:lnTo>
                    <a:pt x="264132" y="1589389"/>
                  </a:lnTo>
                  <a:lnTo>
                    <a:pt x="259032" y="1548129"/>
                  </a:lnTo>
                  <a:lnTo>
                    <a:pt x="256660" y="1507561"/>
                  </a:lnTo>
                  <a:lnTo>
                    <a:pt x="256934" y="1467853"/>
                  </a:lnTo>
                  <a:lnTo>
                    <a:pt x="259763" y="1429164"/>
                  </a:lnTo>
                  <a:lnTo>
                    <a:pt x="265045" y="1391646"/>
                  </a:lnTo>
                  <a:lnTo>
                    <a:pt x="272672" y="1355445"/>
                  </a:lnTo>
                  <a:lnTo>
                    <a:pt x="282525" y="1320699"/>
                  </a:lnTo>
                  <a:lnTo>
                    <a:pt x="294479" y="1287535"/>
                  </a:lnTo>
                  <a:lnTo>
                    <a:pt x="308401" y="1256074"/>
                  </a:lnTo>
                  <a:lnTo>
                    <a:pt x="324153" y="1226427"/>
                  </a:lnTo>
                  <a:lnTo>
                    <a:pt x="341589" y="1198695"/>
                  </a:lnTo>
                  <a:lnTo>
                    <a:pt x="360559" y="1172968"/>
                  </a:lnTo>
                  <a:lnTo>
                    <a:pt x="380906" y="1149328"/>
                  </a:lnTo>
                  <a:lnTo>
                    <a:pt x="402473" y="1127846"/>
                  </a:lnTo>
                  <a:lnTo>
                    <a:pt x="425095" y="1108581"/>
                  </a:lnTo>
                  <a:lnTo>
                    <a:pt x="402473" y="1089316"/>
                  </a:lnTo>
                  <a:lnTo>
                    <a:pt x="380906" y="1067833"/>
                  </a:lnTo>
                  <a:lnTo>
                    <a:pt x="360559" y="1044194"/>
                  </a:lnTo>
                  <a:lnTo>
                    <a:pt x="341589" y="1018467"/>
                  </a:lnTo>
                  <a:lnTo>
                    <a:pt x="324153" y="990734"/>
                  </a:lnTo>
                  <a:lnTo>
                    <a:pt x="308401" y="961087"/>
                  </a:lnTo>
                  <a:lnTo>
                    <a:pt x="294479" y="929627"/>
                  </a:lnTo>
                  <a:lnTo>
                    <a:pt x="282525" y="896463"/>
                  </a:lnTo>
                  <a:lnTo>
                    <a:pt x="272672" y="861716"/>
                  </a:lnTo>
                  <a:lnTo>
                    <a:pt x="265045" y="825516"/>
                  </a:lnTo>
                  <a:lnTo>
                    <a:pt x="259763" y="787998"/>
                  </a:lnTo>
                  <a:lnTo>
                    <a:pt x="256934" y="749309"/>
                  </a:lnTo>
                  <a:lnTo>
                    <a:pt x="256660" y="709601"/>
                  </a:lnTo>
                  <a:lnTo>
                    <a:pt x="259032" y="669033"/>
                  </a:lnTo>
                  <a:lnTo>
                    <a:pt x="264132" y="627772"/>
                  </a:lnTo>
                  <a:lnTo>
                    <a:pt x="272032" y="585991"/>
                  </a:lnTo>
                  <a:lnTo>
                    <a:pt x="250134" y="604980"/>
                  </a:lnTo>
                  <a:lnTo>
                    <a:pt x="228925" y="624884"/>
                  </a:lnTo>
                  <a:lnTo>
                    <a:pt x="208443" y="645679"/>
                  </a:lnTo>
                  <a:lnTo>
                    <a:pt x="188725" y="667339"/>
                  </a:lnTo>
                  <a:lnTo>
                    <a:pt x="169809" y="689834"/>
                  </a:lnTo>
                  <a:lnTo>
                    <a:pt x="151728" y="713135"/>
                  </a:lnTo>
                  <a:lnTo>
                    <a:pt x="134517" y="737212"/>
                  </a:lnTo>
                  <a:lnTo>
                    <a:pt x="118210" y="762031"/>
                  </a:lnTo>
                  <a:lnTo>
                    <a:pt x="102838" y="787559"/>
                  </a:lnTo>
                  <a:lnTo>
                    <a:pt x="88431" y="813760"/>
                  </a:lnTo>
                  <a:lnTo>
                    <a:pt x="75019" y="840598"/>
                  </a:lnTo>
                  <a:lnTo>
                    <a:pt x="62630" y="868034"/>
                  </a:lnTo>
                  <a:lnTo>
                    <a:pt x="51290" y="896031"/>
                  </a:lnTo>
                  <a:lnTo>
                    <a:pt x="41023" y="924547"/>
                  </a:lnTo>
                  <a:lnTo>
                    <a:pt x="31854" y="953541"/>
                  </a:lnTo>
                  <a:lnTo>
                    <a:pt x="23803" y="982972"/>
                  </a:lnTo>
                  <a:lnTo>
                    <a:pt x="16892" y="1012794"/>
                  </a:lnTo>
                  <a:lnTo>
                    <a:pt x="11137" y="1042966"/>
                  </a:lnTo>
                  <a:lnTo>
                    <a:pt x="6557" y="1073440"/>
                  </a:lnTo>
                  <a:lnTo>
                    <a:pt x="3165" y="1104172"/>
                  </a:lnTo>
                  <a:lnTo>
                    <a:pt x="976" y="1135115"/>
                  </a:lnTo>
                  <a:lnTo>
                    <a:pt x="0" y="1166222"/>
                  </a:lnTo>
                  <a:lnTo>
                    <a:pt x="246" y="1197446"/>
                  </a:lnTo>
                  <a:lnTo>
                    <a:pt x="1723" y="1228737"/>
                  </a:lnTo>
                  <a:lnTo>
                    <a:pt x="4435" y="1260047"/>
                  </a:lnTo>
                  <a:lnTo>
                    <a:pt x="8387" y="1291328"/>
                  </a:lnTo>
                  <a:lnTo>
                    <a:pt x="13581" y="1322530"/>
                  </a:lnTo>
                  <a:lnTo>
                    <a:pt x="20016" y="1353604"/>
                  </a:lnTo>
                  <a:lnTo>
                    <a:pt x="27690" y="1384500"/>
                  </a:lnTo>
                  <a:lnTo>
                    <a:pt x="36599" y="1415170"/>
                  </a:lnTo>
                  <a:lnTo>
                    <a:pt x="46737" y="1445562"/>
                  </a:lnTo>
                  <a:lnTo>
                    <a:pt x="58096" y="1475629"/>
                  </a:lnTo>
                  <a:lnTo>
                    <a:pt x="70666" y="1505320"/>
                  </a:lnTo>
                  <a:lnTo>
                    <a:pt x="84434" y="1534588"/>
                  </a:lnTo>
                  <a:lnTo>
                    <a:pt x="99387" y="1563383"/>
                  </a:lnTo>
                  <a:lnTo>
                    <a:pt x="115509" y="1591657"/>
                  </a:lnTo>
                  <a:lnTo>
                    <a:pt x="132781" y="1619364"/>
                  </a:lnTo>
                  <a:lnTo>
                    <a:pt x="151185" y="1646457"/>
                  </a:lnTo>
                  <a:lnTo>
                    <a:pt x="170697" y="1672888"/>
                  </a:lnTo>
                  <a:lnTo>
                    <a:pt x="191296" y="1698613"/>
                  </a:lnTo>
                  <a:lnTo>
                    <a:pt x="212954" y="1723587"/>
                  </a:lnTo>
                  <a:lnTo>
                    <a:pt x="235644" y="1747767"/>
                  </a:lnTo>
                  <a:lnTo>
                    <a:pt x="259339" y="1771109"/>
                  </a:lnTo>
                  <a:lnTo>
                    <a:pt x="284006" y="1793573"/>
                  </a:lnTo>
                  <a:lnTo>
                    <a:pt x="309612" y="1815118"/>
                  </a:lnTo>
                  <a:lnTo>
                    <a:pt x="336125" y="1835704"/>
                  </a:lnTo>
                  <a:lnTo>
                    <a:pt x="363508" y="1855294"/>
                  </a:lnTo>
                  <a:lnTo>
                    <a:pt x="391722" y="1873851"/>
                  </a:lnTo>
                  <a:lnTo>
                    <a:pt x="420730" y="1891340"/>
                  </a:lnTo>
                  <a:lnTo>
                    <a:pt x="450491" y="1907727"/>
                  </a:lnTo>
                  <a:lnTo>
                    <a:pt x="480963" y="1922980"/>
                  </a:lnTo>
                  <a:lnTo>
                    <a:pt x="512102" y="1937068"/>
                  </a:lnTo>
                  <a:lnTo>
                    <a:pt x="543864" y="1949963"/>
                  </a:lnTo>
                  <a:lnTo>
                    <a:pt x="576203" y="1961637"/>
                  </a:lnTo>
                  <a:lnTo>
                    <a:pt x="609071" y="1972066"/>
                  </a:lnTo>
                  <a:lnTo>
                    <a:pt x="642422" y="1981224"/>
                  </a:lnTo>
                  <a:lnTo>
                    <a:pt x="676205" y="1989091"/>
                  </a:lnTo>
                  <a:lnTo>
                    <a:pt x="710371" y="1995647"/>
                  </a:lnTo>
                  <a:lnTo>
                    <a:pt x="744869" y="2000874"/>
                  </a:lnTo>
                  <a:lnTo>
                    <a:pt x="779646" y="2004756"/>
                  </a:lnTo>
                  <a:lnTo>
                    <a:pt x="814650" y="2007278"/>
                  </a:lnTo>
                  <a:lnTo>
                    <a:pt x="849827" y="2008430"/>
                  </a:lnTo>
                  <a:lnTo>
                    <a:pt x="885125" y="2008202"/>
                  </a:lnTo>
                  <a:lnTo>
                    <a:pt x="920489" y="2006586"/>
                  </a:lnTo>
                  <a:lnTo>
                    <a:pt x="955863" y="2003576"/>
                  </a:lnTo>
                  <a:lnTo>
                    <a:pt x="991194" y="1999170"/>
                  </a:lnTo>
                  <a:lnTo>
                    <a:pt x="1026425" y="1993365"/>
                  </a:lnTo>
                  <a:lnTo>
                    <a:pt x="1061502" y="1986164"/>
                  </a:lnTo>
                  <a:lnTo>
                    <a:pt x="1096368" y="1977569"/>
                  </a:lnTo>
                  <a:lnTo>
                    <a:pt x="1130969" y="1967587"/>
                  </a:lnTo>
                  <a:lnTo>
                    <a:pt x="1165249" y="1956224"/>
                  </a:lnTo>
                  <a:lnTo>
                    <a:pt x="1199152" y="1943490"/>
                  </a:lnTo>
                  <a:lnTo>
                    <a:pt x="1232624" y="1929399"/>
                  </a:lnTo>
                  <a:lnTo>
                    <a:pt x="1265611" y="1913963"/>
                  </a:lnTo>
                  <a:lnTo>
                    <a:pt x="1298058" y="1897200"/>
                  </a:lnTo>
                  <a:lnTo>
                    <a:pt x="1329913" y="1879129"/>
                  </a:lnTo>
                  <a:lnTo>
                    <a:pt x="1361121" y="1859769"/>
                  </a:lnTo>
                  <a:lnTo>
                    <a:pt x="1391631" y="1839144"/>
                  </a:lnTo>
                  <a:lnTo>
                    <a:pt x="1421392" y="1817280"/>
                  </a:lnTo>
                  <a:lnTo>
                    <a:pt x="1450353" y="1794203"/>
                  </a:lnTo>
                  <a:lnTo>
                    <a:pt x="1478465" y="1769942"/>
                  </a:lnTo>
                  <a:lnTo>
                    <a:pt x="1505680" y="1744530"/>
                  </a:lnTo>
                  <a:lnTo>
                    <a:pt x="1531950" y="1717998"/>
                  </a:lnTo>
                  <a:lnTo>
                    <a:pt x="1557229" y="1690382"/>
                  </a:lnTo>
                  <a:lnTo>
                    <a:pt x="1581473" y="1661719"/>
                  </a:lnTo>
                  <a:lnTo>
                    <a:pt x="1604638" y="1632049"/>
                  </a:lnTo>
                  <a:lnTo>
                    <a:pt x="1626683" y="1601411"/>
                  </a:lnTo>
                  <a:lnTo>
                    <a:pt x="1647567" y="1569848"/>
                  </a:lnTo>
                  <a:lnTo>
                    <a:pt x="1667252" y="1537404"/>
                  </a:lnTo>
                  <a:lnTo>
                    <a:pt x="1685700" y="1504125"/>
                  </a:lnTo>
                  <a:lnTo>
                    <a:pt x="1702877" y="1470058"/>
                  </a:lnTo>
                  <a:lnTo>
                    <a:pt x="1718748" y="1435252"/>
                  </a:lnTo>
                  <a:lnTo>
                    <a:pt x="1733283" y="1399756"/>
                  </a:lnTo>
                  <a:lnTo>
                    <a:pt x="1746451" y="1363623"/>
                  </a:lnTo>
                  <a:lnTo>
                    <a:pt x="1758226" y="1326904"/>
                  </a:lnTo>
                  <a:lnTo>
                    <a:pt x="1768581" y="1289655"/>
                  </a:lnTo>
                  <a:lnTo>
                    <a:pt x="1777492" y="1251929"/>
                  </a:lnTo>
                  <a:lnTo>
                    <a:pt x="1784939" y="1213783"/>
                  </a:lnTo>
                  <a:lnTo>
                    <a:pt x="1790902" y="1175274"/>
                  </a:lnTo>
                  <a:lnTo>
                    <a:pt x="1795365" y="1136460"/>
                  </a:lnTo>
                  <a:lnTo>
                    <a:pt x="1798311" y="1097399"/>
                  </a:lnTo>
                  <a:lnTo>
                    <a:pt x="1799730" y="1058151"/>
                  </a:lnTo>
                  <a:lnTo>
                    <a:pt x="1799611" y="1018775"/>
                  </a:lnTo>
                  <a:lnTo>
                    <a:pt x="1797945" y="979333"/>
                  </a:lnTo>
                  <a:lnTo>
                    <a:pt x="1794729" y="939884"/>
                  </a:lnTo>
                  <a:lnTo>
                    <a:pt x="1789958" y="900490"/>
                  </a:lnTo>
                  <a:lnTo>
                    <a:pt x="1783632" y="861213"/>
                  </a:lnTo>
                  <a:lnTo>
                    <a:pt x="1775753" y="822113"/>
                  </a:lnTo>
                  <a:lnTo>
                    <a:pt x="1766326" y="783253"/>
                  </a:lnTo>
                  <a:lnTo>
                    <a:pt x="1755356" y="744693"/>
                  </a:lnTo>
                  <a:lnTo>
                    <a:pt x="1742854" y="706496"/>
                  </a:lnTo>
                  <a:lnTo>
                    <a:pt x="1728830" y="668722"/>
                  </a:lnTo>
                  <a:lnTo>
                    <a:pt x="1713300" y="631431"/>
                  </a:lnTo>
                  <a:lnTo>
                    <a:pt x="1696278" y="594685"/>
                  </a:lnTo>
                  <a:lnTo>
                    <a:pt x="1677785" y="558542"/>
                  </a:lnTo>
                  <a:lnTo>
                    <a:pt x="1657841" y="523062"/>
                  </a:lnTo>
                  <a:lnTo>
                    <a:pt x="1636471" y="488303"/>
                  </a:lnTo>
                  <a:lnTo>
                    <a:pt x="1613699" y="454322"/>
                  </a:lnTo>
                  <a:lnTo>
                    <a:pt x="1589555" y="421176"/>
                  </a:lnTo>
                  <a:lnTo>
                    <a:pt x="1564069" y="388921"/>
                  </a:lnTo>
                  <a:lnTo>
                    <a:pt x="1537273" y="357610"/>
                  </a:lnTo>
                  <a:lnTo>
                    <a:pt x="1509204" y="327298"/>
                  </a:lnTo>
                  <a:lnTo>
                    <a:pt x="1479897" y="298035"/>
                  </a:lnTo>
                  <a:lnTo>
                    <a:pt x="1449392" y="269872"/>
                  </a:lnTo>
                  <a:lnTo>
                    <a:pt x="1417732" y="242858"/>
                  </a:lnTo>
                  <a:lnTo>
                    <a:pt x="1384958" y="217041"/>
                  </a:lnTo>
                  <a:lnTo>
                    <a:pt x="1351116" y="192467"/>
                  </a:lnTo>
                  <a:lnTo>
                    <a:pt x="1316254" y="169179"/>
                  </a:lnTo>
                  <a:lnTo>
                    <a:pt x="1280420" y="147220"/>
                  </a:lnTo>
                  <a:lnTo>
                    <a:pt x="1243665" y="126630"/>
                  </a:lnTo>
                  <a:lnTo>
                    <a:pt x="1206042" y="107448"/>
                  </a:lnTo>
                  <a:lnTo>
                    <a:pt x="1167605" y="89710"/>
                  </a:lnTo>
                  <a:lnTo>
                    <a:pt x="1128409" y="73451"/>
                  </a:lnTo>
                  <a:lnTo>
                    <a:pt x="1088510" y="58703"/>
                  </a:lnTo>
                  <a:lnTo>
                    <a:pt x="1047969" y="45495"/>
                  </a:lnTo>
                  <a:lnTo>
                    <a:pt x="1006843" y="33856"/>
                  </a:lnTo>
                  <a:lnTo>
                    <a:pt x="965195" y="23811"/>
                  </a:lnTo>
                  <a:lnTo>
                    <a:pt x="923085" y="15384"/>
                  </a:lnTo>
                  <a:lnTo>
                    <a:pt x="880577" y="8594"/>
                  </a:lnTo>
                  <a:lnTo>
                    <a:pt x="837735" y="3461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562215" y="4148895"/>
              <a:ext cx="1394074" cy="2217162"/>
            </a:xfrm>
            <a:custGeom>
              <a:avLst/>
              <a:pathLst>
                <a:path w="1394074" h="2217162">
                  <a:moveTo>
                    <a:pt x="537962" y="0"/>
                  </a:moveTo>
                  <a:lnTo>
                    <a:pt x="574713" y="32760"/>
                  </a:lnTo>
                  <a:lnTo>
                    <a:pt x="609229" y="66700"/>
                  </a:lnTo>
                  <a:lnTo>
                    <a:pt x="641472" y="101704"/>
                  </a:lnTo>
                  <a:lnTo>
                    <a:pt x="671412" y="137659"/>
                  </a:lnTo>
                  <a:lnTo>
                    <a:pt x="699023" y="174447"/>
                  </a:lnTo>
                  <a:lnTo>
                    <a:pt x="724284" y="211951"/>
                  </a:lnTo>
                  <a:lnTo>
                    <a:pt x="747179" y="250054"/>
                  </a:lnTo>
                  <a:lnTo>
                    <a:pt x="767699" y="288638"/>
                  </a:lnTo>
                  <a:lnTo>
                    <a:pt x="785838" y="327587"/>
                  </a:lnTo>
                  <a:lnTo>
                    <a:pt x="801597" y="366783"/>
                  </a:lnTo>
                  <a:lnTo>
                    <a:pt x="814981" y="406108"/>
                  </a:lnTo>
                  <a:lnTo>
                    <a:pt x="826001" y="445448"/>
                  </a:lnTo>
                  <a:lnTo>
                    <a:pt x="834673" y="484687"/>
                  </a:lnTo>
                  <a:lnTo>
                    <a:pt x="841017" y="523711"/>
                  </a:lnTo>
                  <a:lnTo>
                    <a:pt x="845060" y="562408"/>
                  </a:lnTo>
                  <a:lnTo>
                    <a:pt x="846832" y="600666"/>
                  </a:lnTo>
                  <a:lnTo>
                    <a:pt x="846370" y="638376"/>
                  </a:lnTo>
                  <a:lnTo>
                    <a:pt x="843713" y="675431"/>
                  </a:lnTo>
                  <a:lnTo>
                    <a:pt x="838907" y="711725"/>
                  </a:lnTo>
                  <a:lnTo>
                    <a:pt x="832002" y="747157"/>
                  </a:lnTo>
                  <a:lnTo>
                    <a:pt x="823052" y="781626"/>
                  </a:lnTo>
                  <a:lnTo>
                    <a:pt x="812116" y="815033"/>
                  </a:lnTo>
                  <a:lnTo>
                    <a:pt x="799257" y="847286"/>
                  </a:lnTo>
                  <a:lnTo>
                    <a:pt x="828876" y="844912"/>
                  </a:lnTo>
                  <a:lnTo>
                    <a:pt x="859317" y="844852"/>
                  </a:lnTo>
                  <a:lnTo>
                    <a:pt x="890420" y="847180"/>
                  </a:lnTo>
                  <a:lnTo>
                    <a:pt x="922025" y="851958"/>
                  </a:lnTo>
                  <a:lnTo>
                    <a:pt x="953964" y="859239"/>
                  </a:lnTo>
                  <a:lnTo>
                    <a:pt x="986066" y="869064"/>
                  </a:lnTo>
                  <a:lnTo>
                    <a:pt x="1018157" y="881466"/>
                  </a:lnTo>
                  <a:lnTo>
                    <a:pt x="1050060" y="896463"/>
                  </a:lnTo>
                  <a:lnTo>
                    <a:pt x="1081597" y="914065"/>
                  </a:lnTo>
                  <a:lnTo>
                    <a:pt x="1112587" y="934270"/>
                  </a:lnTo>
                  <a:lnTo>
                    <a:pt x="1142851" y="957064"/>
                  </a:lnTo>
                  <a:lnTo>
                    <a:pt x="1172209" y="982421"/>
                  </a:lnTo>
                  <a:lnTo>
                    <a:pt x="1200481" y="1010306"/>
                  </a:lnTo>
                  <a:lnTo>
                    <a:pt x="1227489" y="1040668"/>
                  </a:lnTo>
                  <a:lnTo>
                    <a:pt x="1253059" y="1073450"/>
                  </a:lnTo>
                  <a:lnTo>
                    <a:pt x="1277016" y="1108581"/>
                  </a:lnTo>
                  <a:lnTo>
                    <a:pt x="1294084" y="1136873"/>
                  </a:lnTo>
                  <a:lnTo>
                    <a:pt x="1310044" y="1166440"/>
                  </a:lnTo>
                  <a:lnTo>
                    <a:pt x="1324827" y="1197239"/>
                  </a:lnTo>
                  <a:lnTo>
                    <a:pt x="1338362" y="1229222"/>
                  </a:lnTo>
                  <a:lnTo>
                    <a:pt x="1350581" y="1262337"/>
                  </a:lnTo>
                  <a:lnTo>
                    <a:pt x="1361419" y="1296529"/>
                  </a:lnTo>
                  <a:lnTo>
                    <a:pt x="1370812" y="1331742"/>
                  </a:lnTo>
                  <a:lnTo>
                    <a:pt x="1378700" y="1367914"/>
                  </a:lnTo>
                  <a:lnTo>
                    <a:pt x="1385025" y="1404981"/>
                  </a:lnTo>
                  <a:lnTo>
                    <a:pt x="1389730" y="1442875"/>
                  </a:lnTo>
                  <a:lnTo>
                    <a:pt x="1392763" y="1481527"/>
                  </a:lnTo>
                  <a:lnTo>
                    <a:pt x="1394074" y="1520863"/>
                  </a:lnTo>
                  <a:lnTo>
                    <a:pt x="1393617" y="1560808"/>
                  </a:lnTo>
                  <a:lnTo>
                    <a:pt x="1391348" y="1601284"/>
                  </a:lnTo>
                  <a:lnTo>
                    <a:pt x="1387228" y="1642210"/>
                  </a:lnTo>
                  <a:lnTo>
                    <a:pt x="1381220" y="1683505"/>
                  </a:lnTo>
                  <a:lnTo>
                    <a:pt x="1373292" y="1725082"/>
                  </a:lnTo>
                  <a:lnTo>
                    <a:pt x="1363413" y="1766856"/>
                  </a:lnTo>
                  <a:lnTo>
                    <a:pt x="1351560" y="1808739"/>
                  </a:lnTo>
                  <a:lnTo>
                    <a:pt x="1337711" y="1850639"/>
                  </a:lnTo>
                  <a:lnTo>
                    <a:pt x="1321848" y="1892466"/>
                  </a:lnTo>
                  <a:lnTo>
                    <a:pt x="1294628" y="1918772"/>
                  </a:lnTo>
                  <a:lnTo>
                    <a:pt x="1266526" y="1944133"/>
                  </a:lnTo>
                  <a:lnTo>
                    <a:pt x="1237574" y="1968520"/>
                  </a:lnTo>
                  <a:lnTo>
                    <a:pt x="1207807" y="1991904"/>
                  </a:lnTo>
                  <a:lnTo>
                    <a:pt x="1177259" y="2014258"/>
                  </a:lnTo>
                  <a:lnTo>
                    <a:pt x="1145966" y="2035557"/>
                  </a:lnTo>
                  <a:lnTo>
                    <a:pt x="1113963" y="2055774"/>
                  </a:lnTo>
                  <a:lnTo>
                    <a:pt x="1081289" y="2074887"/>
                  </a:lnTo>
                  <a:lnTo>
                    <a:pt x="1047982" y="2092874"/>
                  </a:lnTo>
                  <a:lnTo>
                    <a:pt x="1014079" y="2109713"/>
                  </a:lnTo>
                  <a:lnTo>
                    <a:pt x="979622" y="2125384"/>
                  </a:lnTo>
                  <a:lnTo>
                    <a:pt x="944650" y="2139870"/>
                  </a:lnTo>
                  <a:lnTo>
                    <a:pt x="909203" y="2153154"/>
                  </a:lnTo>
                  <a:lnTo>
                    <a:pt x="873324" y="2165219"/>
                  </a:lnTo>
                  <a:lnTo>
                    <a:pt x="837054" y="2176053"/>
                  </a:lnTo>
                  <a:lnTo>
                    <a:pt x="800435" y="2185642"/>
                  </a:lnTo>
                  <a:lnTo>
                    <a:pt x="763510" y="2193975"/>
                  </a:lnTo>
                  <a:lnTo>
                    <a:pt x="726322" y="2201043"/>
                  </a:lnTo>
                  <a:lnTo>
                    <a:pt x="688914" y="2206837"/>
                  </a:lnTo>
                  <a:lnTo>
                    <a:pt x="651330" y="2211350"/>
                  </a:lnTo>
                  <a:lnTo>
                    <a:pt x="613614" y="2214578"/>
                  </a:lnTo>
                  <a:lnTo>
                    <a:pt x="575810" y="2216516"/>
                  </a:lnTo>
                  <a:lnTo>
                    <a:pt x="537962" y="2217162"/>
                  </a:lnTo>
                  <a:lnTo>
                    <a:pt x="497169" y="2198803"/>
                  </a:lnTo>
                  <a:lnTo>
                    <a:pt x="457748" y="2178968"/>
                  </a:lnTo>
                  <a:lnTo>
                    <a:pt x="419751" y="2157734"/>
                  </a:lnTo>
                  <a:lnTo>
                    <a:pt x="383227" y="2135180"/>
                  </a:lnTo>
                  <a:lnTo>
                    <a:pt x="348221" y="2111387"/>
                  </a:lnTo>
                  <a:lnTo>
                    <a:pt x="314773" y="2086436"/>
                  </a:lnTo>
                  <a:lnTo>
                    <a:pt x="282920" y="2060410"/>
                  </a:lnTo>
                  <a:lnTo>
                    <a:pt x="252695" y="2033393"/>
                  </a:lnTo>
                  <a:lnTo>
                    <a:pt x="224127" y="2005471"/>
                  </a:lnTo>
                  <a:lnTo>
                    <a:pt x="197239" y="1976729"/>
                  </a:lnTo>
                  <a:lnTo>
                    <a:pt x="172053" y="1947253"/>
                  </a:lnTo>
                  <a:lnTo>
                    <a:pt x="148585" y="1917131"/>
                  </a:lnTo>
                  <a:lnTo>
                    <a:pt x="126847" y="1886449"/>
                  </a:lnTo>
                  <a:lnTo>
                    <a:pt x="106847" y="1855294"/>
                  </a:lnTo>
                  <a:lnTo>
                    <a:pt x="88590" y="1823752"/>
                  </a:lnTo>
                  <a:lnTo>
                    <a:pt x="72076" y="1791911"/>
                  </a:lnTo>
                  <a:lnTo>
                    <a:pt x="57300" y="1759855"/>
                  </a:lnTo>
                  <a:lnTo>
                    <a:pt x="44256" y="1727669"/>
                  </a:lnTo>
                  <a:lnTo>
                    <a:pt x="32930" y="1695438"/>
                  </a:lnTo>
                  <a:lnTo>
                    <a:pt x="23309" y="1663245"/>
                  </a:lnTo>
                  <a:lnTo>
                    <a:pt x="15372" y="1631171"/>
                  </a:lnTo>
                  <a:lnTo>
                    <a:pt x="7472" y="1589389"/>
                  </a:lnTo>
                  <a:lnTo>
                    <a:pt x="2372" y="1548129"/>
                  </a:lnTo>
                  <a:lnTo>
                    <a:pt x="0" y="1507561"/>
                  </a:lnTo>
                  <a:lnTo>
                    <a:pt x="274" y="1467853"/>
                  </a:lnTo>
                  <a:lnTo>
                    <a:pt x="3102" y="1429164"/>
                  </a:lnTo>
                  <a:lnTo>
                    <a:pt x="8385" y="1391646"/>
                  </a:lnTo>
                  <a:lnTo>
                    <a:pt x="16011" y="1355445"/>
                  </a:lnTo>
                  <a:lnTo>
                    <a:pt x="25864" y="1320699"/>
                  </a:lnTo>
                  <a:lnTo>
                    <a:pt x="37818" y="1287535"/>
                  </a:lnTo>
                  <a:lnTo>
                    <a:pt x="51741" y="1256074"/>
                  </a:lnTo>
                  <a:lnTo>
                    <a:pt x="67493" y="1226427"/>
                  </a:lnTo>
                  <a:lnTo>
                    <a:pt x="84929" y="1198695"/>
                  </a:lnTo>
                  <a:lnTo>
                    <a:pt x="103898" y="1172968"/>
                  </a:lnTo>
                  <a:lnTo>
                    <a:pt x="124246" y="1149328"/>
                  </a:lnTo>
                  <a:lnTo>
                    <a:pt x="145812" y="1127846"/>
                  </a:lnTo>
                  <a:lnTo>
                    <a:pt x="168435" y="1108581"/>
                  </a:lnTo>
                  <a:lnTo>
                    <a:pt x="145812" y="1089316"/>
                  </a:lnTo>
                  <a:lnTo>
                    <a:pt x="124246" y="1067833"/>
                  </a:lnTo>
                  <a:lnTo>
                    <a:pt x="103898" y="1044194"/>
                  </a:lnTo>
                  <a:lnTo>
                    <a:pt x="84929" y="1018467"/>
                  </a:lnTo>
                  <a:lnTo>
                    <a:pt x="67493" y="990734"/>
                  </a:lnTo>
                  <a:lnTo>
                    <a:pt x="51741" y="961087"/>
                  </a:lnTo>
                  <a:lnTo>
                    <a:pt x="37818" y="929627"/>
                  </a:lnTo>
                  <a:lnTo>
                    <a:pt x="25864" y="896463"/>
                  </a:lnTo>
                  <a:lnTo>
                    <a:pt x="16011" y="861716"/>
                  </a:lnTo>
                  <a:lnTo>
                    <a:pt x="8385" y="825516"/>
                  </a:lnTo>
                  <a:lnTo>
                    <a:pt x="3102" y="787998"/>
                  </a:lnTo>
                  <a:lnTo>
                    <a:pt x="274" y="749309"/>
                  </a:lnTo>
                  <a:lnTo>
                    <a:pt x="0" y="709601"/>
                  </a:lnTo>
                  <a:lnTo>
                    <a:pt x="2372" y="669033"/>
                  </a:lnTo>
                  <a:lnTo>
                    <a:pt x="7472" y="627772"/>
                  </a:lnTo>
                  <a:lnTo>
                    <a:pt x="15372" y="585991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068576" y="4117294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329871" y="496458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807630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852462" y="6009761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068576" y="6334457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545986" y="574846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99049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545986" y="470328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100177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100177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100177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100177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100177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4316292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991596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4316292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4968138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747916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39249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738818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4959040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3966115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3730951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3975213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3473878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3424409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69" name="rc269"/>
            <p:cNvSpPr/>
            <p:nvPr/>
          </p:nvSpPr>
          <p:spPr>
            <a:xfrm>
              <a:off x="6583680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6583680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6911679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tx272"/>
            <p:cNvSpPr/>
            <p:nvPr/>
          </p:nvSpPr>
          <p:spPr>
            <a:xfrm>
              <a:off x="7717692" y="3572944"/>
              <a:ext cx="1279062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 (n=16)</a:t>
              </a:r>
            </a:p>
          </p:txBody>
        </p:sp>
        <p:sp>
          <p:nvSpPr>
            <p:cNvPr id="273" name="rc273"/>
            <p:cNvSpPr/>
            <p:nvPr/>
          </p:nvSpPr>
          <p:spPr>
            <a:xfrm>
              <a:off x="6971496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8357223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8357223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8357223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8357223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8357223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475352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110069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475352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03002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248781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110226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7573338" y="4667232"/>
              <a:ext cx="1892466" cy="1374129"/>
            </a:xfrm>
            <a:custGeom>
              <a:avLst/>
              <a:pathLst>
                <a:path w="1892466" h="1374129">
                  <a:moveTo>
                    <a:pt x="783885" y="313098"/>
                  </a:moveTo>
                  <a:lnTo>
                    <a:pt x="796544" y="284187"/>
                  </a:lnTo>
                  <a:lnTo>
                    <a:pt x="811590" y="255898"/>
                  </a:lnTo>
                  <a:lnTo>
                    <a:pt x="828991" y="228379"/>
                  </a:lnTo>
                  <a:lnTo>
                    <a:pt x="848709" y="201777"/>
                  </a:lnTo>
                  <a:lnTo>
                    <a:pt x="870693" y="176235"/>
                  </a:lnTo>
                  <a:lnTo>
                    <a:pt x="894890" y="151896"/>
                  </a:lnTo>
                  <a:lnTo>
                    <a:pt x="921234" y="128897"/>
                  </a:lnTo>
                  <a:lnTo>
                    <a:pt x="949654" y="107375"/>
                  </a:lnTo>
                  <a:lnTo>
                    <a:pt x="980072" y="87460"/>
                  </a:lnTo>
                  <a:lnTo>
                    <a:pt x="1012400" y="69281"/>
                  </a:lnTo>
                  <a:lnTo>
                    <a:pt x="1046547" y="52960"/>
                  </a:lnTo>
                  <a:lnTo>
                    <a:pt x="1082410" y="38617"/>
                  </a:lnTo>
                  <a:lnTo>
                    <a:pt x="1119885" y="26363"/>
                  </a:lnTo>
                  <a:lnTo>
                    <a:pt x="1158856" y="16307"/>
                  </a:lnTo>
                  <a:lnTo>
                    <a:pt x="1199206" y="8551"/>
                  </a:lnTo>
                  <a:lnTo>
                    <a:pt x="1240808" y="3189"/>
                  </a:lnTo>
                  <a:lnTo>
                    <a:pt x="1283532" y="311"/>
                  </a:lnTo>
                  <a:lnTo>
                    <a:pt x="1327243" y="0"/>
                  </a:lnTo>
                  <a:lnTo>
                    <a:pt x="1371799" y="2329"/>
                  </a:lnTo>
                  <a:lnTo>
                    <a:pt x="1403045" y="15747"/>
                  </a:lnTo>
                  <a:lnTo>
                    <a:pt x="1434096" y="30691"/>
                  </a:lnTo>
                  <a:lnTo>
                    <a:pt x="1464882" y="47166"/>
                  </a:lnTo>
                  <a:lnTo>
                    <a:pt x="1495331" y="65172"/>
                  </a:lnTo>
                  <a:lnTo>
                    <a:pt x="1525371" y="84707"/>
                  </a:lnTo>
                  <a:lnTo>
                    <a:pt x="1554929" y="105764"/>
                  </a:lnTo>
                  <a:lnTo>
                    <a:pt x="1583935" y="128335"/>
                  </a:lnTo>
                  <a:lnTo>
                    <a:pt x="1612314" y="152406"/>
                  </a:lnTo>
                  <a:lnTo>
                    <a:pt x="1639997" y="177962"/>
                  </a:lnTo>
                  <a:lnTo>
                    <a:pt x="1666910" y="204983"/>
                  </a:lnTo>
                  <a:lnTo>
                    <a:pt x="1692983" y="233449"/>
                  </a:lnTo>
                  <a:lnTo>
                    <a:pt x="1718145" y="263332"/>
                  </a:lnTo>
                  <a:lnTo>
                    <a:pt x="1742327" y="294603"/>
                  </a:lnTo>
                  <a:lnTo>
                    <a:pt x="1765458" y="327232"/>
                  </a:lnTo>
                  <a:lnTo>
                    <a:pt x="1787473" y="361181"/>
                  </a:lnTo>
                  <a:lnTo>
                    <a:pt x="1808303" y="396413"/>
                  </a:lnTo>
                  <a:lnTo>
                    <a:pt x="1827884" y="432886"/>
                  </a:lnTo>
                  <a:lnTo>
                    <a:pt x="1846153" y="470555"/>
                  </a:lnTo>
                  <a:lnTo>
                    <a:pt x="1863045" y="509372"/>
                  </a:lnTo>
                  <a:lnTo>
                    <a:pt x="1878503" y="549286"/>
                  </a:lnTo>
                  <a:lnTo>
                    <a:pt x="1892466" y="590243"/>
                  </a:lnTo>
                  <a:lnTo>
                    <a:pt x="1866581" y="628912"/>
                  </a:lnTo>
                  <a:lnTo>
                    <a:pt x="1839380" y="665734"/>
                  </a:lnTo>
                  <a:lnTo>
                    <a:pt x="1810962" y="700666"/>
                  </a:lnTo>
                  <a:lnTo>
                    <a:pt x="1781428" y="733669"/>
                  </a:lnTo>
                  <a:lnTo>
                    <a:pt x="1750879" y="764708"/>
                  </a:lnTo>
                  <a:lnTo>
                    <a:pt x="1719416" y="793756"/>
                  </a:lnTo>
                  <a:lnTo>
                    <a:pt x="1687144" y="820787"/>
                  </a:lnTo>
                  <a:lnTo>
                    <a:pt x="1654165" y="845781"/>
                  </a:lnTo>
                  <a:lnTo>
                    <a:pt x="1620584" y="868724"/>
                  </a:lnTo>
                  <a:lnTo>
                    <a:pt x="1586505" y="889605"/>
                  </a:lnTo>
                  <a:lnTo>
                    <a:pt x="1552032" y="908420"/>
                  </a:lnTo>
                  <a:lnTo>
                    <a:pt x="1517268" y="925168"/>
                  </a:lnTo>
                  <a:lnTo>
                    <a:pt x="1482316" y="939853"/>
                  </a:lnTo>
                  <a:lnTo>
                    <a:pt x="1447279" y="952484"/>
                  </a:lnTo>
                  <a:lnTo>
                    <a:pt x="1412259" y="963075"/>
                  </a:lnTo>
                  <a:lnTo>
                    <a:pt x="1377356" y="971644"/>
                  </a:lnTo>
                  <a:lnTo>
                    <a:pt x="1342669" y="978214"/>
                  </a:lnTo>
                  <a:lnTo>
                    <a:pt x="1308296" y="982813"/>
                  </a:lnTo>
                  <a:lnTo>
                    <a:pt x="1274332" y="985471"/>
                  </a:lnTo>
                  <a:lnTo>
                    <a:pt x="1240872" y="986225"/>
                  </a:lnTo>
                  <a:lnTo>
                    <a:pt x="1208007" y="985115"/>
                  </a:lnTo>
                  <a:lnTo>
                    <a:pt x="1175828" y="982186"/>
                  </a:lnTo>
                  <a:lnTo>
                    <a:pt x="1139537" y="976585"/>
                  </a:lnTo>
                  <a:lnTo>
                    <a:pt x="1104413" y="968691"/>
                  </a:lnTo>
                  <a:lnTo>
                    <a:pt x="1070582" y="958591"/>
                  </a:lnTo>
                  <a:lnTo>
                    <a:pt x="1038163" y="946382"/>
                  </a:lnTo>
                  <a:lnTo>
                    <a:pt x="1007272" y="932163"/>
                  </a:lnTo>
                  <a:lnTo>
                    <a:pt x="978018" y="916041"/>
                  </a:lnTo>
                  <a:lnTo>
                    <a:pt x="950504" y="898128"/>
                  </a:lnTo>
                  <a:lnTo>
                    <a:pt x="924825" y="878542"/>
                  </a:lnTo>
                  <a:lnTo>
                    <a:pt x="901072" y="857404"/>
                  </a:lnTo>
                  <a:lnTo>
                    <a:pt x="879327" y="834841"/>
                  </a:lnTo>
                  <a:lnTo>
                    <a:pt x="859665" y="810984"/>
                  </a:lnTo>
                  <a:lnTo>
                    <a:pt x="842154" y="785966"/>
                  </a:lnTo>
                  <a:lnTo>
                    <a:pt x="826854" y="759926"/>
                  </a:lnTo>
                  <a:lnTo>
                    <a:pt x="813819" y="733005"/>
                  </a:lnTo>
                  <a:lnTo>
                    <a:pt x="803092" y="705345"/>
                  </a:lnTo>
                  <a:lnTo>
                    <a:pt x="794710" y="677091"/>
                  </a:lnTo>
                  <a:lnTo>
                    <a:pt x="788703" y="648391"/>
                  </a:lnTo>
                  <a:lnTo>
                    <a:pt x="785090" y="619392"/>
                  </a:lnTo>
                  <a:lnTo>
                    <a:pt x="783885" y="590243"/>
                  </a:lnTo>
                  <a:lnTo>
                    <a:pt x="783035" y="624876"/>
                  </a:lnTo>
                  <a:lnTo>
                    <a:pt x="780485" y="659446"/>
                  </a:lnTo>
                  <a:lnTo>
                    <a:pt x="776239" y="693891"/>
                  </a:lnTo>
                  <a:lnTo>
                    <a:pt x="770302" y="728149"/>
                  </a:lnTo>
                  <a:lnTo>
                    <a:pt x="762681" y="762157"/>
                  </a:lnTo>
                  <a:lnTo>
                    <a:pt x="753386" y="795853"/>
                  </a:lnTo>
                  <a:lnTo>
                    <a:pt x="742426" y="829175"/>
                  </a:lnTo>
                  <a:lnTo>
                    <a:pt x="729817" y="862064"/>
                  </a:lnTo>
                  <a:lnTo>
                    <a:pt x="715572" y="894456"/>
                  </a:lnTo>
                  <a:lnTo>
                    <a:pt x="699709" y="926293"/>
                  </a:lnTo>
                  <a:lnTo>
                    <a:pt x="682247" y="957514"/>
                  </a:lnTo>
                  <a:lnTo>
                    <a:pt x="663208" y="988061"/>
                  </a:lnTo>
                  <a:lnTo>
                    <a:pt x="642615" y="1017874"/>
                  </a:lnTo>
                  <a:lnTo>
                    <a:pt x="620492" y="1046896"/>
                  </a:lnTo>
                  <a:lnTo>
                    <a:pt x="596866" y="1075071"/>
                  </a:lnTo>
                  <a:lnTo>
                    <a:pt x="571767" y="1102341"/>
                  </a:lnTo>
                  <a:lnTo>
                    <a:pt x="545225" y="1128653"/>
                  </a:lnTo>
                  <a:lnTo>
                    <a:pt x="517271" y="1153950"/>
                  </a:lnTo>
                  <a:lnTo>
                    <a:pt x="487942" y="1178182"/>
                  </a:lnTo>
                  <a:lnTo>
                    <a:pt x="457271" y="1201294"/>
                  </a:lnTo>
                  <a:lnTo>
                    <a:pt x="425298" y="1223237"/>
                  </a:lnTo>
                  <a:lnTo>
                    <a:pt x="392062" y="1243961"/>
                  </a:lnTo>
                  <a:lnTo>
                    <a:pt x="357603" y="1263417"/>
                  </a:lnTo>
                  <a:lnTo>
                    <a:pt x="321964" y="1281557"/>
                  </a:lnTo>
                  <a:lnTo>
                    <a:pt x="285189" y="1298337"/>
                  </a:lnTo>
                  <a:lnTo>
                    <a:pt x="247325" y="1313710"/>
                  </a:lnTo>
                  <a:lnTo>
                    <a:pt x="208418" y="1327636"/>
                  </a:lnTo>
                  <a:lnTo>
                    <a:pt x="168518" y="1340070"/>
                  </a:lnTo>
                  <a:lnTo>
                    <a:pt x="127674" y="1350975"/>
                  </a:lnTo>
                  <a:lnTo>
                    <a:pt x="85937" y="1360310"/>
                  </a:lnTo>
                  <a:lnTo>
                    <a:pt x="43361" y="1368040"/>
                  </a:lnTo>
                  <a:lnTo>
                    <a:pt x="0" y="1374129"/>
                  </a:lnTo>
                  <a:lnTo>
                    <a:pt x="6088" y="1330767"/>
                  </a:lnTo>
                  <a:lnTo>
                    <a:pt x="13818" y="1288191"/>
                  </a:lnTo>
                  <a:lnTo>
                    <a:pt x="23154" y="1246455"/>
                  </a:lnTo>
                  <a:lnTo>
                    <a:pt x="34058" y="1205610"/>
                  </a:lnTo>
                  <a:lnTo>
                    <a:pt x="46493" y="1165710"/>
                  </a:lnTo>
                  <a:lnTo>
                    <a:pt x="60418" y="1126803"/>
                  </a:lnTo>
                  <a:lnTo>
                    <a:pt x="75792" y="1088939"/>
                  </a:lnTo>
                  <a:lnTo>
                    <a:pt x="92571" y="1052165"/>
                  </a:lnTo>
                  <a:lnTo>
                    <a:pt x="110712" y="1016526"/>
                  </a:lnTo>
                  <a:lnTo>
                    <a:pt x="130167" y="982067"/>
                  </a:lnTo>
                  <a:lnTo>
                    <a:pt x="150891" y="948830"/>
                  </a:lnTo>
                  <a:lnTo>
                    <a:pt x="172834" y="916857"/>
                  </a:lnTo>
                  <a:lnTo>
                    <a:pt x="195947" y="886187"/>
                  </a:lnTo>
                  <a:lnTo>
                    <a:pt x="220178" y="856857"/>
                  </a:lnTo>
                  <a:lnTo>
                    <a:pt x="245476" y="828904"/>
                  </a:lnTo>
                  <a:lnTo>
                    <a:pt x="271787" y="802361"/>
                  </a:lnTo>
                  <a:lnTo>
                    <a:pt x="299058" y="777262"/>
                  </a:lnTo>
                  <a:lnTo>
                    <a:pt x="327232" y="753636"/>
                  </a:lnTo>
                  <a:lnTo>
                    <a:pt x="356254" y="731514"/>
                  </a:lnTo>
                  <a:lnTo>
                    <a:pt x="386068" y="710920"/>
                  </a:lnTo>
                  <a:lnTo>
                    <a:pt x="416614" y="691881"/>
                  </a:lnTo>
                  <a:lnTo>
                    <a:pt x="447835" y="674419"/>
                  </a:lnTo>
                  <a:lnTo>
                    <a:pt x="479672" y="658557"/>
                  </a:lnTo>
                  <a:lnTo>
                    <a:pt x="512065" y="644312"/>
                  </a:lnTo>
                  <a:lnTo>
                    <a:pt x="544953" y="631702"/>
                  </a:lnTo>
                  <a:lnTo>
                    <a:pt x="578276" y="620743"/>
                  </a:lnTo>
                  <a:lnTo>
                    <a:pt x="611972" y="611447"/>
                  </a:lnTo>
                  <a:lnTo>
                    <a:pt x="645980" y="603826"/>
                  </a:lnTo>
                  <a:lnTo>
                    <a:pt x="680237" y="597889"/>
                  </a:lnTo>
                  <a:lnTo>
                    <a:pt x="714682" y="593643"/>
                  </a:lnTo>
                  <a:lnTo>
                    <a:pt x="749252" y="591094"/>
                  </a:lnTo>
                  <a:lnTo>
                    <a:pt x="783885" y="590243"/>
                  </a:lnTo>
                  <a:lnTo>
                    <a:pt x="754737" y="589038"/>
                  </a:lnTo>
                  <a:lnTo>
                    <a:pt x="725738" y="585425"/>
                  </a:lnTo>
                  <a:lnTo>
                    <a:pt x="697037" y="579418"/>
                  </a:lnTo>
                  <a:lnTo>
                    <a:pt x="668784" y="571036"/>
                  </a:lnTo>
                  <a:lnTo>
                    <a:pt x="641123" y="560310"/>
                  </a:lnTo>
                  <a:lnTo>
                    <a:pt x="614202" y="547274"/>
                  </a:lnTo>
                  <a:lnTo>
                    <a:pt x="588162" y="531974"/>
                  </a:lnTo>
                  <a:lnTo>
                    <a:pt x="563145" y="514463"/>
                  </a:lnTo>
                  <a:lnTo>
                    <a:pt x="539288" y="494801"/>
                  </a:lnTo>
                  <a:lnTo>
                    <a:pt x="516725" y="473056"/>
                  </a:lnTo>
                  <a:lnTo>
                    <a:pt x="495587" y="449303"/>
                  </a:lnTo>
                  <a:lnTo>
                    <a:pt x="476000" y="423625"/>
                  </a:lnTo>
                  <a:lnTo>
                    <a:pt x="458087" y="396110"/>
                  </a:lnTo>
                  <a:lnTo>
                    <a:pt x="441965" y="366856"/>
                  </a:lnTo>
                  <a:lnTo>
                    <a:pt x="427746" y="335965"/>
                  </a:lnTo>
                  <a:lnTo>
                    <a:pt x="415537" y="303547"/>
                  </a:lnTo>
                  <a:lnTo>
                    <a:pt x="405438" y="269715"/>
                  </a:lnTo>
                  <a:lnTo>
                    <a:pt x="397543" y="234591"/>
                  </a:lnTo>
                  <a:lnTo>
                    <a:pt x="391942" y="198301"/>
                  </a:lnTo>
                  <a:lnTo>
                    <a:pt x="367700" y="229617"/>
                  </a:lnTo>
                  <a:lnTo>
                    <a:pt x="345915" y="262383"/>
                  </a:lnTo>
                  <a:lnTo>
                    <a:pt x="326670" y="296409"/>
                  </a:lnTo>
                  <a:lnTo>
                    <a:pt x="310032" y="331500"/>
                  </a:lnTo>
                  <a:lnTo>
                    <a:pt x="296055" y="367459"/>
                  </a:lnTo>
                  <a:lnTo>
                    <a:pt x="284777" y="404086"/>
                  </a:lnTo>
                  <a:lnTo>
                    <a:pt x="276221" y="441180"/>
                  </a:lnTo>
                  <a:lnTo>
                    <a:pt x="270398" y="478541"/>
                  </a:lnTo>
                  <a:lnTo>
                    <a:pt x="267300" y="515970"/>
                  </a:lnTo>
                  <a:lnTo>
                    <a:pt x="266908" y="553269"/>
                  </a:lnTo>
                  <a:lnTo>
                    <a:pt x="269186" y="590243"/>
                  </a:lnTo>
                  <a:lnTo>
                    <a:pt x="274088" y="626705"/>
                  </a:lnTo>
                  <a:lnTo>
                    <a:pt x="281551" y="662468"/>
                  </a:lnTo>
                  <a:lnTo>
                    <a:pt x="291500" y="697355"/>
                  </a:lnTo>
                  <a:lnTo>
                    <a:pt x="303849" y="731195"/>
                  </a:lnTo>
                  <a:lnTo>
                    <a:pt x="318500" y="763823"/>
                  </a:lnTo>
                  <a:lnTo>
                    <a:pt x="335343" y="795086"/>
                  </a:lnTo>
                  <a:lnTo>
                    <a:pt x="354258" y="824837"/>
                  </a:lnTo>
                  <a:lnTo>
                    <a:pt x="375116" y="852943"/>
                  </a:lnTo>
                  <a:lnTo>
                    <a:pt x="397780" y="879278"/>
                  </a:lnTo>
                  <a:lnTo>
                    <a:pt x="422103" y="903729"/>
                  </a:lnTo>
                  <a:lnTo>
                    <a:pt x="447934" y="926194"/>
                  </a:lnTo>
                  <a:lnTo>
                    <a:pt x="475113" y="946585"/>
                  </a:lnTo>
                  <a:lnTo>
                    <a:pt x="503478" y="964823"/>
                  </a:lnTo>
                  <a:lnTo>
                    <a:pt x="532861" y="980845"/>
                  </a:lnTo>
                  <a:lnTo>
                    <a:pt x="563091" y="994598"/>
                  </a:lnTo>
                  <a:lnTo>
                    <a:pt x="593995" y="1006045"/>
                  </a:lnTo>
                  <a:lnTo>
                    <a:pt x="625399" y="1015160"/>
                  </a:lnTo>
                  <a:lnTo>
                    <a:pt x="657130" y="1021930"/>
                  </a:lnTo>
                  <a:lnTo>
                    <a:pt x="689014" y="1026356"/>
                  </a:lnTo>
                  <a:lnTo>
                    <a:pt x="720880" y="1028450"/>
                  </a:lnTo>
                  <a:lnTo>
                    <a:pt x="752559" y="1028238"/>
                  </a:lnTo>
                  <a:lnTo>
                    <a:pt x="783885" y="1025758"/>
                  </a:lnTo>
                  <a:lnTo>
                    <a:pt x="814697" y="1021058"/>
                  </a:lnTo>
                  <a:lnTo>
                    <a:pt x="844841" y="1014199"/>
                  </a:lnTo>
                  <a:lnTo>
                    <a:pt x="874165" y="1005254"/>
                  </a:lnTo>
                  <a:lnTo>
                    <a:pt x="902527" y="994302"/>
                  </a:lnTo>
                  <a:lnTo>
                    <a:pt x="929792" y="981437"/>
                  </a:lnTo>
                  <a:lnTo>
                    <a:pt x="955833" y="966757"/>
                  </a:lnTo>
                  <a:lnTo>
                    <a:pt x="980530" y="950372"/>
                  </a:lnTo>
                  <a:lnTo>
                    <a:pt x="1003774" y="932398"/>
                  </a:lnTo>
                  <a:lnTo>
                    <a:pt x="1025466" y="912958"/>
                  </a:lnTo>
                  <a:lnTo>
                    <a:pt x="1045516" y="892181"/>
                  </a:lnTo>
                  <a:lnTo>
                    <a:pt x="1063844" y="870203"/>
                  </a:lnTo>
                  <a:lnTo>
                    <a:pt x="1080383" y="847160"/>
                  </a:lnTo>
                  <a:lnTo>
                    <a:pt x="1095074" y="823197"/>
                  </a:lnTo>
                  <a:lnTo>
                    <a:pt x="1107872" y="798457"/>
                  </a:lnTo>
                  <a:lnTo>
                    <a:pt x="1118741" y="773089"/>
                  </a:lnTo>
                  <a:lnTo>
                    <a:pt x="1127658" y="747239"/>
                  </a:lnTo>
                  <a:lnTo>
                    <a:pt x="1134610" y="721057"/>
                  </a:lnTo>
                  <a:lnTo>
                    <a:pt x="1139595" y="694689"/>
                  </a:lnTo>
                  <a:lnTo>
                    <a:pt x="1142622" y="668282"/>
                  </a:lnTo>
                  <a:lnTo>
                    <a:pt x="1143713" y="641979"/>
                  </a:lnTo>
                  <a:lnTo>
                    <a:pt x="1142897" y="615920"/>
                  </a:lnTo>
                  <a:lnTo>
                    <a:pt x="1140215" y="590243"/>
                  </a:lnTo>
                  <a:lnTo>
                    <a:pt x="1135717" y="565080"/>
                  </a:lnTo>
                  <a:lnTo>
                    <a:pt x="1129462" y="540557"/>
                  </a:lnTo>
                  <a:lnTo>
                    <a:pt x="1121520" y="516795"/>
                  </a:lnTo>
                  <a:lnTo>
                    <a:pt x="1111967" y="493910"/>
                  </a:lnTo>
                  <a:lnTo>
                    <a:pt x="1100886" y="472008"/>
                  </a:lnTo>
                  <a:lnTo>
                    <a:pt x="1088370" y="451190"/>
                  </a:lnTo>
                  <a:lnTo>
                    <a:pt x="1074515" y="431547"/>
                  </a:lnTo>
                  <a:lnTo>
                    <a:pt x="1059425" y="413164"/>
                  </a:lnTo>
                  <a:lnTo>
                    <a:pt x="1043209" y="396116"/>
                  </a:lnTo>
                  <a:lnTo>
                    <a:pt x="1025979" y="380467"/>
                  </a:lnTo>
                  <a:lnTo>
                    <a:pt x="1007852" y="366276"/>
                  </a:lnTo>
                  <a:lnTo>
                    <a:pt x="988947" y="353589"/>
                  </a:lnTo>
                  <a:lnTo>
                    <a:pt x="969385" y="342445"/>
                  </a:lnTo>
                  <a:lnTo>
                    <a:pt x="949288" y="332871"/>
                  </a:lnTo>
                  <a:lnTo>
                    <a:pt x="928781" y="324886"/>
                  </a:lnTo>
                  <a:lnTo>
                    <a:pt x="907986" y="318499"/>
                  </a:lnTo>
                  <a:lnTo>
                    <a:pt x="887026" y="313710"/>
                  </a:lnTo>
                  <a:lnTo>
                    <a:pt x="866022" y="310510"/>
                  </a:lnTo>
                  <a:lnTo>
                    <a:pt x="845092" y="308881"/>
                  </a:lnTo>
                  <a:lnTo>
                    <a:pt x="824351" y="308794"/>
                  </a:lnTo>
                  <a:lnTo>
                    <a:pt x="803913" y="310214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573338" y="4667232"/>
              <a:ext cx="1892466" cy="1374129"/>
            </a:xfrm>
            <a:custGeom>
              <a:avLst/>
              <a:pathLst>
                <a:path w="1892466" h="1374129">
                  <a:moveTo>
                    <a:pt x="783885" y="313098"/>
                  </a:moveTo>
                  <a:lnTo>
                    <a:pt x="796544" y="284187"/>
                  </a:lnTo>
                  <a:lnTo>
                    <a:pt x="811590" y="255898"/>
                  </a:lnTo>
                  <a:lnTo>
                    <a:pt x="828991" y="228379"/>
                  </a:lnTo>
                  <a:lnTo>
                    <a:pt x="848709" y="201777"/>
                  </a:lnTo>
                  <a:lnTo>
                    <a:pt x="870693" y="176235"/>
                  </a:lnTo>
                  <a:lnTo>
                    <a:pt x="894890" y="151896"/>
                  </a:lnTo>
                  <a:lnTo>
                    <a:pt x="921234" y="128897"/>
                  </a:lnTo>
                  <a:lnTo>
                    <a:pt x="949654" y="107375"/>
                  </a:lnTo>
                  <a:lnTo>
                    <a:pt x="980072" y="87460"/>
                  </a:lnTo>
                  <a:lnTo>
                    <a:pt x="1012400" y="69281"/>
                  </a:lnTo>
                  <a:lnTo>
                    <a:pt x="1046547" y="52960"/>
                  </a:lnTo>
                  <a:lnTo>
                    <a:pt x="1082410" y="38617"/>
                  </a:lnTo>
                  <a:lnTo>
                    <a:pt x="1119885" y="26363"/>
                  </a:lnTo>
                  <a:lnTo>
                    <a:pt x="1158856" y="16307"/>
                  </a:lnTo>
                  <a:lnTo>
                    <a:pt x="1199206" y="8551"/>
                  </a:lnTo>
                  <a:lnTo>
                    <a:pt x="1240808" y="3189"/>
                  </a:lnTo>
                  <a:lnTo>
                    <a:pt x="1283532" y="311"/>
                  </a:lnTo>
                  <a:lnTo>
                    <a:pt x="1327243" y="0"/>
                  </a:lnTo>
                  <a:lnTo>
                    <a:pt x="1371799" y="2329"/>
                  </a:lnTo>
                  <a:lnTo>
                    <a:pt x="1403045" y="15747"/>
                  </a:lnTo>
                  <a:lnTo>
                    <a:pt x="1434096" y="30691"/>
                  </a:lnTo>
                  <a:lnTo>
                    <a:pt x="1464882" y="47166"/>
                  </a:lnTo>
                  <a:lnTo>
                    <a:pt x="1495331" y="65172"/>
                  </a:lnTo>
                  <a:lnTo>
                    <a:pt x="1525371" y="84707"/>
                  </a:lnTo>
                  <a:lnTo>
                    <a:pt x="1554929" y="105764"/>
                  </a:lnTo>
                  <a:lnTo>
                    <a:pt x="1583935" y="128335"/>
                  </a:lnTo>
                  <a:lnTo>
                    <a:pt x="1612314" y="152406"/>
                  </a:lnTo>
                  <a:lnTo>
                    <a:pt x="1639997" y="177962"/>
                  </a:lnTo>
                  <a:lnTo>
                    <a:pt x="1666910" y="204983"/>
                  </a:lnTo>
                  <a:lnTo>
                    <a:pt x="1692983" y="233449"/>
                  </a:lnTo>
                  <a:lnTo>
                    <a:pt x="1718145" y="263332"/>
                  </a:lnTo>
                  <a:lnTo>
                    <a:pt x="1742327" y="294603"/>
                  </a:lnTo>
                  <a:lnTo>
                    <a:pt x="1765458" y="327232"/>
                  </a:lnTo>
                  <a:lnTo>
                    <a:pt x="1787473" y="361181"/>
                  </a:lnTo>
                  <a:lnTo>
                    <a:pt x="1808303" y="396413"/>
                  </a:lnTo>
                  <a:lnTo>
                    <a:pt x="1827884" y="432886"/>
                  </a:lnTo>
                  <a:lnTo>
                    <a:pt x="1846153" y="470555"/>
                  </a:lnTo>
                  <a:lnTo>
                    <a:pt x="1863045" y="509372"/>
                  </a:lnTo>
                  <a:lnTo>
                    <a:pt x="1878503" y="549286"/>
                  </a:lnTo>
                  <a:lnTo>
                    <a:pt x="1892466" y="590243"/>
                  </a:lnTo>
                  <a:lnTo>
                    <a:pt x="1866581" y="628912"/>
                  </a:lnTo>
                  <a:lnTo>
                    <a:pt x="1839380" y="665734"/>
                  </a:lnTo>
                  <a:lnTo>
                    <a:pt x="1810962" y="700666"/>
                  </a:lnTo>
                  <a:lnTo>
                    <a:pt x="1781428" y="733669"/>
                  </a:lnTo>
                  <a:lnTo>
                    <a:pt x="1750879" y="764708"/>
                  </a:lnTo>
                  <a:lnTo>
                    <a:pt x="1719416" y="793756"/>
                  </a:lnTo>
                  <a:lnTo>
                    <a:pt x="1687144" y="820787"/>
                  </a:lnTo>
                  <a:lnTo>
                    <a:pt x="1654165" y="845781"/>
                  </a:lnTo>
                  <a:lnTo>
                    <a:pt x="1620584" y="868724"/>
                  </a:lnTo>
                  <a:lnTo>
                    <a:pt x="1586505" y="889605"/>
                  </a:lnTo>
                  <a:lnTo>
                    <a:pt x="1552032" y="908420"/>
                  </a:lnTo>
                  <a:lnTo>
                    <a:pt x="1517268" y="925168"/>
                  </a:lnTo>
                  <a:lnTo>
                    <a:pt x="1482316" y="939853"/>
                  </a:lnTo>
                  <a:lnTo>
                    <a:pt x="1447279" y="952484"/>
                  </a:lnTo>
                  <a:lnTo>
                    <a:pt x="1412259" y="963075"/>
                  </a:lnTo>
                  <a:lnTo>
                    <a:pt x="1377356" y="971644"/>
                  </a:lnTo>
                  <a:lnTo>
                    <a:pt x="1342669" y="978214"/>
                  </a:lnTo>
                  <a:lnTo>
                    <a:pt x="1308296" y="982813"/>
                  </a:lnTo>
                  <a:lnTo>
                    <a:pt x="1274332" y="985471"/>
                  </a:lnTo>
                  <a:lnTo>
                    <a:pt x="1240872" y="986225"/>
                  </a:lnTo>
                  <a:lnTo>
                    <a:pt x="1208007" y="985115"/>
                  </a:lnTo>
                  <a:lnTo>
                    <a:pt x="1175828" y="982186"/>
                  </a:lnTo>
                  <a:lnTo>
                    <a:pt x="1139537" y="976585"/>
                  </a:lnTo>
                  <a:lnTo>
                    <a:pt x="1104413" y="968691"/>
                  </a:lnTo>
                  <a:lnTo>
                    <a:pt x="1070582" y="958591"/>
                  </a:lnTo>
                  <a:lnTo>
                    <a:pt x="1038163" y="946382"/>
                  </a:lnTo>
                  <a:lnTo>
                    <a:pt x="1007272" y="932163"/>
                  </a:lnTo>
                  <a:lnTo>
                    <a:pt x="978018" y="916041"/>
                  </a:lnTo>
                  <a:lnTo>
                    <a:pt x="950504" y="898128"/>
                  </a:lnTo>
                  <a:lnTo>
                    <a:pt x="924825" y="878542"/>
                  </a:lnTo>
                  <a:lnTo>
                    <a:pt x="901072" y="857404"/>
                  </a:lnTo>
                  <a:lnTo>
                    <a:pt x="879327" y="834841"/>
                  </a:lnTo>
                  <a:lnTo>
                    <a:pt x="859665" y="810984"/>
                  </a:lnTo>
                  <a:lnTo>
                    <a:pt x="842154" y="785966"/>
                  </a:lnTo>
                  <a:lnTo>
                    <a:pt x="826854" y="759926"/>
                  </a:lnTo>
                  <a:lnTo>
                    <a:pt x="813819" y="733005"/>
                  </a:lnTo>
                  <a:lnTo>
                    <a:pt x="803092" y="705345"/>
                  </a:lnTo>
                  <a:lnTo>
                    <a:pt x="794710" y="677091"/>
                  </a:lnTo>
                  <a:lnTo>
                    <a:pt x="788703" y="648391"/>
                  </a:lnTo>
                  <a:lnTo>
                    <a:pt x="785090" y="619392"/>
                  </a:lnTo>
                  <a:lnTo>
                    <a:pt x="783885" y="590243"/>
                  </a:lnTo>
                  <a:lnTo>
                    <a:pt x="783035" y="624876"/>
                  </a:lnTo>
                  <a:lnTo>
                    <a:pt x="780485" y="659446"/>
                  </a:lnTo>
                  <a:lnTo>
                    <a:pt x="776239" y="693891"/>
                  </a:lnTo>
                  <a:lnTo>
                    <a:pt x="770302" y="728149"/>
                  </a:lnTo>
                  <a:lnTo>
                    <a:pt x="762681" y="762157"/>
                  </a:lnTo>
                  <a:lnTo>
                    <a:pt x="753386" y="795853"/>
                  </a:lnTo>
                  <a:lnTo>
                    <a:pt x="742426" y="829175"/>
                  </a:lnTo>
                  <a:lnTo>
                    <a:pt x="729817" y="862064"/>
                  </a:lnTo>
                  <a:lnTo>
                    <a:pt x="715572" y="894456"/>
                  </a:lnTo>
                  <a:lnTo>
                    <a:pt x="699709" y="926293"/>
                  </a:lnTo>
                  <a:lnTo>
                    <a:pt x="682247" y="957514"/>
                  </a:lnTo>
                  <a:lnTo>
                    <a:pt x="663208" y="988061"/>
                  </a:lnTo>
                  <a:lnTo>
                    <a:pt x="642615" y="1017874"/>
                  </a:lnTo>
                  <a:lnTo>
                    <a:pt x="620492" y="1046896"/>
                  </a:lnTo>
                  <a:lnTo>
                    <a:pt x="596866" y="1075071"/>
                  </a:lnTo>
                  <a:lnTo>
                    <a:pt x="571767" y="1102341"/>
                  </a:lnTo>
                  <a:lnTo>
                    <a:pt x="545225" y="1128653"/>
                  </a:lnTo>
                  <a:lnTo>
                    <a:pt x="517271" y="1153950"/>
                  </a:lnTo>
                  <a:lnTo>
                    <a:pt x="487942" y="1178182"/>
                  </a:lnTo>
                  <a:lnTo>
                    <a:pt x="457271" y="1201294"/>
                  </a:lnTo>
                  <a:lnTo>
                    <a:pt x="425298" y="1223237"/>
                  </a:lnTo>
                  <a:lnTo>
                    <a:pt x="392062" y="1243961"/>
                  </a:lnTo>
                  <a:lnTo>
                    <a:pt x="357603" y="1263417"/>
                  </a:lnTo>
                  <a:lnTo>
                    <a:pt x="321964" y="1281557"/>
                  </a:lnTo>
                  <a:lnTo>
                    <a:pt x="285189" y="1298337"/>
                  </a:lnTo>
                  <a:lnTo>
                    <a:pt x="247325" y="1313710"/>
                  </a:lnTo>
                  <a:lnTo>
                    <a:pt x="208418" y="1327636"/>
                  </a:lnTo>
                  <a:lnTo>
                    <a:pt x="168518" y="1340070"/>
                  </a:lnTo>
                  <a:lnTo>
                    <a:pt x="127674" y="1350975"/>
                  </a:lnTo>
                  <a:lnTo>
                    <a:pt x="85937" y="1360310"/>
                  </a:lnTo>
                  <a:lnTo>
                    <a:pt x="43361" y="1368040"/>
                  </a:lnTo>
                  <a:lnTo>
                    <a:pt x="0" y="1374129"/>
                  </a:lnTo>
                  <a:lnTo>
                    <a:pt x="6088" y="1330767"/>
                  </a:lnTo>
                  <a:lnTo>
                    <a:pt x="13818" y="1288191"/>
                  </a:lnTo>
                  <a:lnTo>
                    <a:pt x="23154" y="1246455"/>
                  </a:lnTo>
                  <a:lnTo>
                    <a:pt x="34058" y="1205610"/>
                  </a:lnTo>
                  <a:lnTo>
                    <a:pt x="46493" y="1165710"/>
                  </a:lnTo>
                  <a:lnTo>
                    <a:pt x="60418" y="1126803"/>
                  </a:lnTo>
                  <a:lnTo>
                    <a:pt x="75792" y="1088939"/>
                  </a:lnTo>
                  <a:lnTo>
                    <a:pt x="92571" y="1052165"/>
                  </a:lnTo>
                  <a:lnTo>
                    <a:pt x="110712" y="1016526"/>
                  </a:lnTo>
                  <a:lnTo>
                    <a:pt x="130167" y="982067"/>
                  </a:lnTo>
                  <a:lnTo>
                    <a:pt x="150891" y="948830"/>
                  </a:lnTo>
                  <a:lnTo>
                    <a:pt x="172834" y="916857"/>
                  </a:lnTo>
                  <a:lnTo>
                    <a:pt x="195947" y="886187"/>
                  </a:lnTo>
                  <a:lnTo>
                    <a:pt x="220178" y="856857"/>
                  </a:lnTo>
                  <a:lnTo>
                    <a:pt x="245476" y="828904"/>
                  </a:lnTo>
                  <a:lnTo>
                    <a:pt x="271787" y="802361"/>
                  </a:lnTo>
                  <a:lnTo>
                    <a:pt x="299058" y="777262"/>
                  </a:lnTo>
                  <a:lnTo>
                    <a:pt x="327232" y="753636"/>
                  </a:lnTo>
                  <a:lnTo>
                    <a:pt x="356254" y="731514"/>
                  </a:lnTo>
                  <a:lnTo>
                    <a:pt x="386068" y="710920"/>
                  </a:lnTo>
                  <a:lnTo>
                    <a:pt x="416614" y="691881"/>
                  </a:lnTo>
                  <a:lnTo>
                    <a:pt x="447835" y="674419"/>
                  </a:lnTo>
                  <a:lnTo>
                    <a:pt x="479672" y="658557"/>
                  </a:lnTo>
                  <a:lnTo>
                    <a:pt x="512065" y="644312"/>
                  </a:lnTo>
                  <a:lnTo>
                    <a:pt x="544953" y="631702"/>
                  </a:lnTo>
                  <a:lnTo>
                    <a:pt x="578276" y="620743"/>
                  </a:lnTo>
                  <a:lnTo>
                    <a:pt x="611972" y="611447"/>
                  </a:lnTo>
                  <a:lnTo>
                    <a:pt x="645980" y="603826"/>
                  </a:lnTo>
                  <a:lnTo>
                    <a:pt x="680237" y="597889"/>
                  </a:lnTo>
                  <a:lnTo>
                    <a:pt x="714682" y="593643"/>
                  </a:lnTo>
                  <a:lnTo>
                    <a:pt x="749252" y="591094"/>
                  </a:lnTo>
                  <a:lnTo>
                    <a:pt x="783885" y="590243"/>
                  </a:lnTo>
                  <a:lnTo>
                    <a:pt x="754737" y="589038"/>
                  </a:lnTo>
                  <a:lnTo>
                    <a:pt x="725738" y="585425"/>
                  </a:lnTo>
                  <a:lnTo>
                    <a:pt x="697037" y="579418"/>
                  </a:lnTo>
                  <a:lnTo>
                    <a:pt x="668784" y="571036"/>
                  </a:lnTo>
                  <a:lnTo>
                    <a:pt x="641123" y="560310"/>
                  </a:lnTo>
                  <a:lnTo>
                    <a:pt x="614202" y="547274"/>
                  </a:lnTo>
                  <a:lnTo>
                    <a:pt x="588162" y="531974"/>
                  </a:lnTo>
                  <a:lnTo>
                    <a:pt x="563145" y="514463"/>
                  </a:lnTo>
                  <a:lnTo>
                    <a:pt x="539288" y="494801"/>
                  </a:lnTo>
                  <a:lnTo>
                    <a:pt x="516725" y="473056"/>
                  </a:lnTo>
                  <a:lnTo>
                    <a:pt x="495587" y="449303"/>
                  </a:lnTo>
                  <a:lnTo>
                    <a:pt x="476000" y="423625"/>
                  </a:lnTo>
                  <a:lnTo>
                    <a:pt x="458087" y="396110"/>
                  </a:lnTo>
                  <a:lnTo>
                    <a:pt x="441965" y="366856"/>
                  </a:lnTo>
                  <a:lnTo>
                    <a:pt x="427746" y="335965"/>
                  </a:lnTo>
                  <a:lnTo>
                    <a:pt x="415537" y="303547"/>
                  </a:lnTo>
                  <a:lnTo>
                    <a:pt x="405438" y="269715"/>
                  </a:lnTo>
                  <a:lnTo>
                    <a:pt x="397543" y="234591"/>
                  </a:lnTo>
                  <a:lnTo>
                    <a:pt x="391942" y="198301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8325622" y="4948730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8913536" y="463796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9434203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8717564" y="5617818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7541736" y="600976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7933679" y="483393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8357223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8357223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8357223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8357223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8357223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573338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248642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573338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8225184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9004962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9496295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8995864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8216085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223160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698799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7232259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6730924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6681455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9840725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9840725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10168724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tx316"/>
            <p:cNvSpPr/>
            <p:nvPr/>
          </p:nvSpPr>
          <p:spPr>
            <a:xfrm>
              <a:off x="10830811" y="3572944"/>
              <a:ext cx="156691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 (n=15)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10228542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11614268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11614268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11614268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11614268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11614268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10732397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10367114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10732397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11060048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10505827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0367271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11455900" y="4796193"/>
              <a:ext cx="1266950" cy="706691"/>
            </a:xfrm>
            <a:custGeom>
              <a:avLst/>
              <a:pathLst>
                <a:path w="1266950" h="706691">
                  <a:moveTo>
                    <a:pt x="158368" y="144545"/>
                  </a:moveTo>
                  <a:lnTo>
                    <a:pt x="177396" y="122455"/>
                  </a:lnTo>
                  <a:lnTo>
                    <a:pt x="198898" y="101573"/>
                  </a:lnTo>
                  <a:lnTo>
                    <a:pt x="222793" y="82107"/>
                  </a:lnTo>
                  <a:lnTo>
                    <a:pt x="248986" y="64259"/>
                  </a:lnTo>
                  <a:lnTo>
                    <a:pt x="277368" y="48225"/>
                  </a:lnTo>
                  <a:lnTo>
                    <a:pt x="307814" y="34193"/>
                  </a:lnTo>
                  <a:lnTo>
                    <a:pt x="340184" y="22342"/>
                  </a:lnTo>
                  <a:lnTo>
                    <a:pt x="374325" y="12843"/>
                  </a:lnTo>
                  <a:lnTo>
                    <a:pt x="410074" y="5856"/>
                  </a:lnTo>
                  <a:lnTo>
                    <a:pt x="447250" y="1530"/>
                  </a:lnTo>
                  <a:lnTo>
                    <a:pt x="485666" y="0"/>
                  </a:lnTo>
                  <a:lnTo>
                    <a:pt x="525122" y="1389"/>
                  </a:lnTo>
                  <a:lnTo>
                    <a:pt x="565407" y="5807"/>
                  </a:lnTo>
                  <a:lnTo>
                    <a:pt x="606303" y="13348"/>
                  </a:lnTo>
                  <a:lnTo>
                    <a:pt x="639323" y="15022"/>
                  </a:lnTo>
                  <a:lnTo>
                    <a:pt x="672821" y="18560"/>
                  </a:lnTo>
                  <a:lnTo>
                    <a:pt x="706704" y="24000"/>
                  </a:lnTo>
                  <a:lnTo>
                    <a:pt x="740874" y="31374"/>
                  </a:lnTo>
                  <a:lnTo>
                    <a:pt x="775235" y="40711"/>
                  </a:lnTo>
                  <a:lnTo>
                    <a:pt x="809685" y="52033"/>
                  </a:lnTo>
                  <a:lnTo>
                    <a:pt x="844125" y="65361"/>
                  </a:lnTo>
                  <a:lnTo>
                    <a:pt x="878452" y="80708"/>
                  </a:lnTo>
                  <a:lnTo>
                    <a:pt x="912562" y="98082"/>
                  </a:lnTo>
                  <a:lnTo>
                    <a:pt x="946352" y="117489"/>
                  </a:lnTo>
                  <a:lnTo>
                    <a:pt x="979716" y="138928"/>
                  </a:lnTo>
                  <a:lnTo>
                    <a:pt x="1012549" y="162392"/>
                  </a:lnTo>
                  <a:lnTo>
                    <a:pt x="1044747" y="187871"/>
                  </a:lnTo>
                  <a:lnTo>
                    <a:pt x="1076203" y="215350"/>
                  </a:lnTo>
                  <a:lnTo>
                    <a:pt x="1106814" y="244806"/>
                  </a:lnTo>
                  <a:lnTo>
                    <a:pt x="1136475" y="276215"/>
                  </a:lnTo>
                  <a:lnTo>
                    <a:pt x="1165082" y="309545"/>
                  </a:lnTo>
                  <a:lnTo>
                    <a:pt x="1192534" y="344761"/>
                  </a:lnTo>
                  <a:lnTo>
                    <a:pt x="1218728" y="381820"/>
                  </a:lnTo>
                  <a:lnTo>
                    <a:pt x="1243566" y="420678"/>
                  </a:lnTo>
                  <a:lnTo>
                    <a:pt x="1266950" y="461283"/>
                  </a:lnTo>
                  <a:lnTo>
                    <a:pt x="1231302" y="492502"/>
                  </a:lnTo>
                  <a:lnTo>
                    <a:pt x="1194807" y="521649"/>
                  </a:lnTo>
                  <a:lnTo>
                    <a:pt x="1157554" y="548700"/>
                  </a:lnTo>
                  <a:lnTo>
                    <a:pt x="1119633" y="573639"/>
                  </a:lnTo>
                  <a:lnTo>
                    <a:pt x="1081137" y="596449"/>
                  </a:lnTo>
                  <a:lnTo>
                    <a:pt x="1042157" y="617119"/>
                  </a:lnTo>
                  <a:lnTo>
                    <a:pt x="1002785" y="635641"/>
                  </a:lnTo>
                  <a:lnTo>
                    <a:pt x="963112" y="652011"/>
                  </a:lnTo>
                  <a:lnTo>
                    <a:pt x="923231" y="666227"/>
                  </a:lnTo>
                  <a:lnTo>
                    <a:pt x="883232" y="678293"/>
                  </a:lnTo>
                  <a:lnTo>
                    <a:pt x="843207" y="688214"/>
                  </a:lnTo>
                  <a:lnTo>
                    <a:pt x="803246" y="695999"/>
                  </a:lnTo>
                  <a:lnTo>
                    <a:pt x="763440" y="701663"/>
                  </a:lnTo>
                  <a:lnTo>
                    <a:pt x="723878" y="705220"/>
                  </a:lnTo>
                  <a:lnTo>
                    <a:pt x="684648" y="706691"/>
                  </a:lnTo>
                  <a:lnTo>
                    <a:pt x="645838" y="706100"/>
                  </a:lnTo>
                  <a:lnTo>
                    <a:pt x="607534" y="703471"/>
                  </a:lnTo>
                  <a:lnTo>
                    <a:pt x="569822" y="698836"/>
                  </a:lnTo>
                  <a:lnTo>
                    <a:pt x="532786" y="692227"/>
                  </a:lnTo>
                  <a:lnTo>
                    <a:pt x="496507" y="683680"/>
                  </a:lnTo>
                  <a:lnTo>
                    <a:pt x="461067" y="673235"/>
                  </a:lnTo>
                  <a:lnTo>
                    <a:pt x="426545" y="660933"/>
                  </a:lnTo>
                  <a:lnTo>
                    <a:pt x="393019" y="646821"/>
                  </a:lnTo>
                  <a:lnTo>
                    <a:pt x="360564" y="630945"/>
                  </a:lnTo>
                  <a:lnTo>
                    <a:pt x="329254" y="613358"/>
                  </a:lnTo>
                  <a:lnTo>
                    <a:pt x="299160" y="594113"/>
                  </a:lnTo>
                  <a:lnTo>
                    <a:pt x="270352" y="573267"/>
                  </a:lnTo>
                  <a:lnTo>
                    <a:pt x="243004" y="567412"/>
                  </a:lnTo>
                  <a:lnTo>
                    <a:pt x="218552" y="557065"/>
                  </a:lnTo>
                  <a:lnTo>
                    <a:pt x="197633" y="542817"/>
                  </a:lnTo>
                  <a:lnTo>
                    <a:pt x="180785" y="525347"/>
                  </a:lnTo>
                  <a:lnTo>
                    <a:pt x="168437" y="505397"/>
                  </a:lnTo>
                  <a:lnTo>
                    <a:pt x="160901" y="483765"/>
                  </a:lnTo>
                  <a:lnTo>
                    <a:pt x="158368" y="461283"/>
                  </a:lnTo>
                  <a:lnTo>
                    <a:pt x="140680" y="475389"/>
                  </a:lnTo>
                  <a:lnTo>
                    <a:pt x="120056" y="485356"/>
                  </a:lnTo>
                  <a:lnTo>
                    <a:pt x="97217" y="490732"/>
                  </a:lnTo>
                  <a:lnTo>
                    <a:pt x="72950" y="491172"/>
                  </a:lnTo>
                  <a:lnTo>
                    <a:pt x="48084" y="486455"/>
                  </a:lnTo>
                  <a:lnTo>
                    <a:pt x="23477" y="476482"/>
                  </a:lnTo>
                  <a:lnTo>
                    <a:pt x="0" y="461283"/>
                  </a:lnTo>
                  <a:lnTo>
                    <a:pt x="23477" y="446084"/>
                  </a:lnTo>
                  <a:lnTo>
                    <a:pt x="48084" y="436111"/>
                  </a:lnTo>
                  <a:lnTo>
                    <a:pt x="72950" y="431394"/>
                  </a:lnTo>
                  <a:lnTo>
                    <a:pt x="97217" y="431834"/>
                  </a:lnTo>
                  <a:lnTo>
                    <a:pt x="120056" y="437209"/>
                  </a:lnTo>
                  <a:lnTo>
                    <a:pt x="140680" y="447177"/>
                  </a:lnTo>
                  <a:lnTo>
                    <a:pt x="158368" y="461283"/>
                  </a:lnTo>
                  <a:lnTo>
                    <a:pt x="150806" y="455842"/>
                  </a:lnTo>
                  <a:lnTo>
                    <a:pt x="141690" y="452978"/>
                  </a:lnTo>
                  <a:lnTo>
                    <a:pt x="131672" y="453016"/>
                  </a:lnTo>
                  <a:lnTo>
                    <a:pt x="121462" y="456135"/>
                  </a:lnTo>
                  <a:lnTo>
                    <a:pt x="111802" y="462359"/>
                  </a:lnTo>
                  <a:lnTo>
                    <a:pt x="103425" y="471554"/>
                  </a:lnTo>
                  <a:lnTo>
                    <a:pt x="97033" y="483429"/>
                  </a:lnTo>
                  <a:lnTo>
                    <a:pt x="93260" y="497548"/>
                  </a:lnTo>
                  <a:lnTo>
                    <a:pt x="92646" y="513341"/>
                  </a:lnTo>
                  <a:lnTo>
                    <a:pt x="95608" y="530128"/>
                  </a:lnTo>
                  <a:lnTo>
                    <a:pt x="102425" y="547139"/>
                  </a:lnTo>
                  <a:lnTo>
                    <a:pt x="113214" y="563548"/>
                  </a:lnTo>
                  <a:lnTo>
                    <a:pt x="127926" y="578500"/>
                  </a:lnTo>
                  <a:lnTo>
                    <a:pt x="146335" y="591148"/>
                  </a:lnTo>
                  <a:lnTo>
                    <a:pt x="168044" y="600685"/>
                  </a:lnTo>
                  <a:lnTo>
                    <a:pt x="192494" y="606377"/>
                  </a:lnTo>
                  <a:lnTo>
                    <a:pt x="218973" y="607597"/>
                  </a:lnTo>
                  <a:lnTo>
                    <a:pt x="246643" y="603851"/>
                  </a:lnTo>
                  <a:lnTo>
                    <a:pt x="274560" y="594807"/>
                  </a:lnTo>
                  <a:lnTo>
                    <a:pt x="301708" y="580310"/>
                  </a:lnTo>
                  <a:lnTo>
                    <a:pt x="327032" y="560401"/>
                  </a:lnTo>
                  <a:lnTo>
                    <a:pt x="349476" y="535319"/>
                  </a:lnTo>
                  <a:lnTo>
                    <a:pt x="368018" y="505508"/>
                  </a:lnTo>
                  <a:lnTo>
                    <a:pt x="381709" y="471609"/>
                  </a:lnTo>
                  <a:lnTo>
                    <a:pt x="389712" y="434443"/>
                  </a:lnTo>
                  <a:lnTo>
                    <a:pt x="391333" y="394999"/>
                  </a:lnTo>
                  <a:lnTo>
                    <a:pt x="386055" y="354398"/>
                  </a:lnTo>
                  <a:lnTo>
                    <a:pt x="373563" y="313871"/>
                  </a:lnTo>
                  <a:lnTo>
                    <a:pt x="353761" y="274715"/>
                  </a:lnTo>
                  <a:lnTo>
                    <a:pt x="326789" y="238258"/>
                  </a:lnTo>
                  <a:lnTo>
                    <a:pt x="293030" y="205811"/>
                  </a:lnTo>
                  <a:lnTo>
                    <a:pt x="253104" y="178631"/>
                  </a:lnTo>
                  <a:lnTo>
                    <a:pt x="207862" y="157872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11455900" y="4796193"/>
              <a:ext cx="1266950" cy="706691"/>
            </a:xfrm>
            <a:custGeom>
              <a:avLst/>
              <a:pathLst>
                <a:path w="1266950" h="706691">
                  <a:moveTo>
                    <a:pt x="158368" y="144545"/>
                  </a:moveTo>
                  <a:lnTo>
                    <a:pt x="177396" y="122455"/>
                  </a:lnTo>
                  <a:lnTo>
                    <a:pt x="198898" y="101573"/>
                  </a:lnTo>
                  <a:lnTo>
                    <a:pt x="222793" y="82107"/>
                  </a:lnTo>
                  <a:lnTo>
                    <a:pt x="248986" y="64259"/>
                  </a:lnTo>
                  <a:lnTo>
                    <a:pt x="277368" y="48225"/>
                  </a:lnTo>
                  <a:lnTo>
                    <a:pt x="307814" y="34193"/>
                  </a:lnTo>
                  <a:lnTo>
                    <a:pt x="340184" y="22342"/>
                  </a:lnTo>
                  <a:lnTo>
                    <a:pt x="374325" y="12843"/>
                  </a:lnTo>
                  <a:lnTo>
                    <a:pt x="410074" y="5856"/>
                  </a:lnTo>
                  <a:lnTo>
                    <a:pt x="447250" y="1530"/>
                  </a:lnTo>
                  <a:lnTo>
                    <a:pt x="485666" y="0"/>
                  </a:lnTo>
                  <a:lnTo>
                    <a:pt x="525122" y="1389"/>
                  </a:lnTo>
                  <a:lnTo>
                    <a:pt x="565407" y="5807"/>
                  </a:lnTo>
                  <a:lnTo>
                    <a:pt x="606303" y="13348"/>
                  </a:lnTo>
                  <a:lnTo>
                    <a:pt x="639323" y="15022"/>
                  </a:lnTo>
                  <a:lnTo>
                    <a:pt x="672821" y="18560"/>
                  </a:lnTo>
                  <a:lnTo>
                    <a:pt x="706704" y="24000"/>
                  </a:lnTo>
                  <a:lnTo>
                    <a:pt x="740874" y="31374"/>
                  </a:lnTo>
                  <a:lnTo>
                    <a:pt x="775235" y="40711"/>
                  </a:lnTo>
                  <a:lnTo>
                    <a:pt x="809685" y="52033"/>
                  </a:lnTo>
                  <a:lnTo>
                    <a:pt x="844125" y="65361"/>
                  </a:lnTo>
                  <a:lnTo>
                    <a:pt x="878452" y="80708"/>
                  </a:lnTo>
                  <a:lnTo>
                    <a:pt x="912562" y="98082"/>
                  </a:lnTo>
                  <a:lnTo>
                    <a:pt x="946352" y="117489"/>
                  </a:lnTo>
                  <a:lnTo>
                    <a:pt x="979716" y="138928"/>
                  </a:lnTo>
                  <a:lnTo>
                    <a:pt x="1012549" y="162392"/>
                  </a:lnTo>
                  <a:lnTo>
                    <a:pt x="1044747" y="187871"/>
                  </a:lnTo>
                  <a:lnTo>
                    <a:pt x="1076203" y="215350"/>
                  </a:lnTo>
                  <a:lnTo>
                    <a:pt x="1106814" y="244806"/>
                  </a:lnTo>
                  <a:lnTo>
                    <a:pt x="1136475" y="276215"/>
                  </a:lnTo>
                  <a:lnTo>
                    <a:pt x="1165082" y="309545"/>
                  </a:lnTo>
                  <a:lnTo>
                    <a:pt x="1192534" y="344761"/>
                  </a:lnTo>
                  <a:lnTo>
                    <a:pt x="1218728" y="381820"/>
                  </a:lnTo>
                  <a:lnTo>
                    <a:pt x="1243566" y="420678"/>
                  </a:lnTo>
                  <a:lnTo>
                    <a:pt x="1266950" y="461283"/>
                  </a:lnTo>
                  <a:lnTo>
                    <a:pt x="1231302" y="492502"/>
                  </a:lnTo>
                  <a:lnTo>
                    <a:pt x="1194807" y="521649"/>
                  </a:lnTo>
                  <a:lnTo>
                    <a:pt x="1157554" y="548700"/>
                  </a:lnTo>
                  <a:lnTo>
                    <a:pt x="1119633" y="573639"/>
                  </a:lnTo>
                  <a:lnTo>
                    <a:pt x="1081137" y="596449"/>
                  </a:lnTo>
                  <a:lnTo>
                    <a:pt x="1042157" y="617119"/>
                  </a:lnTo>
                  <a:lnTo>
                    <a:pt x="1002785" y="635641"/>
                  </a:lnTo>
                  <a:lnTo>
                    <a:pt x="963112" y="652011"/>
                  </a:lnTo>
                  <a:lnTo>
                    <a:pt x="923231" y="666227"/>
                  </a:lnTo>
                  <a:lnTo>
                    <a:pt x="883232" y="678293"/>
                  </a:lnTo>
                  <a:lnTo>
                    <a:pt x="843207" y="688214"/>
                  </a:lnTo>
                  <a:lnTo>
                    <a:pt x="803246" y="695999"/>
                  </a:lnTo>
                  <a:lnTo>
                    <a:pt x="763440" y="701663"/>
                  </a:lnTo>
                  <a:lnTo>
                    <a:pt x="723878" y="705220"/>
                  </a:lnTo>
                  <a:lnTo>
                    <a:pt x="684648" y="706691"/>
                  </a:lnTo>
                  <a:lnTo>
                    <a:pt x="645838" y="706100"/>
                  </a:lnTo>
                  <a:lnTo>
                    <a:pt x="607534" y="703471"/>
                  </a:lnTo>
                  <a:lnTo>
                    <a:pt x="569822" y="698836"/>
                  </a:lnTo>
                  <a:lnTo>
                    <a:pt x="532786" y="692227"/>
                  </a:lnTo>
                  <a:lnTo>
                    <a:pt x="496507" y="683680"/>
                  </a:lnTo>
                  <a:lnTo>
                    <a:pt x="461067" y="673235"/>
                  </a:lnTo>
                  <a:lnTo>
                    <a:pt x="426545" y="660933"/>
                  </a:lnTo>
                  <a:lnTo>
                    <a:pt x="393019" y="646821"/>
                  </a:lnTo>
                  <a:lnTo>
                    <a:pt x="360564" y="630945"/>
                  </a:lnTo>
                  <a:lnTo>
                    <a:pt x="329254" y="613358"/>
                  </a:lnTo>
                  <a:lnTo>
                    <a:pt x="299160" y="594113"/>
                  </a:lnTo>
                  <a:lnTo>
                    <a:pt x="270352" y="573267"/>
                  </a:lnTo>
                  <a:lnTo>
                    <a:pt x="243004" y="567412"/>
                  </a:lnTo>
                  <a:lnTo>
                    <a:pt x="218552" y="557065"/>
                  </a:lnTo>
                  <a:lnTo>
                    <a:pt x="197633" y="542817"/>
                  </a:lnTo>
                  <a:lnTo>
                    <a:pt x="180785" y="525347"/>
                  </a:lnTo>
                  <a:lnTo>
                    <a:pt x="168437" y="505397"/>
                  </a:lnTo>
                  <a:lnTo>
                    <a:pt x="160901" y="483765"/>
                  </a:lnTo>
                  <a:lnTo>
                    <a:pt x="158368" y="461283"/>
                  </a:lnTo>
                  <a:lnTo>
                    <a:pt x="158368" y="461283"/>
                  </a:lnTo>
                  <a:lnTo>
                    <a:pt x="140680" y="475389"/>
                  </a:lnTo>
                  <a:lnTo>
                    <a:pt x="120056" y="485356"/>
                  </a:lnTo>
                  <a:lnTo>
                    <a:pt x="97217" y="490732"/>
                  </a:lnTo>
                  <a:lnTo>
                    <a:pt x="72950" y="491172"/>
                  </a:lnTo>
                  <a:lnTo>
                    <a:pt x="48084" y="486455"/>
                  </a:lnTo>
                  <a:lnTo>
                    <a:pt x="23477" y="476482"/>
                  </a:lnTo>
                  <a:lnTo>
                    <a:pt x="0" y="461283"/>
                  </a:lnTo>
                  <a:lnTo>
                    <a:pt x="23477" y="446084"/>
                  </a:lnTo>
                  <a:lnTo>
                    <a:pt x="48084" y="436111"/>
                  </a:lnTo>
                  <a:lnTo>
                    <a:pt x="72950" y="431394"/>
                  </a:lnTo>
                  <a:lnTo>
                    <a:pt x="97217" y="431834"/>
                  </a:lnTo>
                  <a:lnTo>
                    <a:pt x="120056" y="437209"/>
                  </a:lnTo>
                  <a:lnTo>
                    <a:pt x="140680" y="447177"/>
                  </a:lnTo>
                  <a:lnTo>
                    <a:pt x="158368" y="461283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1582667" y="4909138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2030602" y="4777941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2691249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1694651" y="533785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1424298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11614268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11614268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11614268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1614268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1614268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0830383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0505687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0830383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11482229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12262007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12753340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12252909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11473131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10480206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0245042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10489304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9987969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9938500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57" name="rc357"/>
            <p:cNvSpPr/>
            <p:nvPr/>
          </p:nvSpPr>
          <p:spPr>
            <a:xfrm>
              <a:off x="69589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69589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97588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1129580" y="6921429"/>
              <a:ext cx="142710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 (n=13)</a:t>
              </a:r>
            </a:p>
          </p:txBody>
        </p:sp>
        <p:sp>
          <p:nvSpPr>
            <p:cNvPr id="361" name="rc361"/>
            <p:cNvSpPr/>
            <p:nvPr/>
          </p:nvSpPr>
          <p:spPr>
            <a:xfrm>
              <a:off x="457405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843132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843132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843132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843132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843132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961261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95978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961261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288911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34690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96135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1399699" y="7497381"/>
              <a:ext cx="1313370" cy="1730640"/>
            </a:xfrm>
            <a:custGeom>
              <a:avLst/>
              <a:pathLst>
                <a:path w="1313370" h="1730640">
                  <a:moveTo>
                    <a:pt x="443432" y="0"/>
                  </a:moveTo>
                  <a:lnTo>
                    <a:pt x="484488" y="11325"/>
                  </a:lnTo>
                  <a:lnTo>
                    <a:pt x="524698" y="24156"/>
                  </a:lnTo>
                  <a:lnTo>
                    <a:pt x="564007" y="38445"/>
                  </a:lnTo>
                  <a:lnTo>
                    <a:pt x="602363" y="54141"/>
                  </a:lnTo>
                  <a:lnTo>
                    <a:pt x="639716" y="71195"/>
                  </a:lnTo>
                  <a:lnTo>
                    <a:pt x="676018" y="89553"/>
                  </a:lnTo>
                  <a:lnTo>
                    <a:pt x="711226" y="109161"/>
                  </a:lnTo>
                  <a:lnTo>
                    <a:pt x="745296" y="129962"/>
                  </a:lnTo>
                  <a:lnTo>
                    <a:pt x="778190" y="151898"/>
                  </a:lnTo>
                  <a:lnTo>
                    <a:pt x="809870" y="174912"/>
                  </a:lnTo>
                  <a:lnTo>
                    <a:pt x="840303" y="198944"/>
                  </a:lnTo>
                  <a:lnTo>
                    <a:pt x="869457" y="223932"/>
                  </a:lnTo>
                  <a:lnTo>
                    <a:pt x="897303" y="249814"/>
                  </a:lnTo>
                  <a:lnTo>
                    <a:pt x="923817" y="276529"/>
                  </a:lnTo>
                  <a:lnTo>
                    <a:pt x="948976" y="304013"/>
                  </a:lnTo>
                  <a:lnTo>
                    <a:pt x="972758" y="332202"/>
                  </a:lnTo>
                  <a:lnTo>
                    <a:pt x="995148" y="361032"/>
                  </a:lnTo>
                  <a:lnTo>
                    <a:pt x="1016132" y="390438"/>
                  </a:lnTo>
                  <a:lnTo>
                    <a:pt x="1035697" y="420357"/>
                  </a:lnTo>
                  <a:lnTo>
                    <a:pt x="1053835" y="450723"/>
                  </a:lnTo>
                  <a:lnTo>
                    <a:pt x="1070540" y="481473"/>
                  </a:lnTo>
                  <a:lnTo>
                    <a:pt x="1070332" y="526903"/>
                  </a:lnTo>
                  <a:lnTo>
                    <a:pt x="1067635" y="571411"/>
                  </a:lnTo>
                  <a:lnTo>
                    <a:pt x="1062520" y="614874"/>
                  </a:lnTo>
                  <a:lnTo>
                    <a:pt x="1055063" y="657177"/>
                  </a:lnTo>
                  <a:lnTo>
                    <a:pt x="1045344" y="698204"/>
                  </a:lnTo>
                  <a:lnTo>
                    <a:pt x="1033449" y="737849"/>
                  </a:lnTo>
                  <a:lnTo>
                    <a:pt x="1019468" y="776006"/>
                  </a:lnTo>
                  <a:lnTo>
                    <a:pt x="1003497" y="812578"/>
                  </a:lnTo>
                  <a:lnTo>
                    <a:pt x="985636" y="847469"/>
                  </a:lnTo>
                  <a:lnTo>
                    <a:pt x="965989" y="880591"/>
                  </a:lnTo>
                  <a:lnTo>
                    <a:pt x="944665" y="911862"/>
                  </a:lnTo>
                  <a:lnTo>
                    <a:pt x="921773" y="941202"/>
                  </a:lnTo>
                  <a:lnTo>
                    <a:pt x="897431" y="968541"/>
                  </a:lnTo>
                  <a:lnTo>
                    <a:pt x="871755" y="993812"/>
                  </a:lnTo>
                  <a:lnTo>
                    <a:pt x="844867" y="1016956"/>
                  </a:lnTo>
                  <a:lnTo>
                    <a:pt x="816891" y="1037919"/>
                  </a:lnTo>
                  <a:lnTo>
                    <a:pt x="787952" y="1056653"/>
                  </a:lnTo>
                  <a:lnTo>
                    <a:pt x="758178" y="1073118"/>
                  </a:lnTo>
                  <a:lnTo>
                    <a:pt x="727699" y="1087278"/>
                  </a:lnTo>
                  <a:lnTo>
                    <a:pt x="696645" y="1099106"/>
                  </a:lnTo>
                  <a:lnTo>
                    <a:pt x="665148" y="1108581"/>
                  </a:lnTo>
                  <a:lnTo>
                    <a:pt x="639763" y="1125758"/>
                  </a:lnTo>
                  <a:lnTo>
                    <a:pt x="613258" y="1138526"/>
                  </a:lnTo>
                  <a:lnTo>
                    <a:pt x="586206" y="1146837"/>
                  </a:lnTo>
                  <a:lnTo>
                    <a:pt x="559179" y="1150709"/>
                  </a:lnTo>
                  <a:lnTo>
                    <a:pt x="532740" y="1150226"/>
                  </a:lnTo>
                  <a:lnTo>
                    <a:pt x="507436" y="1145534"/>
                  </a:lnTo>
                  <a:lnTo>
                    <a:pt x="483792" y="1136841"/>
                  </a:lnTo>
                  <a:lnTo>
                    <a:pt x="462304" y="1124416"/>
                  </a:lnTo>
                  <a:lnTo>
                    <a:pt x="443432" y="1108581"/>
                  </a:lnTo>
                  <a:lnTo>
                    <a:pt x="422897" y="1127193"/>
                  </a:lnTo>
                  <a:lnTo>
                    <a:pt x="400585" y="1143745"/>
                  </a:lnTo>
                  <a:lnTo>
                    <a:pt x="376650" y="1158109"/>
                  </a:lnTo>
                  <a:lnTo>
                    <a:pt x="351257" y="1170170"/>
                  </a:lnTo>
                  <a:lnTo>
                    <a:pt x="324574" y="1179821"/>
                  </a:lnTo>
                  <a:lnTo>
                    <a:pt x="296780" y="1186968"/>
                  </a:lnTo>
                  <a:lnTo>
                    <a:pt x="268057" y="1191527"/>
                  </a:lnTo>
                  <a:lnTo>
                    <a:pt x="238593" y="1193428"/>
                  </a:lnTo>
                  <a:lnTo>
                    <a:pt x="208582" y="1192612"/>
                  </a:lnTo>
                  <a:lnTo>
                    <a:pt x="178220" y="1189032"/>
                  </a:lnTo>
                  <a:lnTo>
                    <a:pt x="147708" y="1182656"/>
                  </a:lnTo>
                  <a:lnTo>
                    <a:pt x="117248" y="1173463"/>
                  </a:lnTo>
                  <a:lnTo>
                    <a:pt x="87043" y="1161446"/>
                  </a:lnTo>
                  <a:lnTo>
                    <a:pt x="57297" y="1146612"/>
                  </a:lnTo>
                  <a:lnTo>
                    <a:pt x="28215" y="1128979"/>
                  </a:lnTo>
                  <a:lnTo>
                    <a:pt x="0" y="1108581"/>
                  </a:lnTo>
                  <a:lnTo>
                    <a:pt x="21234" y="1078385"/>
                  </a:lnTo>
                  <a:lnTo>
                    <a:pt x="44415" y="1051211"/>
                  </a:lnTo>
                  <a:lnTo>
                    <a:pt x="69220" y="1027176"/>
                  </a:lnTo>
                  <a:lnTo>
                    <a:pt x="95320" y="1006366"/>
                  </a:lnTo>
                  <a:lnTo>
                    <a:pt x="122384" y="988836"/>
                  </a:lnTo>
                  <a:lnTo>
                    <a:pt x="150079" y="974611"/>
                  </a:lnTo>
                  <a:lnTo>
                    <a:pt x="178074" y="963685"/>
                  </a:lnTo>
                  <a:lnTo>
                    <a:pt x="206043" y="956021"/>
                  </a:lnTo>
                  <a:lnTo>
                    <a:pt x="233668" y="951553"/>
                  </a:lnTo>
                  <a:lnTo>
                    <a:pt x="260637" y="950188"/>
                  </a:lnTo>
                  <a:lnTo>
                    <a:pt x="286655" y="951804"/>
                  </a:lnTo>
                  <a:lnTo>
                    <a:pt x="272656" y="954510"/>
                  </a:lnTo>
                  <a:lnTo>
                    <a:pt x="258537" y="958256"/>
                  </a:lnTo>
                  <a:lnTo>
                    <a:pt x="244370" y="963059"/>
                  </a:lnTo>
                  <a:lnTo>
                    <a:pt x="230225" y="968933"/>
                  </a:lnTo>
                  <a:lnTo>
                    <a:pt x="216177" y="975888"/>
                  </a:lnTo>
                  <a:lnTo>
                    <a:pt x="202299" y="983928"/>
                  </a:lnTo>
                  <a:lnTo>
                    <a:pt x="188666" y="993054"/>
                  </a:lnTo>
                  <a:lnTo>
                    <a:pt x="175355" y="1003260"/>
                  </a:lnTo>
                  <a:lnTo>
                    <a:pt x="162440" y="1014537"/>
                  </a:lnTo>
                  <a:lnTo>
                    <a:pt x="149996" y="1026869"/>
                  </a:lnTo>
                  <a:lnTo>
                    <a:pt x="138098" y="1040237"/>
                  </a:lnTo>
                  <a:lnTo>
                    <a:pt x="126820" y="1054616"/>
                  </a:lnTo>
                  <a:lnTo>
                    <a:pt x="116235" y="1069976"/>
                  </a:lnTo>
                  <a:lnTo>
                    <a:pt x="106414" y="1086285"/>
                  </a:lnTo>
                  <a:lnTo>
                    <a:pt x="97426" y="1103501"/>
                  </a:lnTo>
                  <a:lnTo>
                    <a:pt x="89339" y="1121582"/>
                  </a:lnTo>
                  <a:lnTo>
                    <a:pt x="82218" y="1140480"/>
                  </a:lnTo>
                  <a:lnTo>
                    <a:pt x="76125" y="1160141"/>
                  </a:lnTo>
                  <a:lnTo>
                    <a:pt x="71120" y="1180510"/>
                  </a:lnTo>
                  <a:lnTo>
                    <a:pt x="67259" y="1201525"/>
                  </a:lnTo>
                  <a:lnTo>
                    <a:pt x="64595" y="1223120"/>
                  </a:lnTo>
                  <a:lnTo>
                    <a:pt x="63177" y="1245229"/>
                  </a:lnTo>
                  <a:lnTo>
                    <a:pt x="63051" y="1267778"/>
                  </a:lnTo>
                  <a:lnTo>
                    <a:pt x="64258" y="1290692"/>
                  </a:lnTo>
                  <a:lnTo>
                    <a:pt x="66834" y="1313893"/>
                  </a:lnTo>
                  <a:lnTo>
                    <a:pt x="70812" y="1337299"/>
                  </a:lnTo>
                  <a:lnTo>
                    <a:pt x="76218" y="1360828"/>
                  </a:lnTo>
                  <a:lnTo>
                    <a:pt x="83076" y="1384392"/>
                  </a:lnTo>
                  <a:lnTo>
                    <a:pt x="91402" y="1407904"/>
                  </a:lnTo>
                  <a:lnTo>
                    <a:pt x="101210" y="1431275"/>
                  </a:lnTo>
                  <a:lnTo>
                    <a:pt x="112504" y="1454414"/>
                  </a:lnTo>
                  <a:lnTo>
                    <a:pt x="125287" y="1477228"/>
                  </a:lnTo>
                  <a:lnTo>
                    <a:pt x="139554" y="1499626"/>
                  </a:lnTo>
                  <a:lnTo>
                    <a:pt x="155296" y="1521514"/>
                  </a:lnTo>
                  <a:lnTo>
                    <a:pt x="172496" y="1542799"/>
                  </a:lnTo>
                  <a:lnTo>
                    <a:pt x="191134" y="1563389"/>
                  </a:lnTo>
                  <a:lnTo>
                    <a:pt x="211182" y="1583191"/>
                  </a:lnTo>
                  <a:lnTo>
                    <a:pt x="232608" y="1602115"/>
                  </a:lnTo>
                  <a:lnTo>
                    <a:pt x="255373" y="1620071"/>
                  </a:lnTo>
                  <a:lnTo>
                    <a:pt x="279434" y="1636970"/>
                  </a:lnTo>
                  <a:lnTo>
                    <a:pt x="304740" y="1652727"/>
                  </a:lnTo>
                  <a:lnTo>
                    <a:pt x="331238" y="1667258"/>
                  </a:lnTo>
                  <a:lnTo>
                    <a:pt x="358867" y="1680482"/>
                  </a:lnTo>
                  <a:lnTo>
                    <a:pt x="387561" y="1692322"/>
                  </a:lnTo>
                  <a:lnTo>
                    <a:pt x="417249" y="1702701"/>
                  </a:lnTo>
                  <a:lnTo>
                    <a:pt x="447858" y="1711550"/>
                  </a:lnTo>
                  <a:lnTo>
                    <a:pt x="479306" y="1718801"/>
                  </a:lnTo>
                  <a:lnTo>
                    <a:pt x="511510" y="1724392"/>
                  </a:lnTo>
                  <a:lnTo>
                    <a:pt x="544380" y="1728263"/>
                  </a:lnTo>
                  <a:lnTo>
                    <a:pt x="577823" y="1730362"/>
                  </a:lnTo>
                  <a:lnTo>
                    <a:pt x="611745" y="1730640"/>
                  </a:lnTo>
                  <a:lnTo>
                    <a:pt x="646044" y="1729054"/>
                  </a:lnTo>
                  <a:lnTo>
                    <a:pt x="680617" y="1725566"/>
                  </a:lnTo>
                  <a:lnTo>
                    <a:pt x="715359" y="1720144"/>
                  </a:lnTo>
                  <a:lnTo>
                    <a:pt x="750161" y="1712761"/>
                  </a:lnTo>
                  <a:lnTo>
                    <a:pt x="784913" y="1703399"/>
                  </a:lnTo>
                  <a:lnTo>
                    <a:pt x="819501" y="1692043"/>
                  </a:lnTo>
                  <a:lnTo>
                    <a:pt x="853813" y="1678685"/>
                  </a:lnTo>
                  <a:lnTo>
                    <a:pt x="887733" y="1663326"/>
                  </a:lnTo>
                  <a:lnTo>
                    <a:pt x="921144" y="1645970"/>
                  </a:lnTo>
                  <a:lnTo>
                    <a:pt x="953931" y="1626629"/>
                  </a:lnTo>
                  <a:lnTo>
                    <a:pt x="985976" y="1605324"/>
                  </a:lnTo>
                  <a:lnTo>
                    <a:pt x="1017165" y="1582080"/>
                  </a:lnTo>
                  <a:lnTo>
                    <a:pt x="1047381" y="1556930"/>
                  </a:lnTo>
                  <a:lnTo>
                    <a:pt x="1076511" y="1529912"/>
                  </a:lnTo>
                  <a:lnTo>
                    <a:pt x="1104441" y="1501074"/>
                  </a:lnTo>
                  <a:lnTo>
                    <a:pt x="1131061" y="1470468"/>
                  </a:lnTo>
                  <a:lnTo>
                    <a:pt x="1156263" y="1438153"/>
                  </a:lnTo>
                  <a:lnTo>
                    <a:pt x="1179941" y="1404195"/>
                  </a:lnTo>
                  <a:lnTo>
                    <a:pt x="1201991" y="1368667"/>
                  </a:lnTo>
                  <a:lnTo>
                    <a:pt x="1222316" y="1331647"/>
                  </a:lnTo>
                  <a:lnTo>
                    <a:pt x="1240819" y="1293220"/>
                  </a:lnTo>
                  <a:lnTo>
                    <a:pt x="1257410" y="1253477"/>
                  </a:lnTo>
                  <a:lnTo>
                    <a:pt x="1272001" y="1212512"/>
                  </a:lnTo>
                  <a:lnTo>
                    <a:pt x="1284512" y="1170429"/>
                  </a:lnTo>
                  <a:lnTo>
                    <a:pt x="1294865" y="1127333"/>
                  </a:lnTo>
                  <a:lnTo>
                    <a:pt x="1302989" y="1083336"/>
                  </a:lnTo>
                  <a:lnTo>
                    <a:pt x="1308820" y="1038556"/>
                  </a:lnTo>
                  <a:lnTo>
                    <a:pt x="1312297" y="993111"/>
                  </a:lnTo>
                  <a:lnTo>
                    <a:pt x="1313370" y="947127"/>
                  </a:lnTo>
                  <a:lnTo>
                    <a:pt x="1311990" y="900733"/>
                  </a:lnTo>
                  <a:lnTo>
                    <a:pt x="1308120" y="854059"/>
                  </a:lnTo>
                  <a:lnTo>
                    <a:pt x="1301728" y="807240"/>
                  </a:lnTo>
                  <a:lnTo>
                    <a:pt x="1292788" y="760413"/>
                  </a:lnTo>
                  <a:lnTo>
                    <a:pt x="1281283" y="713717"/>
                  </a:lnTo>
                  <a:lnTo>
                    <a:pt x="1267204" y="667293"/>
                  </a:lnTo>
                  <a:lnTo>
                    <a:pt x="1250548" y="621284"/>
                  </a:lnTo>
                  <a:lnTo>
                    <a:pt x="1231322" y="575832"/>
                  </a:lnTo>
                  <a:lnTo>
                    <a:pt x="1209540" y="531081"/>
                  </a:lnTo>
                  <a:lnTo>
                    <a:pt x="1185223" y="487175"/>
                  </a:lnTo>
                  <a:lnTo>
                    <a:pt x="1158402" y="444255"/>
                  </a:lnTo>
                  <a:lnTo>
                    <a:pt x="1129113" y="402466"/>
                  </a:lnTo>
                  <a:lnTo>
                    <a:pt x="1097405" y="361947"/>
                  </a:lnTo>
                  <a:lnTo>
                    <a:pt x="1063329" y="322838"/>
                  </a:lnTo>
                  <a:lnTo>
                    <a:pt x="1026949" y="285276"/>
                  </a:lnTo>
                  <a:lnTo>
                    <a:pt x="988334" y="249395"/>
                  </a:lnTo>
                  <a:lnTo>
                    <a:pt x="947563" y="215325"/>
                  </a:lnTo>
                  <a:lnTo>
                    <a:pt x="904719" y="183194"/>
                  </a:lnTo>
                  <a:lnTo>
                    <a:pt x="859895" y="153127"/>
                  </a:lnTo>
                  <a:lnTo>
                    <a:pt x="813192" y="125240"/>
                  </a:lnTo>
                  <a:lnTo>
                    <a:pt x="764716" y="99650"/>
                  </a:lnTo>
                  <a:lnTo>
                    <a:pt x="714581" y="76464"/>
                  </a:lnTo>
                  <a:lnTo>
                    <a:pt x="662906" y="55787"/>
                  </a:lnTo>
                  <a:lnTo>
                    <a:pt x="609819" y="37714"/>
                  </a:lnTo>
                  <a:lnTo>
                    <a:pt x="555452" y="22337"/>
                  </a:lnTo>
                  <a:lnTo>
                    <a:pt x="499942" y="9740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399699" y="7497381"/>
              <a:ext cx="1070540" cy="1193428"/>
            </a:xfrm>
            <a:custGeom>
              <a:avLst/>
              <a:pathLst>
                <a:path w="1070540" h="1193428">
                  <a:moveTo>
                    <a:pt x="443432" y="0"/>
                  </a:moveTo>
                  <a:lnTo>
                    <a:pt x="484488" y="11325"/>
                  </a:lnTo>
                  <a:lnTo>
                    <a:pt x="524698" y="24156"/>
                  </a:lnTo>
                  <a:lnTo>
                    <a:pt x="564007" y="38445"/>
                  </a:lnTo>
                  <a:lnTo>
                    <a:pt x="602363" y="54141"/>
                  </a:lnTo>
                  <a:lnTo>
                    <a:pt x="639716" y="71195"/>
                  </a:lnTo>
                  <a:lnTo>
                    <a:pt x="676018" y="89553"/>
                  </a:lnTo>
                  <a:lnTo>
                    <a:pt x="711226" y="109161"/>
                  </a:lnTo>
                  <a:lnTo>
                    <a:pt x="745296" y="129962"/>
                  </a:lnTo>
                  <a:lnTo>
                    <a:pt x="778190" y="151898"/>
                  </a:lnTo>
                  <a:lnTo>
                    <a:pt x="809870" y="174912"/>
                  </a:lnTo>
                  <a:lnTo>
                    <a:pt x="840303" y="198944"/>
                  </a:lnTo>
                  <a:lnTo>
                    <a:pt x="869457" y="223932"/>
                  </a:lnTo>
                  <a:lnTo>
                    <a:pt x="897303" y="249814"/>
                  </a:lnTo>
                  <a:lnTo>
                    <a:pt x="923817" y="276529"/>
                  </a:lnTo>
                  <a:lnTo>
                    <a:pt x="948976" y="304013"/>
                  </a:lnTo>
                  <a:lnTo>
                    <a:pt x="972758" y="332202"/>
                  </a:lnTo>
                  <a:lnTo>
                    <a:pt x="995148" y="361032"/>
                  </a:lnTo>
                  <a:lnTo>
                    <a:pt x="1016132" y="390438"/>
                  </a:lnTo>
                  <a:lnTo>
                    <a:pt x="1035697" y="420357"/>
                  </a:lnTo>
                  <a:lnTo>
                    <a:pt x="1053835" y="450723"/>
                  </a:lnTo>
                  <a:lnTo>
                    <a:pt x="1070540" y="481473"/>
                  </a:lnTo>
                  <a:lnTo>
                    <a:pt x="1070332" y="526903"/>
                  </a:lnTo>
                  <a:lnTo>
                    <a:pt x="1067635" y="571411"/>
                  </a:lnTo>
                  <a:lnTo>
                    <a:pt x="1062520" y="614874"/>
                  </a:lnTo>
                  <a:lnTo>
                    <a:pt x="1055063" y="657177"/>
                  </a:lnTo>
                  <a:lnTo>
                    <a:pt x="1045344" y="698204"/>
                  </a:lnTo>
                  <a:lnTo>
                    <a:pt x="1033449" y="737849"/>
                  </a:lnTo>
                  <a:lnTo>
                    <a:pt x="1019468" y="776006"/>
                  </a:lnTo>
                  <a:lnTo>
                    <a:pt x="1003497" y="812578"/>
                  </a:lnTo>
                  <a:lnTo>
                    <a:pt x="985636" y="847469"/>
                  </a:lnTo>
                  <a:lnTo>
                    <a:pt x="965989" y="880591"/>
                  </a:lnTo>
                  <a:lnTo>
                    <a:pt x="944665" y="911862"/>
                  </a:lnTo>
                  <a:lnTo>
                    <a:pt x="921773" y="941202"/>
                  </a:lnTo>
                  <a:lnTo>
                    <a:pt x="897431" y="968541"/>
                  </a:lnTo>
                  <a:lnTo>
                    <a:pt x="871755" y="993812"/>
                  </a:lnTo>
                  <a:lnTo>
                    <a:pt x="844867" y="1016956"/>
                  </a:lnTo>
                  <a:lnTo>
                    <a:pt x="816891" y="1037919"/>
                  </a:lnTo>
                  <a:lnTo>
                    <a:pt x="787952" y="1056653"/>
                  </a:lnTo>
                  <a:lnTo>
                    <a:pt x="758178" y="1073118"/>
                  </a:lnTo>
                  <a:lnTo>
                    <a:pt x="727699" y="1087278"/>
                  </a:lnTo>
                  <a:lnTo>
                    <a:pt x="696645" y="1099106"/>
                  </a:lnTo>
                  <a:lnTo>
                    <a:pt x="665148" y="1108581"/>
                  </a:lnTo>
                  <a:lnTo>
                    <a:pt x="639763" y="1125758"/>
                  </a:lnTo>
                  <a:lnTo>
                    <a:pt x="613258" y="1138526"/>
                  </a:lnTo>
                  <a:lnTo>
                    <a:pt x="586206" y="1146837"/>
                  </a:lnTo>
                  <a:lnTo>
                    <a:pt x="559179" y="1150709"/>
                  </a:lnTo>
                  <a:lnTo>
                    <a:pt x="532740" y="1150226"/>
                  </a:lnTo>
                  <a:lnTo>
                    <a:pt x="507436" y="1145534"/>
                  </a:lnTo>
                  <a:lnTo>
                    <a:pt x="483792" y="1136841"/>
                  </a:lnTo>
                  <a:lnTo>
                    <a:pt x="462304" y="1124416"/>
                  </a:lnTo>
                  <a:lnTo>
                    <a:pt x="443432" y="1108581"/>
                  </a:lnTo>
                  <a:lnTo>
                    <a:pt x="443432" y="1108581"/>
                  </a:lnTo>
                  <a:lnTo>
                    <a:pt x="443432" y="1108581"/>
                  </a:lnTo>
                  <a:lnTo>
                    <a:pt x="422897" y="1127193"/>
                  </a:lnTo>
                  <a:lnTo>
                    <a:pt x="400585" y="1143745"/>
                  </a:lnTo>
                  <a:lnTo>
                    <a:pt x="376650" y="1158109"/>
                  </a:lnTo>
                  <a:lnTo>
                    <a:pt x="351257" y="1170170"/>
                  </a:lnTo>
                  <a:lnTo>
                    <a:pt x="324574" y="1179821"/>
                  </a:lnTo>
                  <a:lnTo>
                    <a:pt x="296780" y="1186968"/>
                  </a:lnTo>
                  <a:lnTo>
                    <a:pt x="268057" y="1191527"/>
                  </a:lnTo>
                  <a:lnTo>
                    <a:pt x="238593" y="1193428"/>
                  </a:lnTo>
                  <a:lnTo>
                    <a:pt x="208582" y="1192612"/>
                  </a:lnTo>
                  <a:lnTo>
                    <a:pt x="178220" y="1189032"/>
                  </a:lnTo>
                  <a:lnTo>
                    <a:pt x="147708" y="1182656"/>
                  </a:lnTo>
                  <a:lnTo>
                    <a:pt x="117248" y="1173463"/>
                  </a:lnTo>
                  <a:lnTo>
                    <a:pt x="87043" y="1161446"/>
                  </a:lnTo>
                  <a:lnTo>
                    <a:pt x="57297" y="1146612"/>
                  </a:lnTo>
                  <a:lnTo>
                    <a:pt x="28215" y="1128979"/>
                  </a:lnTo>
                  <a:lnTo>
                    <a:pt x="0" y="1108581"/>
                  </a:lnTo>
                  <a:lnTo>
                    <a:pt x="21234" y="1078385"/>
                  </a:lnTo>
                  <a:lnTo>
                    <a:pt x="44415" y="1051211"/>
                  </a:lnTo>
                  <a:lnTo>
                    <a:pt x="69220" y="1027176"/>
                  </a:lnTo>
                  <a:lnTo>
                    <a:pt x="95320" y="1006366"/>
                  </a:lnTo>
                  <a:lnTo>
                    <a:pt x="122384" y="988836"/>
                  </a:lnTo>
                  <a:lnTo>
                    <a:pt x="150079" y="974611"/>
                  </a:lnTo>
                  <a:lnTo>
                    <a:pt x="178074" y="963685"/>
                  </a:lnTo>
                  <a:lnTo>
                    <a:pt x="206043" y="956021"/>
                  </a:lnTo>
                  <a:lnTo>
                    <a:pt x="233668" y="951553"/>
                  </a:lnTo>
                  <a:lnTo>
                    <a:pt x="260637" y="950188"/>
                  </a:lnTo>
                  <a:lnTo>
                    <a:pt x="286655" y="951804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811531" y="746577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2438639" y="7947252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033247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368098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654754" y="8417584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843132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843132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1843132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1843132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1843132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1059247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34551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1059247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1711093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490871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982204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481773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1701994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709069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47390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718168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16833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167364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01" name="rc401"/>
            <p:cNvSpPr/>
            <p:nvPr/>
          </p:nvSpPr>
          <p:spPr>
            <a:xfrm>
              <a:off x="3326634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3326634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3654633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4" name="tx404"/>
            <p:cNvSpPr/>
            <p:nvPr/>
          </p:nvSpPr>
          <p:spPr>
            <a:xfrm>
              <a:off x="4361891" y="6921429"/>
              <a:ext cx="1476573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 (n=12)</a:t>
              </a:r>
            </a:p>
          </p:txBody>
        </p:sp>
        <p:sp>
          <p:nvSpPr>
            <p:cNvPr id="405" name="rc405"/>
            <p:cNvSpPr/>
            <p:nvPr/>
          </p:nvSpPr>
          <p:spPr>
            <a:xfrm>
              <a:off x="3714451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100177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5100177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5100177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5100177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5100177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218306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853023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218306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4545957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991736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853180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361123" y="7749850"/>
              <a:ext cx="1595166" cy="1595166"/>
            </a:xfrm>
            <a:custGeom>
              <a:avLst/>
              <a:pathLst>
                <a:path w="1595166" h="1595166">
                  <a:moveTo>
                    <a:pt x="739054" y="117057"/>
                  </a:moveTo>
                  <a:lnTo>
                    <a:pt x="767346" y="99990"/>
                  </a:lnTo>
                  <a:lnTo>
                    <a:pt x="796913" y="84029"/>
                  </a:lnTo>
                  <a:lnTo>
                    <a:pt x="827712" y="69247"/>
                  </a:lnTo>
                  <a:lnTo>
                    <a:pt x="859695" y="55712"/>
                  </a:lnTo>
                  <a:lnTo>
                    <a:pt x="892810" y="43493"/>
                  </a:lnTo>
                  <a:lnTo>
                    <a:pt x="927002" y="32655"/>
                  </a:lnTo>
                  <a:lnTo>
                    <a:pt x="962215" y="23261"/>
                  </a:lnTo>
                  <a:lnTo>
                    <a:pt x="998387" y="15373"/>
                  </a:lnTo>
                  <a:lnTo>
                    <a:pt x="1035454" y="9049"/>
                  </a:lnTo>
                  <a:lnTo>
                    <a:pt x="1073348" y="4344"/>
                  </a:lnTo>
                  <a:lnTo>
                    <a:pt x="1111999" y="1311"/>
                  </a:lnTo>
                  <a:lnTo>
                    <a:pt x="1151336" y="0"/>
                  </a:lnTo>
                  <a:lnTo>
                    <a:pt x="1191281" y="457"/>
                  </a:lnTo>
                  <a:lnTo>
                    <a:pt x="1231757" y="2725"/>
                  </a:lnTo>
                  <a:lnTo>
                    <a:pt x="1272683" y="6845"/>
                  </a:lnTo>
                  <a:lnTo>
                    <a:pt x="1313977" y="12853"/>
                  </a:lnTo>
                  <a:lnTo>
                    <a:pt x="1355555" y="20782"/>
                  </a:lnTo>
                  <a:lnTo>
                    <a:pt x="1397329" y="30660"/>
                  </a:lnTo>
                  <a:lnTo>
                    <a:pt x="1439211" y="42513"/>
                  </a:lnTo>
                  <a:lnTo>
                    <a:pt x="1481112" y="56363"/>
                  </a:lnTo>
                  <a:lnTo>
                    <a:pt x="1522939" y="72226"/>
                  </a:lnTo>
                  <a:lnTo>
                    <a:pt x="1538802" y="114053"/>
                  </a:lnTo>
                  <a:lnTo>
                    <a:pt x="1552652" y="155954"/>
                  </a:lnTo>
                  <a:lnTo>
                    <a:pt x="1564505" y="197836"/>
                  </a:lnTo>
                  <a:lnTo>
                    <a:pt x="1574383" y="239610"/>
                  </a:lnTo>
                  <a:lnTo>
                    <a:pt x="1582312" y="281188"/>
                  </a:lnTo>
                  <a:lnTo>
                    <a:pt x="1588320" y="322482"/>
                  </a:lnTo>
                  <a:lnTo>
                    <a:pt x="1592440" y="363409"/>
                  </a:lnTo>
                  <a:lnTo>
                    <a:pt x="1594709" y="403885"/>
                  </a:lnTo>
                  <a:lnTo>
                    <a:pt x="1595166" y="443830"/>
                  </a:lnTo>
                  <a:lnTo>
                    <a:pt x="1593854" y="483166"/>
                  </a:lnTo>
                  <a:lnTo>
                    <a:pt x="1590821" y="521817"/>
                  </a:lnTo>
                  <a:lnTo>
                    <a:pt x="1586116" y="559711"/>
                  </a:lnTo>
                  <a:lnTo>
                    <a:pt x="1579792" y="596778"/>
                  </a:lnTo>
                  <a:lnTo>
                    <a:pt x="1571904" y="632950"/>
                  </a:lnTo>
                  <a:lnTo>
                    <a:pt x="1562510" y="668163"/>
                  </a:lnTo>
                  <a:lnTo>
                    <a:pt x="1551672" y="702356"/>
                  </a:lnTo>
                  <a:lnTo>
                    <a:pt x="1539453" y="735471"/>
                  </a:lnTo>
                  <a:lnTo>
                    <a:pt x="1525919" y="767453"/>
                  </a:lnTo>
                  <a:lnTo>
                    <a:pt x="1511136" y="798252"/>
                  </a:lnTo>
                  <a:lnTo>
                    <a:pt x="1495175" y="827819"/>
                  </a:lnTo>
                  <a:lnTo>
                    <a:pt x="1478108" y="856111"/>
                  </a:lnTo>
                  <a:lnTo>
                    <a:pt x="1454150" y="891242"/>
                  </a:lnTo>
                  <a:lnTo>
                    <a:pt x="1428581" y="924024"/>
                  </a:lnTo>
                  <a:lnTo>
                    <a:pt x="1401572" y="954387"/>
                  </a:lnTo>
                  <a:lnTo>
                    <a:pt x="1373301" y="982271"/>
                  </a:lnTo>
                  <a:lnTo>
                    <a:pt x="1343943" y="1007628"/>
                  </a:lnTo>
                  <a:lnTo>
                    <a:pt x="1313679" y="1030422"/>
                  </a:lnTo>
                  <a:lnTo>
                    <a:pt x="1282688" y="1050627"/>
                  </a:lnTo>
                  <a:lnTo>
                    <a:pt x="1251152" y="1068229"/>
                  </a:lnTo>
                  <a:lnTo>
                    <a:pt x="1219249" y="1083227"/>
                  </a:lnTo>
                  <a:lnTo>
                    <a:pt x="1187158" y="1095628"/>
                  </a:lnTo>
                  <a:lnTo>
                    <a:pt x="1155056" y="1105454"/>
                  </a:lnTo>
                  <a:lnTo>
                    <a:pt x="1123117" y="1112734"/>
                  </a:lnTo>
                  <a:lnTo>
                    <a:pt x="1091512" y="1117512"/>
                  </a:lnTo>
                  <a:lnTo>
                    <a:pt x="1060408" y="1119840"/>
                  </a:lnTo>
                  <a:lnTo>
                    <a:pt x="1029968" y="1119781"/>
                  </a:lnTo>
                  <a:lnTo>
                    <a:pt x="1000349" y="1117407"/>
                  </a:lnTo>
                  <a:lnTo>
                    <a:pt x="967699" y="1111965"/>
                  </a:lnTo>
                  <a:lnTo>
                    <a:pt x="936536" y="1103747"/>
                  </a:lnTo>
                  <a:lnTo>
                    <a:pt x="907067" y="1092904"/>
                  </a:lnTo>
                  <a:lnTo>
                    <a:pt x="879483" y="1079603"/>
                  </a:lnTo>
                  <a:lnTo>
                    <a:pt x="853963" y="1064024"/>
                  </a:lnTo>
                  <a:lnTo>
                    <a:pt x="830672" y="1046359"/>
                  </a:lnTo>
                  <a:lnTo>
                    <a:pt x="809760" y="1026811"/>
                  </a:lnTo>
                  <a:lnTo>
                    <a:pt x="791360" y="1005593"/>
                  </a:lnTo>
                  <a:lnTo>
                    <a:pt x="775589" y="982928"/>
                  </a:lnTo>
                  <a:lnTo>
                    <a:pt x="762547" y="959044"/>
                  </a:lnTo>
                  <a:lnTo>
                    <a:pt x="752318" y="934177"/>
                  </a:lnTo>
                  <a:lnTo>
                    <a:pt x="744964" y="908569"/>
                  </a:lnTo>
                  <a:lnTo>
                    <a:pt x="740534" y="882465"/>
                  </a:lnTo>
                  <a:lnTo>
                    <a:pt x="739054" y="856111"/>
                  </a:lnTo>
                  <a:lnTo>
                    <a:pt x="715570" y="878044"/>
                  </a:lnTo>
                  <a:lnTo>
                    <a:pt x="690616" y="898347"/>
                  </a:lnTo>
                  <a:lnTo>
                    <a:pt x="664276" y="916947"/>
                  </a:lnTo>
                  <a:lnTo>
                    <a:pt x="636639" y="933775"/>
                  </a:lnTo>
                  <a:lnTo>
                    <a:pt x="607796" y="948763"/>
                  </a:lnTo>
                  <a:lnTo>
                    <a:pt x="577841" y="961851"/>
                  </a:lnTo>
                  <a:lnTo>
                    <a:pt x="546870" y="972981"/>
                  </a:lnTo>
                  <a:lnTo>
                    <a:pt x="514983" y="982100"/>
                  </a:lnTo>
                  <a:lnTo>
                    <a:pt x="482282" y="989160"/>
                  </a:lnTo>
                  <a:lnTo>
                    <a:pt x="448871" y="994117"/>
                  </a:lnTo>
                  <a:lnTo>
                    <a:pt x="414856" y="996931"/>
                  </a:lnTo>
                  <a:lnTo>
                    <a:pt x="380344" y="997568"/>
                  </a:lnTo>
                  <a:lnTo>
                    <a:pt x="345447" y="996000"/>
                  </a:lnTo>
                  <a:lnTo>
                    <a:pt x="310273" y="992200"/>
                  </a:lnTo>
                  <a:lnTo>
                    <a:pt x="274935" y="986151"/>
                  </a:lnTo>
                  <a:lnTo>
                    <a:pt x="239547" y="977838"/>
                  </a:lnTo>
                  <a:lnTo>
                    <a:pt x="204222" y="967251"/>
                  </a:lnTo>
                  <a:lnTo>
                    <a:pt x="169074" y="954386"/>
                  </a:lnTo>
                  <a:lnTo>
                    <a:pt x="134217" y="939244"/>
                  </a:lnTo>
                  <a:lnTo>
                    <a:pt x="99767" y="921832"/>
                  </a:lnTo>
                  <a:lnTo>
                    <a:pt x="65838" y="902161"/>
                  </a:lnTo>
                  <a:lnTo>
                    <a:pt x="32544" y="880247"/>
                  </a:lnTo>
                  <a:lnTo>
                    <a:pt x="0" y="856111"/>
                  </a:lnTo>
                  <a:lnTo>
                    <a:pt x="788" y="821979"/>
                  </a:lnTo>
                  <a:lnTo>
                    <a:pt x="3152" y="787920"/>
                  </a:lnTo>
                  <a:lnTo>
                    <a:pt x="7087" y="754006"/>
                  </a:lnTo>
                  <a:lnTo>
                    <a:pt x="12583" y="720311"/>
                  </a:lnTo>
                  <a:lnTo>
                    <a:pt x="19630" y="686905"/>
                  </a:lnTo>
                  <a:lnTo>
                    <a:pt x="28212" y="653860"/>
                  </a:lnTo>
                  <a:lnTo>
                    <a:pt x="38312" y="621246"/>
                  </a:lnTo>
                  <a:lnTo>
                    <a:pt x="49906" y="589134"/>
                  </a:lnTo>
                  <a:lnTo>
                    <a:pt x="62971" y="557592"/>
                  </a:lnTo>
                  <a:lnTo>
                    <a:pt x="77480" y="526687"/>
                  </a:lnTo>
                  <a:lnTo>
                    <a:pt x="93399" y="496484"/>
                  </a:lnTo>
                  <a:lnTo>
                    <a:pt x="110697" y="467050"/>
                  </a:lnTo>
                  <a:lnTo>
                    <a:pt x="129336" y="438445"/>
                  </a:lnTo>
                  <a:lnTo>
                    <a:pt x="149276" y="410732"/>
                  </a:lnTo>
                  <a:lnTo>
                    <a:pt x="170474" y="383969"/>
                  </a:lnTo>
                  <a:lnTo>
                    <a:pt x="192886" y="358214"/>
                  </a:lnTo>
                  <a:lnTo>
                    <a:pt x="216463" y="333521"/>
                  </a:lnTo>
                  <a:lnTo>
                    <a:pt x="192886" y="358214"/>
                  </a:lnTo>
                  <a:lnTo>
                    <a:pt x="170474" y="383969"/>
                  </a:lnTo>
                  <a:lnTo>
                    <a:pt x="149276" y="410732"/>
                  </a:lnTo>
                  <a:lnTo>
                    <a:pt x="129336" y="438445"/>
                  </a:lnTo>
                  <a:lnTo>
                    <a:pt x="110697" y="467050"/>
                  </a:lnTo>
                  <a:lnTo>
                    <a:pt x="93399" y="496484"/>
                  </a:lnTo>
                  <a:lnTo>
                    <a:pt x="77480" y="526687"/>
                  </a:lnTo>
                  <a:lnTo>
                    <a:pt x="62971" y="557592"/>
                  </a:lnTo>
                  <a:lnTo>
                    <a:pt x="49906" y="589134"/>
                  </a:lnTo>
                  <a:lnTo>
                    <a:pt x="38312" y="621246"/>
                  </a:lnTo>
                  <a:lnTo>
                    <a:pt x="28212" y="653860"/>
                  </a:lnTo>
                  <a:lnTo>
                    <a:pt x="19630" y="686905"/>
                  </a:lnTo>
                  <a:lnTo>
                    <a:pt x="12583" y="720311"/>
                  </a:lnTo>
                  <a:lnTo>
                    <a:pt x="7087" y="754006"/>
                  </a:lnTo>
                  <a:lnTo>
                    <a:pt x="3152" y="787920"/>
                  </a:lnTo>
                  <a:lnTo>
                    <a:pt x="788" y="821979"/>
                  </a:lnTo>
                  <a:lnTo>
                    <a:pt x="0" y="856111"/>
                  </a:lnTo>
                  <a:lnTo>
                    <a:pt x="788" y="890244"/>
                  </a:lnTo>
                  <a:lnTo>
                    <a:pt x="3152" y="924303"/>
                  </a:lnTo>
                  <a:lnTo>
                    <a:pt x="7087" y="958217"/>
                  </a:lnTo>
                  <a:lnTo>
                    <a:pt x="12583" y="991912"/>
                  </a:lnTo>
                  <a:lnTo>
                    <a:pt x="19630" y="1025318"/>
                  </a:lnTo>
                  <a:lnTo>
                    <a:pt x="28212" y="1058363"/>
                  </a:lnTo>
                  <a:lnTo>
                    <a:pt x="38312" y="1090977"/>
                  </a:lnTo>
                  <a:lnTo>
                    <a:pt x="49906" y="1123089"/>
                  </a:lnTo>
                  <a:lnTo>
                    <a:pt x="62971" y="1154631"/>
                  </a:lnTo>
                  <a:lnTo>
                    <a:pt x="77480" y="1185536"/>
                  </a:lnTo>
                  <a:lnTo>
                    <a:pt x="93399" y="1215739"/>
                  </a:lnTo>
                  <a:lnTo>
                    <a:pt x="110697" y="1245173"/>
                  </a:lnTo>
                  <a:lnTo>
                    <a:pt x="129336" y="1273778"/>
                  </a:lnTo>
                  <a:lnTo>
                    <a:pt x="149276" y="1301491"/>
                  </a:lnTo>
                  <a:lnTo>
                    <a:pt x="170474" y="1328254"/>
                  </a:lnTo>
                  <a:lnTo>
                    <a:pt x="192886" y="1354009"/>
                  </a:lnTo>
                  <a:lnTo>
                    <a:pt x="216463" y="1378702"/>
                  </a:lnTo>
                  <a:lnTo>
                    <a:pt x="241156" y="1402279"/>
                  </a:lnTo>
                  <a:lnTo>
                    <a:pt x="266911" y="1424691"/>
                  </a:lnTo>
                  <a:lnTo>
                    <a:pt x="293674" y="1445890"/>
                  </a:lnTo>
                  <a:lnTo>
                    <a:pt x="321387" y="1465829"/>
                  </a:lnTo>
                  <a:lnTo>
                    <a:pt x="349992" y="1484468"/>
                  </a:lnTo>
                  <a:lnTo>
                    <a:pt x="379427" y="1501766"/>
                  </a:lnTo>
                  <a:lnTo>
                    <a:pt x="409629" y="1517686"/>
                  </a:lnTo>
                  <a:lnTo>
                    <a:pt x="440534" y="1532194"/>
                  </a:lnTo>
                  <a:lnTo>
                    <a:pt x="472077" y="1545259"/>
                  </a:lnTo>
                  <a:lnTo>
                    <a:pt x="504189" y="1556854"/>
                  </a:lnTo>
                  <a:lnTo>
                    <a:pt x="536802" y="1566953"/>
                  </a:lnTo>
                  <a:lnTo>
                    <a:pt x="569847" y="1575535"/>
                  </a:lnTo>
                  <a:lnTo>
                    <a:pt x="603253" y="1582582"/>
                  </a:lnTo>
                  <a:lnTo>
                    <a:pt x="636949" y="1588079"/>
                  </a:lnTo>
                  <a:lnTo>
                    <a:pt x="670862" y="1592013"/>
                  </a:lnTo>
                  <a:lnTo>
                    <a:pt x="704922" y="1594377"/>
                  </a:lnTo>
                  <a:lnTo>
                    <a:pt x="739054" y="1595166"/>
                  </a:lnTo>
                  <a:lnTo>
                    <a:pt x="773186" y="1594377"/>
                  </a:lnTo>
                  <a:lnTo>
                    <a:pt x="807245" y="1592013"/>
                  </a:lnTo>
                  <a:lnTo>
                    <a:pt x="841159" y="1588079"/>
                  </a:lnTo>
                  <a:lnTo>
                    <a:pt x="874855" y="1582582"/>
                  </a:lnTo>
                  <a:lnTo>
                    <a:pt x="908261" y="1575535"/>
                  </a:lnTo>
                  <a:lnTo>
                    <a:pt x="941306" y="1566953"/>
                  </a:lnTo>
                  <a:lnTo>
                    <a:pt x="973919" y="1556854"/>
                  </a:lnTo>
                  <a:lnTo>
                    <a:pt x="1006031" y="1545259"/>
                  </a:lnTo>
                  <a:lnTo>
                    <a:pt x="1037573" y="1532194"/>
                  </a:lnTo>
                  <a:lnTo>
                    <a:pt x="1068479" y="1517686"/>
                  </a:lnTo>
                  <a:lnTo>
                    <a:pt x="1098681" y="1501766"/>
                  </a:lnTo>
                  <a:lnTo>
                    <a:pt x="1128116" y="1484468"/>
                  </a:lnTo>
                  <a:lnTo>
                    <a:pt x="1156720" y="1465829"/>
                  </a:lnTo>
                  <a:lnTo>
                    <a:pt x="1184433" y="1445890"/>
                  </a:lnTo>
                  <a:lnTo>
                    <a:pt x="1211196" y="1424691"/>
                  </a:lnTo>
                  <a:lnTo>
                    <a:pt x="1236951" y="1402279"/>
                  </a:lnTo>
                  <a:lnTo>
                    <a:pt x="1261644" y="1378702"/>
                  </a:lnTo>
                  <a:lnTo>
                    <a:pt x="1285221" y="1354009"/>
                  </a:lnTo>
                  <a:lnTo>
                    <a:pt x="1307633" y="1328254"/>
                  </a:lnTo>
                  <a:lnTo>
                    <a:pt x="1328832" y="1301491"/>
                  </a:lnTo>
                  <a:lnTo>
                    <a:pt x="1348772" y="1273778"/>
                  </a:lnTo>
                  <a:lnTo>
                    <a:pt x="1367410" y="1245173"/>
                  </a:lnTo>
                  <a:lnTo>
                    <a:pt x="1384708" y="1215739"/>
                  </a:lnTo>
                  <a:lnTo>
                    <a:pt x="1400628" y="1185536"/>
                  </a:lnTo>
                  <a:lnTo>
                    <a:pt x="1415136" y="1154631"/>
                  </a:lnTo>
                  <a:lnTo>
                    <a:pt x="1428201" y="1123089"/>
                  </a:lnTo>
                  <a:lnTo>
                    <a:pt x="1439796" y="1090977"/>
                  </a:lnTo>
                  <a:lnTo>
                    <a:pt x="1449895" y="1058363"/>
                  </a:lnTo>
                  <a:lnTo>
                    <a:pt x="1458477" y="1025318"/>
                  </a:lnTo>
                  <a:lnTo>
                    <a:pt x="1465524" y="991912"/>
                  </a:lnTo>
                  <a:lnTo>
                    <a:pt x="1471021" y="958217"/>
                  </a:lnTo>
                  <a:lnTo>
                    <a:pt x="1474955" y="924303"/>
                  </a:lnTo>
                  <a:lnTo>
                    <a:pt x="1477319" y="890244"/>
                  </a:lnTo>
                  <a:lnTo>
                    <a:pt x="1478108" y="856111"/>
                  </a:lnTo>
                  <a:lnTo>
                    <a:pt x="1477319" y="821979"/>
                  </a:lnTo>
                  <a:lnTo>
                    <a:pt x="1474955" y="787920"/>
                  </a:lnTo>
                  <a:lnTo>
                    <a:pt x="1471021" y="754006"/>
                  </a:lnTo>
                  <a:lnTo>
                    <a:pt x="1465524" y="720311"/>
                  </a:lnTo>
                  <a:lnTo>
                    <a:pt x="1458477" y="686905"/>
                  </a:lnTo>
                  <a:lnTo>
                    <a:pt x="1449895" y="653860"/>
                  </a:lnTo>
                  <a:lnTo>
                    <a:pt x="1439796" y="621246"/>
                  </a:lnTo>
                  <a:lnTo>
                    <a:pt x="1428201" y="589134"/>
                  </a:lnTo>
                  <a:lnTo>
                    <a:pt x="1415136" y="557592"/>
                  </a:lnTo>
                  <a:lnTo>
                    <a:pt x="1400628" y="526687"/>
                  </a:lnTo>
                  <a:lnTo>
                    <a:pt x="1384708" y="496484"/>
                  </a:lnTo>
                  <a:lnTo>
                    <a:pt x="1367410" y="467050"/>
                  </a:lnTo>
                  <a:lnTo>
                    <a:pt x="1348772" y="438445"/>
                  </a:lnTo>
                  <a:lnTo>
                    <a:pt x="1328832" y="410732"/>
                  </a:lnTo>
                  <a:lnTo>
                    <a:pt x="1307633" y="383969"/>
                  </a:lnTo>
                  <a:lnTo>
                    <a:pt x="1285221" y="358214"/>
                  </a:lnTo>
                  <a:lnTo>
                    <a:pt x="1261644" y="333521"/>
                  </a:lnTo>
                  <a:lnTo>
                    <a:pt x="1236951" y="309944"/>
                  </a:lnTo>
                  <a:lnTo>
                    <a:pt x="1211196" y="287532"/>
                  </a:lnTo>
                  <a:lnTo>
                    <a:pt x="1184433" y="266333"/>
                  </a:lnTo>
                  <a:lnTo>
                    <a:pt x="1156720" y="246394"/>
                  </a:lnTo>
                  <a:lnTo>
                    <a:pt x="1128116" y="227755"/>
                  </a:lnTo>
                  <a:lnTo>
                    <a:pt x="1098681" y="210457"/>
                  </a:lnTo>
                  <a:lnTo>
                    <a:pt x="1068479" y="194537"/>
                  </a:lnTo>
                  <a:lnTo>
                    <a:pt x="1037573" y="180029"/>
                  </a:lnTo>
                  <a:lnTo>
                    <a:pt x="1006031" y="166964"/>
                  </a:lnTo>
                  <a:lnTo>
                    <a:pt x="973919" y="155369"/>
                  </a:lnTo>
                  <a:lnTo>
                    <a:pt x="941306" y="145270"/>
                  </a:lnTo>
                  <a:lnTo>
                    <a:pt x="908261" y="136688"/>
                  </a:lnTo>
                  <a:lnTo>
                    <a:pt x="874855" y="129641"/>
                  </a:lnTo>
                  <a:lnTo>
                    <a:pt x="841159" y="124144"/>
                  </a:lnTo>
                  <a:lnTo>
                    <a:pt x="807245" y="120210"/>
                  </a:lnTo>
                  <a:lnTo>
                    <a:pt x="773186" y="117846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361123" y="7749850"/>
              <a:ext cx="1595166" cy="1119840"/>
            </a:xfrm>
            <a:custGeom>
              <a:avLst/>
              <a:pathLst>
                <a:path w="1595166" h="1119840">
                  <a:moveTo>
                    <a:pt x="739054" y="117057"/>
                  </a:moveTo>
                  <a:lnTo>
                    <a:pt x="767346" y="99990"/>
                  </a:lnTo>
                  <a:lnTo>
                    <a:pt x="796913" y="84029"/>
                  </a:lnTo>
                  <a:lnTo>
                    <a:pt x="827712" y="69247"/>
                  </a:lnTo>
                  <a:lnTo>
                    <a:pt x="859695" y="55712"/>
                  </a:lnTo>
                  <a:lnTo>
                    <a:pt x="892810" y="43493"/>
                  </a:lnTo>
                  <a:lnTo>
                    <a:pt x="927002" y="32655"/>
                  </a:lnTo>
                  <a:lnTo>
                    <a:pt x="962215" y="23261"/>
                  </a:lnTo>
                  <a:lnTo>
                    <a:pt x="998387" y="15373"/>
                  </a:lnTo>
                  <a:lnTo>
                    <a:pt x="1035454" y="9049"/>
                  </a:lnTo>
                  <a:lnTo>
                    <a:pt x="1073348" y="4344"/>
                  </a:lnTo>
                  <a:lnTo>
                    <a:pt x="1111999" y="1311"/>
                  </a:lnTo>
                  <a:lnTo>
                    <a:pt x="1151336" y="0"/>
                  </a:lnTo>
                  <a:lnTo>
                    <a:pt x="1191281" y="457"/>
                  </a:lnTo>
                  <a:lnTo>
                    <a:pt x="1231757" y="2725"/>
                  </a:lnTo>
                  <a:lnTo>
                    <a:pt x="1272683" y="6845"/>
                  </a:lnTo>
                  <a:lnTo>
                    <a:pt x="1313977" y="12853"/>
                  </a:lnTo>
                  <a:lnTo>
                    <a:pt x="1355555" y="20782"/>
                  </a:lnTo>
                  <a:lnTo>
                    <a:pt x="1397329" y="30660"/>
                  </a:lnTo>
                  <a:lnTo>
                    <a:pt x="1439211" y="42513"/>
                  </a:lnTo>
                  <a:lnTo>
                    <a:pt x="1481112" y="56363"/>
                  </a:lnTo>
                  <a:lnTo>
                    <a:pt x="1522939" y="72226"/>
                  </a:lnTo>
                  <a:lnTo>
                    <a:pt x="1538802" y="114053"/>
                  </a:lnTo>
                  <a:lnTo>
                    <a:pt x="1552652" y="155954"/>
                  </a:lnTo>
                  <a:lnTo>
                    <a:pt x="1564505" y="197836"/>
                  </a:lnTo>
                  <a:lnTo>
                    <a:pt x="1574383" y="239610"/>
                  </a:lnTo>
                  <a:lnTo>
                    <a:pt x="1582312" y="281188"/>
                  </a:lnTo>
                  <a:lnTo>
                    <a:pt x="1588320" y="322482"/>
                  </a:lnTo>
                  <a:lnTo>
                    <a:pt x="1592440" y="363409"/>
                  </a:lnTo>
                  <a:lnTo>
                    <a:pt x="1594709" y="403885"/>
                  </a:lnTo>
                  <a:lnTo>
                    <a:pt x="1595166" y="443830"/>
                  </a:lnTo>
                  <a:lnTo>
                    <a:pt x="1593854" y="483166"/>
                  </a:lnTo>
                  <a:lnTo>
                    <a:pt x="1590821" y="521817"/>
                  </a:lnTo>
                  <a:lnTo>
                    <a:pt x="1586116" y="559711"/>
                  </a:lnTo>
                  <a:lnTo>
                    <a:pt x="1579792" y="596778"/>
                  </a:lnTo>
                  <a:lnTo>
                    <a:pt x="1571904" y="632950"/>
                  </a:lnTo>
                  <a:lnTo>
                    <a:pt x="1562510" y="668163"/>
                  </a:lnTo>
                  <a:lnTo>
                    <a:pt x="1551672" y="702356"/>
                  </a:lnTo>
                  <a:lnTo>
                    <a:pt x="1539453" y="735471"/>
                  </a:lnTo>
                  <a:lnTo>
                    <a:pt x="1525919" y="767453"/>
                  </a:lnTo>
                  <a:lnTo>
                    <a:pt x="1511136" y="798252"/>
                  </a:lnTo>
                  <a:lnTo>
                    <a:pt x="1495175" y="827819"/>
                  </a:lnTo>
                  <a:lnTo>
                    <a:pt x="1478108" y="856111"/>
                  </a:lnTo>
                  <a:lnTo>
                    <a:pt x="1454150" y="891242"/>
                  </a:lnTo>
                  <a:lnTo>
                    <a:pt x="1428581" y="924024"/>
                  </a:lnTo>
                  <a:lnTo>
                    <a:pt x="1401572" y="954387"/>
                  </a:lnTo>
                  <a:lnTo>
                    <a:pt x="1373301" y="982271"/>
                  </a:lnTo>
                  <a:lnTo>
                    <a:pt x="1343943" y="1007628"/>
                  </a:lnTo>
                  <a:lnTo>
                    <a:pt x="1313679" y="1030422"/>
                  </a:lnTo>
                  <a:lnTo>
                    <a:pt x="1282688" y="1050627"/>
                  </a:lnTo>
                  <a:lnTo>
                    <a:pt x="1251152" y="1068229"/>
                  </a:lnTo>
                  <a:lnTo>
                    <a:pt x="1219249" y="1083227"/>
                  </a:lnTo>
                  <a:lnTo>
                    <a:pt x="1187158" y="1095628"/>
                  </a:lnTo>
                  <a:lnTo>
                    <a:pt x="1155056" y="1105454"/>
                  </a:lnTo>
                  <a:lnTo>
                    <a:pt x="1123117" y="1112734"/>
                  </a:lnTo>
                  <a:lnTo>
                    <a:pt x="1091512" y="1117512"/>
                  </a:lnTo>
                  <a:lnTo>
                    <a:pt x="1060408" y="1119840"/>
                  </a:lnTo>
                  <a:lnTo>
                    <a:pt x="1029968" y="1119781"/>
                  </a:lnTo>
                  <a:lnTo>
                    <a:pt x="1000349" y="1117407"/>
                  </a:lnTo>
                  <a:lnTo>
                    <a:pt x="967699" y="1111965"/>
                  </a:lnTo>
                  <a:lnTo>
                    <a:pt x="936536" y="1103747"/>
                  </a:lnTo>
                  <a:lnTo>
                    <a:pt x="907067" y="1092904"/>
                  </a:lnTo>
                  <a:lnTo>
                    <a:pt x="879483" y="1079603"/>
                  </a:lnTo>
                  <a:lnTo>
                    <a:pt x="853963" y="1064024"/>
                  </a:lnTo>
                  <a:lnTo>
                    <a:pt x="830672" y="1046359"/>
                  </a:lnTo>
                  <a:lnTo>
                    <a:pt x="809760" y="1026811"/>
                  </a:lnTo>
                  <a:lnTo>
                    <a:pt x="791360" y="1005593"/>
                  </a:lnTo>
                  <a:lnTo>
                    <a:pt x="775589" y="982928"/>
                  </a:lnTo>
                  <a:lnTo>
                    <a:pt x="762547" y="959044"/>
                  </a:lnTo>
                  <a:lnTo>
                    <a:pt x="752318" y="934177"/>
                  </a:lnTo>
                  <a:lnTo>
                    <a:pt x="744964" y="908569"/>
                  </a:lnTo>
                  <a:lnTo>
                    <a:pt x="740534" y="882465"/>
                  </a:lnTo>
                  <a:lnTo>
                    <a:pt x="739054" y="856111"/>
                  </a:lnTo>
                  <a:lnTo>
                    <a:pt x="739054" y="856111"/>
                  </a:lnTo>
                  <a:lnTo>
                    <a:pt x="715570" y="878044"/>
                  </a:lnTo>
                  <a:lnTo>
                    <a:pt x="690616" y="898347"/>
                  </a:lnTo>
                  <a:lnTo>
                    <a:pt x="664276" y="916947"/>
                  </a:lnTo>
                  <a:lnTo>
                    <a:pt x="636639" y="933775"/>
                  </a:lnTo>
                  <a:lnTo>
                    <a:pt x="607796" y="948763"/>
                  </a:lnTo>
                  <a:lnTo>
                    <a:pt x="577841" y="961851"/>
                  </a:lnTo>
                  <a:lnTo>
                    <a:pt x="546870" y="972981"/>
                  </a:lnTo>
                  <a:lnTo>
                    <a:pt x="514983" y="982100"/>
                  </a:lnTo>
                  <a:lnTo>
                    <a:pt x="482282" y="989160"/>
                  </a:lnTo>
                  <a:lnTo>
                    <a:pt x="448871" y="994117"/>
                  </a:lnTo>
                  <a:lnTo>
                    <a:pt x="414856" y="996931"/>
                  </a:lnTo>
                  <a:lnTo>
                    <a:pt x="380344" y="997568"/>
                  </a:lnTo>
                  <a:lnTo>
                    <a:pt x="345447" y="996000"/>
                  </a:lnTo>
                  <a:lnTo>
                    <a:pt x="310273" y="992200"/>
                  </a:lnTo>
                  <a:lnTo>
                    <a:pt x="274935" y="986151"/>
                  </a:lnTo>
                  <a:lnTo>
                    <a:pt x="239547" y="977838"/>
                  </a:lnTo>
                  <a:lnTo>
                    <a:pt x="204222" y="967251"/>
                  </a:lnTo>
                  <a:lnTo>
                    <a:pt x="169074" y="954386"/>
                  </a:lnTo>
                  <a:lnTo>
                    <a:pt x="134217" y="939244"/>
                  </a:lnTo>
                  <a:lnTo>
                    <a:pt x="99767" y="921832"/>
                  </a:lnTo>
                  <a:lnTo>
                    <a:pt x="65838" y="902161"/>
                  </a:lnTo>
                  <a:lnTo>
                    <a:pt x="32544" y="880247"/>
                  </a:lnTo>
                  <a:lnTo>
                    <a:pt x="0" y="856111"/>
                  </a:lnTo>
                  <a:lnTo>
                    <a:pt x="788" y="821979"/>
                  </a:lnTo>
                  <a:lnTo>
                    <a:pt x="3152" y="787920"/>
                  </a:lnTo>
                  <a:lnTo>
                    <a:pt x="7087" y="754006"/>
                  </a:lnTo>
                  <a:lnTo>
                    <a:pt x="12583" y="720311"/>
                  </a:lnTo>
                  <a:lnTo>
                    <a:pt x="19630" y="686905"/>
                  </a:lnTo>
                  <a:lnTo>
                    <a:pt x="28212" y="653860"/>
                  </a:lnTo>
                  <a:lnTo>
                    <a:pt x="38312" y="621246"/>
                  </a:lnTo>
                  <a:lnTo>
                    <a:pt x="49906" y="589134"/>
                  </a:lnTo>
                  <a:lnTo>
                    <a:pt x="62971" y="557592"/>
                  </a:lnTo>
                  <a:lnTo>
                    <a:pt x="77480" y="526687"/>
                  </a:lnTo>
                  <a:lnTo>
                    <a:pt x="93399" y="496484"/>
                  </a:lnTo>
                  <a:lnTo>
                    <a:pt x="110697" y="467050"/>
                  </a:lnTo>
                  <a:lnTo>
                    <a:pt x="129336" y="438445"/>
                  </a:lnTo>
                  <a:lnTo>
                    <a:pt x="149276" y="410732"/>
                  </a:lnTo>
                  <a:lnTo>
                    <a:pt x="170474" y="383969"/>
                  </a:lnTo>
                  <a:lnTo>
                    <a:pt x="192886" y="358214"/>
                  </a:lnTo>
                  <a:lnTo>
                    <a:pt x="216463" y="333521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068576" y="783530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5852462" y="7790475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807630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5329871" y="883565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329522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545986" y="805177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5100177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5100177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100177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100177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100177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4316292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991596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4316292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4968138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5747916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6239249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5738818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4959040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3966115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3730951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3975213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3473878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3424409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45" name="rc445"/>
            <p:cNvSpPr/>
            <p:nvPr/>
          </p:nvSpPr>
          <p:spPr>
            <a:xfrm>
              <a:off x="6583680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6583680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6911679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7709416" y="6921429"/>
              <a:ext cx="1295613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 (n=10)</a:t>
              </a:r>
            </a:p>
          </p:txBody>
        </p:sp>
        <p:sp>
          <p:nvSpPr>
            <p:cNvPr id="449" name="rc449"/>
            <p:cNvSpPr/>
            <p:nvPr/>
          </p:nvSpPr>
          <p:spPr>
            <a:xfrm>
              <a:off x="6971496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8357223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8357223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8357223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8357223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8357223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475352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110069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475352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803002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248781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110226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8080078" y="7822076"/>
              <a:ext cx="1084278" cy="1338176"/>
            </a:xfrm>
            <a:custGeom>
              <a:avLst/>
              <a:pathLst>
                <a:path w="1084278" h="1338176">
                  <a:moveTo>
                    <a:pt x="277145" y="783885"/>
                  </a:moveTo>
                  <a:lnTo>
                    <a:pt x="277995" y="749252"/>
                  </a:lnTo>
                  <a:lnTo>
                    <a:pt x="280545" y="714682"/>
                  </a:lnTo>
                  <a:lnTo>
                    <a:pt x="284790" y="680237"/>
                  </a:lnTo>
                  <a:lnTo>
                    <a:pt x="290727" y="645980"/>
                  </a:lnTo>
                  <a:lnTo>
                    <a:pt x="298348" y="611972"/>
                  </a:lnTo>
                  <a:lnTo>
                    <a:pt x="307644" y="578276"/>
                  </a:lnTo>
                  <a:lnTo>
                    <a:pt x="318603" y="544953"/>
                  </a:lnTo>
                  <a:lnTo>
                    <a:pt x="331213" y="512065"/>
                  </a:lnTo>
                  <a:lnTo>
                    <a:pt x="345458" y="479672"/>
                  </a:lnTo>
                  <a:lnTo>
                    <a:pt x="361321" y="447835"/>
                  </a:lnTo>
                  <a:lnTo>
                    <a:pt x="378782" y="416614"/>
                  </a:lnTo>
                  <a:lnTo>
                    <a:pt x="397821" y="386068"/>
                  </a:lnTo>
                  <a:lnTo>
                    <a:pt x="418415" y="356254"/>
                  </a:lnTo>
                  <a:lnTo>
                    <a:pt x="440538" y="327232"/>
                  </a:lnTo>
                  <a:lnTo>
                    <a:pt x="464163" y="299058"/>
                  </a:lnTo>
                  <a:lnTo>
                    <a:pt x="489263" y="271787"/>
                  </a:lnTo>
                  <a:lnTo>
                    <a:pt x="515805" y="245476"/>
                  </a:lnTo>
                  <a:lnTo>
                    <a:pt x="543758" y="220178"/>
                  </a:lnTo>
                  <a:lnTo>
                    <a:pt x="573088" y="195947"/>
                  </a:lnTo>
                  <a:lnTo>
                    <a:pt x="603758" y="172834"/>
                  </a:lnTo>
                  <a:lnTo>
                    <a:pt x="635731" y="150891"/>
                  </a:lnTo>
                  <a:lnTo>
                    <a:pt x="668968" y="130167"/>
                  </a:lnTo>
                  <a:lnTo>
                    <a:pt x="703427" y="110712"/>
                  </a:lnTo>
                  <a:lnTo>
                    <a:pt x="739066" y="92571"/>
                  </a:lnTo>
                  <a:lnTo>
                    <a:pt x="775840" y="75792"/>
                  </a:lnTo>
                  <a:lnTo>
                    <a:pt x="813705" y="60418"/>
                  </a:lnTo>
                  <a:lnTo>
                    <a:pt x="852611" y="46493"/>
                  </a:lnTo>
                  <a:lnTo>
                    <a:pt x="892512" y="34058"/>
                  </a:lnTo>
                  <a:lnTo>
                    <a:pt x="933356" y="23154"/>
                  </a:lnTo>
                  <a:lnTo>
                    <a:pt x="975093" y="13818"/>
                  </a:lnTo>
                  <a:lnTo>
                    <a:pt x="1017669" y="6088"/>
                  </a:lnTo>
                  <a:lnTo>
                    <a:pt x="1061030" y="0"/>
                  </a:lnTo>
                  <a:lnTo>
                    <a:pt x="1070069" y="45646"/>
                  </a:lnTo>
                  <a:lnTo>
                    <a:pt x="1076872" y="90917"/>
                  </a:lnTo>
                  <a:lnTo>
                    <a:pt x="1081479" y="135712"/>
                  </a:lnTo>
                  <a:lnTo>
                    <a:pt x="1083931" y="179932"/>
                  </a:lnTo>
                  <a:lnTo>
                    <a:pt x="1084278" y="223482"/>
                  </a:lnTo>
                  <a:lnTo>
                    <a:pt x="1082570" y="266269"/>
                  </a:lnTo>
                  <a:lnTo>
                    <a:pt x="1078864" y="308203"/>
                  </a:lnTo>
                  <a:lnTo>
                    <a:pt x="1073218" y="349196"/>
                  </a:lnTo>
                  <a:lnTo>
                    <a:pt x="1065696" y="389164"/>
                  </a:lnTo>
                  <a:lnTo>
                    <a:pt x="1056364" y="428028"/>
                  </a:lnTo>
                  <a:lnTo>
                    <a:pt x="1045292" y="465708"/>
                  </a:lnTo>
                  <a:lnTo>
                    <a:pt x="1032552" y="502133"/>
                  </a:lnTo>
                  <a:lnTo>
                    <a:pt x="1018222" y="537231"/>
                  </a:lnTo>
                  <a:lnTo>
                    <a:pt x="1002379" y="570937"/>
                  </a:lnTo>
                  <a:lnTo>
                    <a:pt x="985105" y="603189"/>
                  </a:lnTo>
                  <a:lnTo>
                    <a:pt x="966484" y="633928"/>
                  </a:lnTo>
                  <a:lnTo>
                    <a:pt x="946602" y="663102"/>
                  </a:lnTo>
                  <a:lnTo>
                    <a:pt x="925548" y="690659"/>
                  </a:lnTo>
                  <a:lnTo>
                    <a:pt x="903412" y="716554"/>
                  </a:lnTo>
                  <a:lnTo>
                    <a:pt x="880285" y="740747"/>
                  </a:lnTo>
                  <a:lnTo>
                    <a:pt x="856261" y="763202"/>
                  </a:lnTo>
                  <a:lnTo>
                    <a:pt x="831436" y="783885"/>
                  </a:lnTo>
                  <a:lnTo>
                    <a:pt x="809144" y="816065"/>
                  </a:lnTo>
                  <a:lnTo>
                    <a:pt x="785067" y="845558"/>
                  </a:lnTo>
                  <a:lnTo>
                    <a:pt x="759447" y="872270"/>
                  </a:lnTo>
                  <a:lnTo>
                    <a:pt x="732531" y="896128"/>
                  </a:lnTo>
                  <a:lnTo>
                    <a:pt x="704570" y="917076"/>
                  </a:lnTo>
                  <a:lnTo>
                    <a:pt x="675815" y="935080"/>
                  </a:lnTo>
                  <a:lnTo>
                    <a:pt x="646518" y="950126"/>
                  </a:lnTo>
                  <a:lnTo>
                    <a:pt x="616929" y="962218"/>
                  </a:lnTo>
                  <a:lnTo>
                    <a:pt x="587298" y="971379"/>
                  </a:lnTo>
                  <a:lnTo>
                    <a:pt x="557866" y="977653"/>
                  </a:lnTo>
                  <a:lnTo>
                    <a:pt x="528873" y="981101"/>
                  </a:lnTo>
                  <a:lnTo>
                    <a:pt x="500549" y="981803"/>
                  </a:lnTo>
                  <a:lnTo>
                    <a:pt x="473116" y="979856"/>
                  </a:lnTo>
                  <a:lnTo>
                    <a:pt x="475063" y="1007289"/>
                  </a:lnTo>
                  <a:lnTo>
                    <a:pt x="474361" y="1035613"/>
                  </a:lnTo>
                  <a:lnTo>
                    <a:pt x="470913" y="1064606"/>
                  </a:lnTo>
                  <a:lnTo>
                    <a:pt x="464639" y="1094038"/>
                  </a:lnTo>
                  <a:lnTo>
                    <a:pt x="455478" y="1123670"/>
                  </a:lnTo>
                  <a:lnTo>
                    <a:pt x="443386" y="1153258"/>
                  </a:lnTo>
                  <a:lnTo>
                    <a:pt x="428340" y="1182555"/>
                  </a:lnTo>
                  <a:lnTo>
                    <a:pt x="410336" y="1211310"/>
                  </a:lnTo>
                  <a:lnTo>
                    <a:pt x="389388" y="1239271"/>
                  </a:lnTo>
                  <a:lnTo>
                    <a:pt x="365530" y="1266187"/>
                  </a:lnTo>
                  <a:lnTo>
                    <a:pt x="338818" y="1291807"/>
                  </a:lnTo>
                  <a:lnTo>
                    <a:pt x="309325" y="1315884"/>
                  </a:lnTo>
                  <a:lnTo>
                    <a:pt x="277145" y="1338176"/>
                  </a:lnTo>
                  <a:lnTo>
                    <a:pt x="255444" y="1308554"/>
                  </a:lnTo>
                  <a:lnTo>
                    <a:pt x="236190" y="1278135"/>
                  </a:lnTo>
                  <a:lnTo>
                    <a:pt x="219409" y="1247071"/>
                  </a:lnTo>
                  <a:lnTo>
                    <a:pt x="205119" y="1215515"/>
                  </a:lnTo>
                  <a:lnTo>
                    <a:pt x="193330" y="1183617"/>
                  </a:lnTo>
                  <a:lnTo>
                    <a:pt x="184044" y="1151531"/>
                  </a:lnTo>
                  <a:lnTo>
                    <a:pt x="177255" y="1119410"/>
                  </a:lnTo>
                  <a:lnTo>
                    <a:pt x="172947" y="1087403"/>
                  </a:lnTo>
                  <a:lnTo>
                    <a:pt x="171098" y="1055660"/>
                  </a:lnTo>
                  <a:lnTo>
                    <a:pt x="171676" y="1024329"/>
                  </a:lnTo>
                  <a:lnTo>
                    <a:pt x="174643" y="993556"/>
                  </a:lnTo>
                  <a:lnTo>
                    <a:pt x="179951" y="963484"/>
                  </a:lnTo>
                  <a:lnTo>
                    <a:pt x="187545" y="934253"/>
                  </a:lnTo>
                  <a:lnTo>
                    <a:pt x="197364" y="905999"/>
                  </a:lnTo>
                  <a:lnTo>
                    <a:pt x="209337" y="878855"/>
                  </a:lnTo>
                  <a:lnTo>
                    <a:pt x="223389" y="852950"/>
                  </a:lnTo>
                  <a:lnTo>
                    <a:pt x="239436" y="828408"/>
                  </a:lnTo>
                  <a:lnTo>
                    <a:pt x="257386" y="805348"/>
                  </a:lnTo>
                  <a:lnTo>
                    <a:pt x="277145" y="783885"/>
                  </a:lnTo>
                  <a:lnTo>
                    <a:pt x="258104" y="800384"/>
                  </a:lnTo>
                  <a:lnTo>
                    <a:pt x="236806" y="814083"/>
                  </a:lnTo>
                  <a:lnTo>
                    <a:pt x="213559" y="824749"/>
                  </a:lnTo>
                  <a:lnTo>
                    <a:pt x="188692" y="832184"/>
                  </a:lnTo>
                  <a:lnTo>
                    <a:pt x="162554" y="836217"/>
                  </a:lnTo>
                  <a:lnTo>
                    <a:pt x="135506" y="836713"/>
                  </a:lnTo>
                  <a:lnTo>
                    <a:pt x="107924" y="833573"/>
                  </a:lnTo>
                  <a:lnTo>
                    <a:pt x="80191" y="826730"/>
                  </a:lnTo>
                  <a:lnTo>
                    <a:pt x="52698" y="816156"/>
                  </a:lnTo>
                  <a:lnTo>
                    <a:pt x="25836" y="801859"/>
                  </a:lnTo>
                  <a:lnTo>
                    <a:pt x="0" y="783885"/>
                  </a:lnTo>
                  <a:lnTo>
                    <a:pt x="25836" y="765911"/>
                  </a:lnTo>
                  <a:lnTo>
                    <a:pt x="52698" y="751614"/>
                  </a:lnTo>
                  <a:lnTo>
                    <a:pt x="80191" y="741040"/>
                  </a:lnTo>
                  <a:lnTo>
                    <a:pt x="107924" y="734197"/>
                  </a:lnTo>
                  <a:lnTo>
                    <a:pt x="135506" y="731056"/>
                  </a:lnTo>
                  <a:lnTo>
                    <a:pt x="162554" y="731553"/>
                  </a:lnTo>
                  <a:lnTo>
                    <a:pt x="188692" y="735586"/>
                  </a:lnTo>
                  <a:lnTo>
                    <a:pt x="213559" y="743021"/>
                  </a:lnTo>
                  <a:lnTo>
                    <a:pt x="236806" y="753687"/>
                  </a:lnTo>
                  <a:lnTo>
                    <a:pt x="258104" y="767386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8080078" y="7822076"/>
              <a:ext cx="1084278" cy="1338176"/>
            </a:xfrm>
            <a:custGeom>
              <a:avLst/>
              <a:pathLst>
                <a:path w="1084278" h="1338176">
                  <a:moveTo>
                    <a:pt x="277145" y="783885"/>
                  </a:moveTo>
                  <a:lnTo>
                    <a:pt x="277995" y="749252"/>
                  </a:lnTo>
                  <a:lnTo>
                    <a:pt x="280545" y="714682"/>
                  </a:lnTo>
                  <a:lnTo>
                    <a:pt x="284790" y="680237"/>
                  </a:lnTo>
                  <a:lnTo>
                    <a:pt x="290727" y="645980"/>
                  </a:lnTo>
                  <a:lnTo>
                    <a:pt x="298348" y="611972"/>
                  </a:lnTo>
                  <a:lnTo>
                    <a:pt x="307644" y="578276"/>
                  </a:lnTo>
                  <a:lnTo>
                    <a:pt x="318603" y="544953"/>
                  </a:lnTo>
                  <a:lnTo>
                    <a:pt x="331213" y="512065"/>
                  </a:lnTo>
                  <a:lnTo>
                    <a:pt x="345458" y="479672"/>
                  </a:lnTo>
                  <a:lnTo>
                    <a:pt x="361321" y="447835"/>
                  </a:lnTo>
                  <a:lnTo>
                    <a:pt x="378782" y="416614"/>
                  </a:lnTo>
                  <a:lnTo>
                    <a:pt x="397821" y="386068"/>
                  </a:lnTo>
                  <a:lnTo>
                    <a:pt x="418415" y="356254"/>
                  </a:lnTo>
                  <a:lnTo>
                    <a:pt x="440538" y="327232"/>
                  </a:lnTo>
                  <a:lnTo>
                    <a:pt x="464163" y="299058"/>
                  </a:lnTo>
                  <a:lnTo>
                    <a:pt x="489263" y="271787"/>
                  </a:lnTo>
                  <a:lnTo>
                    <a:pt x="515805" y="245476"/>
                  </a:lnTo>
                  <a:lnTo>
                    <a:pt x="543758" y="220178"/>
                  </a:lnTo>
                  <a:lnTo>
                    <a:pt x="573088" y="195947"/>
                  </a:lnTo>
                  <a:lnTo>
                    <a:pt x="603758" y="172834"/>
                  </a:lnTo>
                  <a:lnTo>
                    <a:pt x="635731" y="150891"/>
                  </a:lnTo>
                  <a:lnTo>
                    <a:pt x="668968" y="130167"/>
                  </a:lnTo>
                  <a:lnTo>
                    <a:pt x="703427" y="110712"/>
                  </a:lnTo>
                  <a:lnTo>
                    <a:pt x="739066" y="92571"/>
                  </a:lnTo>
                  <a:lnTo>
                    <a:pt x="775840" y="75792"/>
                  </a:lnTo>
                  <a:lnTo>
                    <a:pt x="813705" y="60418"/>
                  </a:lnTo>
                  <a:lnTo>
                    <a:pt x="852611" y="46493"/>
                  </a:lnTo>
                  <a:lnTo>
                    <a:pt x="892512" y="34058"/>
                  </a:lnTo>
                  <a:lnTo>
                    <a:pt x="933356" y="23154"/>
                  </a:lnTo>
                  <a:lnTo>
                    <a:pt x="975093" y="13818"/>
                  </a:lnTo>
                  <a:lnTo>
                    <a:pt x="1017669" y="6088"/>
                  </a:lnTo>
                  <a:lnTo>
                    <a:pt x="1061030" y="0"/>
                  </a:lnTo>
                  <a:lnTo>
                    <a:pt x="1070069" y="45646"/>
                  </a:lnTo>
                  <a:lnTo>
                    <a:pt x="1076872" y="90917"/>
                  </a:lnTo>
                  <a:lnTo>
                    <a:pt x="1081479" y="135712"/>
                  </a:lnTo>
                  <a:lnTo>
                    <a:pt x="1083931" y="179932"/>
                  </a:lnTo>
                  <a:lnTo>
                    <a:pt x="1084278" y="223482"/>
                  </a:lnTo>
                  <a:lnTo>
                    <a:pt x="1082570" y="266269"/>
                  </a:lnTo>
                  <a:lnTo>
                    <a:pt x="1078864" y="308203"/>
                  </a:lnTo>
                  <a:lnTo>
                    <a:pt x="1073218" y="349196"/>
                  </a:lnTo>
                  <a:lnTo>
                    <a:pt x="1065696" y="389164"/>
                  </a:lnTo>
                  <a:lnTo>
                    <a:pt x="1056364" y="428028"/>
                  </a:lnTo>
                  <a:lnTo>
                    <a:pt x="1045292" y="465708"/>
                  </a:lnTo>
                  <a:lnTo>
                    <a:pt x="1032552" y="502133"/>
                  </a:lnTo>
                  <a:lnTo>
                    <a:pt x="1018222" y="537231"/>
                  </a:lnTo>
                  <a:lnTo>
                    <a:pt x="1002379" y="570937"/>
                  </a:lnTo>
                  <a:lnTo>
                    <a:pt x="985105" y="603189"/>
                  </a:lnTo>
                  <a:lnTo>
                    <a:pt x="966484" y="633928"/>
                  </a:lnTo>
                  <a:lnTo>
                    <a:pt x="946602" y="663102"/>
                  </a:lnTo>
                  <a:lnTo>
                    <a:pt x="925548" y="690659"/>
                  </a:lnTo>
                  <a:lnTo>
                    <a:pt x="903412" y="716554"/>
                  </a:lnTo>
                  <a:lnTo>
                    <a:pt x="880285" y="740747"/>
                  </a:lnTo>
                  <a:lnTo>
                    <a:pt x="856261" y="763202"/>
                  </a:lnTo>
                  <a:lnTo>
                    <a:pt x="831436" y="783885"/>
                  </a:lnTo>
                  <a:lnTo>
                    <a:pt x="809144" y="816065"/>
                  </a:lnTo>
                  <a:lnTo>
                    <a:pt x="785067" y="845558"/>
                  </a:lnTo>
                  <a:lnTo>
                    <a:pt x="759447" y="872270"/>
                  </a:lnTo>
                  <a:lnTo>
                    <a:pt x="732531" y="896128"/>
                  </a:lnTo>
                  <a:lnTo>
                    <a:pt x="704570" y="917076"/>
                  </a:lnTo>
                  <a:lnTo>
                    <a:pt x="675815" y="935080"/>
                  </a:lnTo>
                  <a:lnTo>
                    <a:pt x="646518" y="950126"/>
                  </a:lnTo>
                  <a:lnTo>
                    <a:pt x="616929" y="962218"/>
                  </a:lnTo>
                  <a:lnTo>
                    <a:pt x="587298" y="971379"/>
                  </a:lnTo>
                  <a:lnTo>
                    <a:pt x="557866" y="977653"/>
                  </a:lnTo>
                  <a:lnTo>
                    <a:pt x="528873" y="981101"/>
                  </a:lnTo>
                  <a:lnTo>
                    <a:pt x="500549" y="981803"/>
                  </a:lnTo>
                  <a:lnTo>
                    <a:pt x="473116" y="979856"/>
                  </a:lnTo>
                  <a:lnTo>
                    <a:pt x="475063" y="1007289"/>
                  </a:lnTo>
                  <a:lnTo>
                    <a:pt x="474361" y="1035613"/>
                  </a:lnTo>
                  <a:lnTo>
                    <a:pt x="470913" y="1064606"/>
                  </a:lnTo>
                  <a:lnTo>
                    <a:pt x="464639" y="1094038"/>
                  </a:lnTo>
                  <a:lnTo>
                    <a:pt x="455478" y="1123670"/>
                  </a:lnTo>
                  <a:lnTo>
                    <a:pt x="443386" y="1153258"/>
                  </a:lnTo>
                  <a:lnTo>
                    <a:pt x="428340" y="1182555"/>
                  </a:lnTo>
                  <a:lnTo>
                    <a:pt x="410336" y="1211310"/>
                  </a:lnTo>
                  <a:lnTo>
                    <a:pt x="389388" y="1239271"/>
                  </a:lnTo>
                  <a:lnTo>
                    <a:pt x="365530" y="1266187"/>
                  </a:lnTo>
                  <a:lnTo>
                    <a:pt x="338818" y="1291807"/>
                  </a:lnTo>
                  <a:lnTo>
                    <a:pt x="309325" y="1315884"/>
                  </a:lnTo>
                  <a:lnTo>
                    <a:pt x="277145" y="1338176"/>
                  </a:lnTo>
                  <a:lnTo>
                    <a:pt x="255444" y="1308554"/>
                  </a:lnTo>
                  <a:lnTo>
                    <a:pt x="236190" y="1278135"/>
                  </a:lnTo>
                  <a:lnTo>
                    <a:pt x="219409" y="1247071"/>
                  </a:lnTo>
                  <a:lnTo>
                    <a:pt x="205119" y="1215515"/>
                  </a:lnTo>
                  <a:lnTo>
                    <a:pt x="193330" y="1183617"/>
                  </a:lnTo>
                  <a:lnTo>
                    <a:pt x="184044" y="1151531"/>
                  </a:lnTo>
                  <a:lnTo>
                    <a:pt x="177255" y="1119410"/>
                  </a:lnTo>
                  <a:lnTo>
                    <a:pt x="172947" y="1087403"/>
                  </a:lnTo>
                  <a:lnTo>
                    <a:pt x="171098" y="1055660"/>
                  </a:lnTo>
                  <a:lnTo>
                    <a:pt x="171676" y="1024329"/>
                  </a:lnTo>
                  <a:lnTo>
                    <a:pt x="174643" y="993556"/>
                  </a:lnTo>
                  <a:lnTo>
                    <a:pt x="179951" y="963484"/>
                  </a:lnTo>
                  <a:lnTo>
                    <a:pt x="187545" y="934253"/>
                  </a:lnTo>
                  <a:lnTo>
                    <a:pt x="197364" y="905999"/>
                  </a:lnTo>
                  <a:lnTo>
                    <a:pt x="209337" y="878855"/>
                  </a:lnTo>
                  <a:lnTo>
                    <a:pt x="223389" y="852950"/>
                  </a:lnTo>
                  <a:lnTo>
                    <a:pt x="239436" y="828408"/>
                  </a:lnTo>
                  <a:lnTo>
                    <a:pt x="257386" y="805348"/>
                  </a:lnTo>
                  <a:lnTo>
                    <a:pt x="277145" y="783885"/>
                  </a:lnTo>
                  <a:lnTo>
                    <a:pt x="258104" y="800384"/>
                  </a:lnTo>
                  <a:lnTo>
                    <a:pt x="236806" y="814083"/>
                  </a:lnTo>
                  <a:lnTo>
                    <a:pt x="213559" y="824749"/>
                  </a:lnTo>
                  <a:lnTo>
                    <a:pt x="188692" y="832184"/>
                  </a:lnTo>
                  <a:lnTo>
                    <a:pt x="162554" y="836217"/>
                  </a:lnTo>
                  <a:lnTo>
                    <a:pt x="135506" y="836713"/>
                  </a:lnTo>
                  <a:lnTo>
                    <a:pt x="107924" y="833573"/>
                  </a:lnTo>
                  <a:lnTo>
                    <a:pt x="80191" y="826730"/>
                  </a:lnTo>
                  <a:lnTo>
                    <a:pt x="52698" y="816156"/>
                  </a:lnTo>
                  <a:lnTo>
                    <a:pt x="25836" y="801859"/>
                  </a:lnTo>
                  <a:lnTo>
                    <a:pt x="0" y="783885"/>
                  </a:lnTo>
                  <a:lnTo>
                    <a:pt x="25836" y="765911"/>
                  </a:lnTo>
                  <a:lnTo>
                    <a:pt x="52698" y="751614"/>
                  </a:lnTo>
                  <a:lnTo>
                    <a:pt x="80191" y="741040"/>
                  </a:lnTo>
                  <a:lnTo>
                    <a:pt x="107924" y="734197"/>
                  </a:lnTo>
                  <a:lnTo>
                    <a:pt x="135506" y="731056"/>
                  </a:lnTo>
                  <a:lnTo>
                    <a:pt x="162554" y="731553"/>
                  </a:lnTo>
                  <a:lnTo>
                    <a:pt x="188692" y="735586"/>
                  </a:lnTo>
                  <a:lnTo>
                    <a:pt x="213559" y="743021"/>
                  </a:lnTo>
                  <a:lnTo>
                    <a:pt x="236806" y="753687"/>
                  </a:lnTo>
                  <a:lnTo>
                    <a:pt x="258104" y="767386"/>
                  </a:lnTo>
                  <a:lnTo>
                    <a:pt x="277145" y="783885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9109507" y="7790475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887991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8521593" y="8770332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8325622" y="912865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8048476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8357223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8357223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8357223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8357223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8357223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573338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248642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573338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9"/>
            <p:cNvSpPr/>
            <p:nvPr/>
          </p:nvSpPr>
          <p:spPr>
            <a:xfrm>
              <a:off x="8225184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9004962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9496295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8995864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8216085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7223160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698799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7232259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6730924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6681455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89" name="rc489"/>
            <p:cNvSpPr/>
            <p:nvPr/>
          </p:nvSpPr>
          <p:spPr>
            <a:xfrm>
              <a:off x="9840725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9840725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10168724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tx492"/>
            <p:cNvSpPr/>
            <p:nvPr/>
          </p:nvSpPr>
          <p:spPr>
            <a:xfrm>
              <a:off x="10995220" y="6921429"/>
              <a:ext cx="123809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 (n=10)</a:t>
              </a:r>
            </a:p>
          </p:txBody>
        </p:sp>
        <p:sp>
          <p:nvSpPr>
            <p:cNvPr id="493" name="rc493"/>
            <p:cNvSpPr/>
            <p:nvPr/>
          </p:nvSpPr>
          <p:spPr>
            <a:xfrm>
              <a:off x="10228542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11614268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1614268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11614268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11614268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11614268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10732397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10367114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10732397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11060048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10505827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10367271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10875214" y="8083372"/>
              <a:ext cx="1847635" cy="1107095"/>
            </a:xfrm>
            <a:custGeom>
              <a:avLst/>
              <a:pathLst>
                <a:path w="1847635" h="1107095">
                  <a:moveTo>
                    <a:pt x="739054" y="153063"/>
                  </a:moveTo>
                  <a:lnTo>
                    <a:pt x="768047" y="154202"/>
                  </a:lnTo>
                  <a:lnTo>
                    <a:pt x="796861" y="157612"/>
                  </a:lnTo>
                  <a:lnTo>
                    <a:pt x="825318" y="163273"/>
                  </a:lnTo>
                  <a:lnTo>
                    <a:pt x="853244" y="171149"/>
                  </a:lnTo>
                  <a:lnTo>
                    <a:pt x="880466" y="181191"/>
                  </a:lnTo>
                  <a:lnTo>
                    <a:pt x="906816" y="193339"/>
                  </a:lnTo>
                  <a:lnTo>
                    <a:pt x="932131" y="207516"/>
                  </a:lnTo>
                  <a:lnTo>
                    <a:pt x="956256" y="223636"/>
                  </a:lnTo>
                  <a:lnTo>
                    <a:pt x="979042" y="241599"/>
                  </a:lnTo>
                  <a:lnTo>
                    <a:pt x="1000349" y="261295"/>
                  </a:lnTo>
                  <a:lnTo>
                    <a:pt x="1032601" y="248436"/>
                  </a:lnTo>
                  <a:lnTo>
                    <a:pt x="1066009" y="237500"/>
                  </a:lnTo>
                  <a:lnTo>
                    <a:pt x="1100477" y="228550"/>
                  </a:lnTo>
                  <a:lnTo>
                    <a:pt x="1135909" y="221645"/>
                  </a:lnTo>
                  <a:lnTo>
                    <a:pt x="1172204" y="216839"/>
                  </a:lnTo>
                  <a:lnTo>
                    <a:pt x="1209259" y="214182"/>
                  </a:lnTo>
                  <a:lnTo>
                    <a:pt x="1246969" y="213720"/>
                  </a:lnTo>
                  <a:lnTo>
                    <a:pt x="1285227" y="215492"/>
                  </a:lnTo>
                  <a:lnTo>
                    <a:pt x="1323924" y="219535"/>
                  </a:lnTo>
                  <a:lnTo>
                    <a:pt x="1362948" y="225879"/>
                  </a:lnTo>
                  <a:lnTo>
                    <a:pt x="1402186" y="234551"/>
                  </a:lnTo>
                  <a:lnTo>
                    <a:pt x="1441526" y="245571"/>
                  </a:lnTo>
                  <a:lnTo>
                    <a:pt x="1480852" y="258955"/>
                  </a:lnTo>
                  <a:lnTo>
                    <a:pt x="1520047" y="274714"/>
                  </a:lnTo>
                  <a:lnTo>
                    <a:pt x="1558996" y="292853"/>
                  </a:lnTo>
                  <a:lnTo>
                    <a:pt x="1597581" y="313372"/>
                  </a:lnTo>
                  <a:lnTo>
                    <a:pt x="1635684" y="336268"/>
                  </a:lnTo>
                  <a:lnTo>
                    <a:pt x="1673188" y="361529"/>
                  </a:lnTo>
                  <a:lnTo>
                    <a:pt x="1709976" y="389140"/>
                  </a:lnTo>
                  <a:lnTo>
                    <a:pt x="1745930" y="419080"/>
                  </a:lnTo>
                  <a:lnTo>
                    <a:pt x="1780935" y="451323"/>
                  </a:lnTo>
                  <a:lnTo>
                    <a:pt x="1814875" y="485839"/>
                  </a:lnTo>
                  <a:lnTo>
                    <a:pt x="1847635" y="522590"/>
                  </a:lnTo>
                  <a:lnTo>
                    <a:pt x="1812669" y="548946"/>
                  </a:lnTo>
                  <a:lnTo>
                    <a:pt x="1777097" y="573586"/>
                  </a:lnTo>
                  <a:lnTo>
                    <a:pt x="1740983" y="596497"/>
                  </a:lnTo>
                  <a:lnTo>
                    <a:pt x="1704392" y="617667"/>
                  </a:lnTo>
                  <a:lnTo>
                    <a:pt x="1667385" y="637089"/>
                  </a:lnTo>
                  <a:lnTo>
                    <a:pt x="1630027" y="654753"/>
                  </a:lnTo>
                  <a:lnTo>
                    <a:pt x="1592382" y="670656"/>
                  </a:lnTo>
                  <a:lnTo>
                    <a:pt x="1554514" y="684795"/>
                  </a:lnTo>
                  <a:lnTo>
                    <a:pt x="1516486" y="697168"/>
                  </a:lnTo>
                  <a:lnTo>
                    <a:pt x="1478363" y="707777"/>
                  </a:lnTo>
                  <a:lnTo>
                    <a:pt x="1440207" y="716625"/>
                  </a:lnTo>
                  <a:lnTo>
                    <a:pt x="1402083" y="723717"/>
                  </a:lnTo>
                  <a:lnTo>
                    <a:pt x="1364052" y="729061"/>
                  </a:lnTo>
                  <a:lnTo>
                    <a:pt x="1326179" y="732667"/>
                  </a:lnTo>
                  <a:lnTo>
                    <a:pt x="1288525" y="734544"/>
                  </a:lnTo>
                  <a:lnTo>
                    <a:pt x="1251152" y="734708"/>
                  </a:lnTo>
                  <a:lnTo>
                    <a:pt x="1214121" y="733172"/>
                  </a:lnTo>
                  <a:lnTo>
                    <a:pt x="1177492" y="729956"/>
                  </a:lnTo>
                  <a:lnTo>
                    <a:pt x="1141327" y="725077"/>
                  </a:lnTo>
                  <a:lnTo>
                    <a:pt x="1105684" y="718558"/>
                  </a:lnTo>
                  <a:lnTo>
                    <a:pt x="1070622" y="710421"/>
                  </a:lnTo>
                  <a:lnTo>
                    <a:pt x="1036198" y="700691"/>
                  </a:lnTo>
                  <a:lnTo>
                    <a:pt x="1002469" y="689396"/>
                  </a:lnTo>
                  <a:lnTo>
                    <a:pt x="969492" y="676563"/>
                  </a:lnTo>
                  <a:lnTo>
                    <a:pt x="937320" y="662225"/>
                  </a:lnTo>
                  <a:lnTo>
                    <a:pt x="906008" y="646411"/>
                  </a:lnTo>
                  <a:lnTo>
                    <a:pt x="875608" y="629158"/>
                  </a:lnTo>
                  <a:lnTo>
                    <a:pt x="846172" y="610499"/>
                  </a:lnTo>
                  <a:lnTo>
                    <a:pt x="817750" y="590474"/>
                  </a:lnTo>
                  <a:lnTo>
                    <a:pt x="790392" y="569120"/>
                  </a:lnTo>
                  <a:lnTo>
                    <a:pt x="764144" y="546478"/>
                  </a:lnTo>
                  <a:lnTo>
                    <a:pt x="739054" y="522590"/>
                  </a:lnTo>
                  <a:lnTo>
                    <a:pt x="737574" y="548943"/>
                  </a:lnTo>
                  <a:lnTo>
                    <a:pt x="733143" y="575047"/>
                  </a:lnTo>
                  <a:lnTo>
                    <a:pt x="725790" y="600655"/>
                  </a:lnTo>
                  <a:lnTo>
                    <a:pt x="715560" y="625522"/>
                  </a:lnTo>
                  <a:lnTo>
                    <a:pt x="702519" y="649406"/>
                  </a:lnTo>
                  <a:lnTo>
                    <a:pt x="686748" y="672071"/>
                  </a:lnTo>
                  <a:lnTo>
                    <a:pt x="668348" y="693289"/>
                  </a:lnTo>
                  <a:lnTo>
                    <a:pt x="647436" y="712837"/>
                  </a:lnTo>
                  <a:lnTo>
                    <a:pt x="624145" y="730502"/>
                  </a:lnTo>
                  <a:lnTo>
                    <a:pt x="598625" y="746081"/>
                  </a:lnTo>
                  <a:lnTo>
                    <a:pt x="571041" y="759382"/>
                  </a:lnTo>
                  <a:lnTo>
                    <a:pt x="541571" y="770225"/>
                  </a:lnTo>
                  <a:lnTo>
                    <a:pt x="510409" y="778444"/>
                  </a:lnTo>
                  <a:lnTo>
                    <a:pt x="477759" y="783885"/>
                  </a:lnTo>
                  <a:lnTo>
                    <a:pt x="448140" y="786259"/>
                  </a:lnTo>
                  <a:lnTo>
                    <a:pt x="417699" y="786318"/>
                  </a:lnTo>
                  <a:lnTo>
                    <a:pt x="386595" y="783991"/>
                  </a:lnTo>
                  <a:lnTo>
                    <a:pt x="354991" y="779213"/>
                  </a:lnTo>
                  <a:lnTo>
                    <a:pt x="323052" y="771932"/>
                  </a:lnTo>
                  <a:lnTo>
                    <a:pt x="290950" y="762106"/>
                  </a:lnTo>
                  <a:lnTo>
                    <a:pt x="258859" y="749705"/>
                  </a:lnTo>
                  <a:lnTo>
                    <a:pt x="226956" y="734708"/>
                  </a:lnTo>
                  <a:lnTo>
                    <a:pt x="195419" y="717105"/>
                  </a:lnTo>
                  <a:lnTo>
                    <a:pt x="164429" y="696900"/>
                  </a:lnTo>
                  <a:lnTo>
                    <a:pt x="134165" y="674107"/>
                  </a:lnTo>
                  <a:lnTo>
                    <a:pt x="104807" y="648749"/>
                  </a:lnTo>
                  <a:lnTo>
                    <a:pt x="76535" y="620865"/>
                  </a:lnTo>
                  <a:lnTo>
                    <a:pt x="49527" y="590502"/>
                  </a:lnTo>
                  <a:lnTo>
                    <a:pt x="23957" y="557720"/>
                  </a:lnTo>
                  <a:lnTo>
                    <a:pt x="0" y="522590"/>
                  </a:lnTo>
                  <a:lnTo>
                    <a:pt x="788" y="488458"/>
                  </a:lnTo>
                  <a:lnTo>
                    <a:pt x="3152" y="454398"/>
                  </a:lnTo>
                  <a:lnTo>
                    <a:pt x="7087" y="420485"/>
                  </a:lnTo>
                  <a:lnTo>
                    <a:pt x="12583" y="386789"/>
                  </a:lnTo>
                  <a:lnTo>
                    <a:pt x="19630" y="353383"/>
                  </a:lnTo>
                  <a:lnTo>
                    <a:pt x="28212" y="320338"/>
                  </a:lnTo>
                  <a:lnTo>
                    <a:pt x="38312" y="287725"/>
                  </a:lnTo>
                  <a:lnTo>
                    <a:pt x="49906" y="255613"/>
                  </a:lnTo>
                  <a:lnTo>
                    <a:pt x="62971" y="224070"/>
                  </a:lnTo>
                  <a:lnTo>
                    <a:pt x="77480" y="193165"/>
                  </a:lnTo>
                  <a:lnTo>
                    <a:pt x="93399" y="162963"/>
                  </a:lnTo>
                  <a:lnTo>
                    <a:pt x="110697" y="133528"/>
                  </a:lnTo>
                  <a:lnTo>
                    <a:pt x="129336" y="104923"/>
                  </a:lnTo>
                  <a:lnTo>
                    <a:pt x="149276" y="77210"/>
                  </a:lnTo>
                  <a:lnTo>
                    <a:pt x="170474" y="50447"/>
                  </a:lnTo>
                  <a:lnTo>
                    <a:pt x="192886" y="24692"/>
                  </a:lnTo>
                  <a:lnTo>
                    <a:pt x="216463" y="0"/>
                  </a:lnTo>
                  <a:lnTo>
                    <a:pt x="190282" y="33329"/>
                  </a:lnTo>
                  <a:lnTo>
                    <a:pt x="166192" y="67935"/>
                  </a:lnTo>
                  <a:lnTo>
                    <a:pt x="144255" y="103686"/>
                  </a:lnTo>
                  <a:lnTo>
                    <a:pt x="124522" y="140450"/>
                  </a:lnTo>
                  <a:lnTo>
                    <a:pt x="107037" y="178092"/>
                  </a:lnTo>
                  <a:lnTo>
                    <a:pt x="91835" y="216478"/>
                  </a:lnTo>
                  <a:lnTo>
                    <a:pt x="78943" y="255469"/>
                  </a:lnTo>
                  <a:lnTo>
                    <a:pt x="68381" y="294927"/>
                  </a:lnTo>
                  <a:lnTo>
                    <a:pt x="60159" y="334714"/>
                  </a:lnTo>
                  <a:lnTo>
                    <a:pt x="54281" y="374693"/>
                  </a:lnTo>
                  <a:lnTo>
                    <a:pt x="50741" y="414726"/>
                  </a:lnTo>
                  <a:lnTo>
                    <a:pt x="49527" y="454677"/>
                  </a:lnTo>
                  <a:lnTo>
                    <a:pt x="50616" y="494413"/>
                  </a:lnTo>
                  <a:lnTo>
                    <a:pt x="53981" y="533800"/>
                  </a:lnTo>
                  <a:lnTo>
                    <a:pt x="59584" y="572710"/>
                  </a:lnTo>
                  <a:lnTo>
                    <a:pt x="67383" y="611017"/>
                  </a:lnTo>
                  <a:lnTo>
                    <a:pt x="77327" y="648596"/>
                  </a:lnTo>
                  <a:lnTo>
                    <a:pt x="89358" y="685330"/>
                  </a:lnTo>
                  <a:lnTo>
                    <a:pt x="103412" y="721103"/>
                  </a:lnTo>
                  <a:lnTo>
                    <a:pt x="119419" y="755804"/>
                  </a:lnTo>
                  <a:lnTo>
                    <a:pt x="137302" y="789328"/>
                  </a:lnTo>
                  <a:lnTo>
                    <a:pt x="156980" y="821574"/>
                  </a:lnTo>
                  <a:lnTo>
                    <a:pt x="178365" y="852449"/>
                  </a:lnTo>
                  <a:lnTo>
                    <a:pt x="201365" y="881862"/>
                  </a:lnTo>
                  <a:lnTo>
                    <a:pt x="225883" y="909730"/>
                  </a:lnTo>
                  <a:lnTo>
                    <a:pt x="251819" y="935978"/>
                  </a:lnTo>
                  <a:lnTo>
                    <a:pt x="279067" y="960534"/>
                  </a:lnTo>
                  <a:lnTo>
                    <a:pt x="307519" y="983335"/>
                  </a:lnTo>
                  <a:lnTo>
                    <a:pt x="337064" y="1004324"/>
                  </a:lnTo>
                  <a:lnTo>
                    <a:pt x="367589" y="1023452"/>
                  </a:lnTo>
                  <a:lnTo>
                    <a:pt x="398979" y="1040674"/>
                  </a:lnTo>
                  <a:lnTo>
                    <a:pt x="431114" y="1055956"/>
                  </a:lnTo>
                  <a:lnTo>
                    <a:pt x="463878" y="1069269"/>
                  </a:lnTo>
                  <a:lnTo>
                    <a:pt x="497151" y="1080592"/>
                  </a:lnTo>
                  <a:lnTo>
                    <a:pt x="530813" y="1089909"/>
                  </a:lnTo>
                  <a:lnTo>
                    <a:pt x="564743" y="1097215"/>
                  </a:lnTo>
                  <a:lnTo>
                    <a:pt x="598824" y="1102508"/>
                  </a:lnTo>
                  <a:lnTo>
                    <a:pt x="632936" y="1105797"/>
                  </a:lnTo>
                  <a:lnTo>
                    <a:pt x="666962" y="1107095"/>
                  </a:lnTo>
                  <a:lnTo>
                    <a:pt x="700787" y="1106422"/>
                  </a:lnTo>
                  <a:lnTo>
                    <a:pt x="734299" y="1103806"/>
                  </a:lnTo>
                  <a:lnTo>
                    <a:pt x="767385" y="1099280"/>
                  </a:lnTo>
                  <a:lnTo>
                    <a:pt x="799938" y="1092886"/>
                  </a:lnTo>
                  <a:lnTo>
                    <a:pt x="831853" y="1084668"/>
                  </a:lnTo>
                  <a:lnTo>
                    <a:pt x="863030" y="1074680"/>
                  </a:lnTo>
                  <a:lnTo>
                    <a:pt x="893370" y="1062977"/>
                  </a:lnTo>
                  <a:lnTo>
                    <a:pt x="922780" y="1049624"/>
                  </a:lnTo>
                  <a:lnTo>
                    <a:pt x="951172" y="1034688"/>
                  </a:lnTo>
                  <a:lnTo>
                    <a:pt x="978461" y="1018241"/>
                  </a:lnTo>
                  <a:lnTo>
                    <a:pt x="1004568" y="1000361"/>
                  </a:lnTo>
                  <a:lnTo>
                    <a:pt x="1029420" y="981128"/>
                  </a:lnTo>
                  <a:lnTo>
                    <a:pt x="1052947" y="960628"/>
                  </a:lnTo>
                  <a:lnTo>
                    <a:pt x="1075087" y="938948"/>
                  </a:lnTo>
                  <a:lnTo>
                    <a:pt x="1095783" y="916179"/>
                  </a:lnTo>
                  <a:lnTo>
                    <a:pt x="1114982" y="892417"/>
                  </a:lnTo>
                  <a:lnTo>
                    <a:pt x="1132639" y="867755"/>
                  </a:lnTo>
                  <a:lnTo>
                    <a:pt x="1148716" y="842293"/>
                  </a:lnTo>
                  <a:lnTo>
                    <a:pt x="1163178" y="816131"/>
                  </a:lnTo>
                  <a:lnTo>
                    <a:pt x="1175999" y="789368"/>
                  </a:lnTo>
                  <a:lnTo>
                    <a:pt x="1187158" y="762106"/>
                  </a:lnTo>
                  <a:lnTo>
                    <a:pt x="1196639" y="734448"/>
                  </a:lnTo>
                  <a:lnTo>
                    <a:pt x="1204436" y="706495"/>
                  </a:lnTo>
                  <a:lnTo>
                    <a:pt x="1210544" y="678349"/>
                  </a:lnTo>
                  <a:lnTo>
                    <a:pt x="1214968" y="650111"/>
                  </a:lnTo>
                  <a:lnTo>
                    <a:pt x="1217718" y="621880"/>
                  </a:lnTo>
                  <a:lnTo>
                    <a:pt x="1218809" y="593755"/>
                  </a:lnTo>
                  <a:lnTo>
                    <a:pt x="1218262" y="565832"/>
                  </a:lnTo>
                  <a:lnTo>
                    <a:pt x="1216104" y="538207"/>
                  </a:lnTo>
                  <a:lnTo>
                    <a:pt x="1212368" y="510971"/>
                  </a:lnTo>
                  <a:lnTo>
                    <a:pt x="1207090" y="484213"/>
                  </a:lnTo>
                  <a:lnTo>
                    <a:pt x="1200314" y="458020"/>
                  </a:lnTo>
                  <a:lnTo>
                    <a:pt x="1192087" y="432476"/>
                  </a:lnTo>
                  <a:lnTo>
                    <a:pt x="1182461" y="407659"/>
                  </a:lnTo>
                  <a:lnTo>
                    <a:pt x="1171491" y="383645"/>
                  </a:lnTo>
                  <a:lnTo>
                    <a:pt x="1159237" y="360507"/>
                  </a:lnTo>
                  <a:lnTo>
                    <a:pt x="1145765" y="338311"/>
                  </a:lnTo>
                  <a:lnTo>
                    <a:pt x="1131141" y="317121"/>
                  </a:lnTo>
                  <a:lnTo>
                    <a:pt x="1115437" y="296995"/>
                  </a:lnTo>
                  <a:lnTo>
                    <a:pt x="1098724" y="277986"/>
                  </a:lnTo>
                  <a:lnTo>
                    <a:pt x="1081080" y="260144"/>
                  </a:lnTo>
                  <a:lnTo>
                    <a:pt x="1062583" y="243511"/>
                  </a:lnTo>
                  <a:lnTo>
                    <a:pt x="1043313" y="228128"/>
                  </a:lnTo>
                  <a:lnTo>
                    <a:pt x="1023352" y="214026"/>
                  </a:lnTo>
                  <a:lnTo>
                    <a:pt x="1002782" y="201235"/>
                  </a:lnTo>
                  <a:lnTo>
                    <a:pt x="981689" y="189777"/>
                  </a:lnTo>
                  <a:lnTo>
                    <a:pt x="960156" y="179670"/>
                  </a:lnTo>
                  <a:lnTo>
                    <a:pt x="938269" y="170926"/>
                  </a:lnTo>
                  <a:lnTo>
                    <a:pt x="916111" y="163553"/>
                  </a:lnTo>
                  <a:lnTo>
                    <a:pt x="893769" y="157551"/>
                  </a:lnTo>
                  <a:lnTo>
                    <a:pt x="871324" y="152918"/>
                  </a:lnTo>
                  <a:lnTo>
                    <a:pt x="848861" y="149646"/>
                  </a:lnTo>
                  <a:lnTo>
                    <a:pt x="826461" y="147721"/>
                  </a:lnTo>
                  <a:lnTo>
                    <a:pt x="804203" y="147125"/>
                  </a:lnTo>
                  <a:lnTo>
                    <a:pt x="782166" y="147836"/>
                  </a:lnTo>
                  <a:lnTo>
                    <a:pt x="760425" y="149826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10875214" y="8083372"/>
              <a:ext cx="1847635" cy="786318"/>
            </a:xfrm>
            <a:custGeom>
              <a:avLst/>
              <a:pathLst>
                <a:path w="1847635" h="786318">
                  <a:moveTo>
                    <a:pt x="739054" y="153063"/>
                  </a:moveTo>
                  <a:lnTo>
                    <a:pt x="768047" y="154202"/>
                  </a:lnTo>
                  <a:lnTo>
                    <a:pt x="796861" y="157612"/>
                  </a:lnTo>
                  <a:lnTo>
                    <a:pt x="825318" y="163273"/>
                  </a:lnTo>
                  <a:lnTo>
                    <a:pt x="853244" y="171149"/>
                  </a:lnTo>
                  <a:lnTo>
                    <a:pt x="880466" y="181191"/>
                  </a:lnTo>
                  <a:lnTo>
                    <a:pt x="906816" y="193339"/>
                  </a:lnTo>
                  <a:lnTo>
                    <a:pt x="932131" y="207516"/>
                  </a:lnTo>
                  <a:lnTo>
                    <a:pt x="956256" y="223636"/>
                  </a:lnTo>
                  <a:lnTo>
                    <a:pt x="979042" y="241599"/>
                  </a:lnTo>
                  <a:lnTo>
                    <a:pt x="1000349" y="261295"/>
                  </a:lnTo>
                  <a:lnTo>
                    <a:pt x="1032601" y="248436"/>
                  </a:lnTo>
                  <a:lnTo>
                    <a:pt x="1066009" y="237500"/>
                  </a:lnTo>
                  <a:lnTo>
                    <a:pt x="1100477" y="228550"/>
                  </a:lnTo>
                  <a:lnTo>
                    <a:pt x="1135909" y="221645"/>
                  </a:lnTo>
                  <a:lnTo>
                    <a:pt x="1172204" y="216839"/>
                  </a:lnTo>
                  <a:lnTo>
                    <a:pt x="1209259" y="214182"/>
                  </a:lnTo>
                  <a:lnTo>
                    <a:pt x="1246969" y="213720"/>
                  </a:lnTo>
                  <a:lnTo>
                    <a:pt x="1285227" y="215492"/>
                  </a:lnTo>
                  <a:lnTo>
                    <a:pt x="1323924" y="219535"/>
                  </a:lnTo>
                  <a:lnTo>
                    <a:pt x="1362948" y="225879"/>
                  </a:lnTo>
                  <a:lnTo>
                    <a:pt x="1402186" y="234551"/>
                  </a:lnTo>
                  <a:lnTo>
                    <a:pt x="1441526" y="245571"/>
                  </a:lnTo>
                  <a:lnTo>
                    <a:pt x="1480852" y="258955"/>
                  </a:lnTo>
                  <a:lnTo>
                    <a:pt x="1520047" y="274714"/>
                  </a:lnTo>
                  <a:lnTo>
                    <a:pt x="1558996" y="292853"/>
                  </a:lnTo>
                  <a:lnTo>
                    <a:pt x="1597581" y="313372"/>
                  </a:lnTo>
                  <a:lnTo>
                    <a:pt x="1635684" y="336268"/>
                  </a:lnTo>
                  <a:lnTo>
                    <a:pt x="1673188" y="361529"/>
                  </a:lnTo>
                  <a:lnTo>
                    <a:pt x="1709976" y="389140"/>
                  </a:lnTo>
                  <a:lnTo>
                    <a:pt x="1745930" y="419080"/>
                  </a:lnTo>
                  <a:lnTo>
                    <a:pt x="1780935" y="451323"/>
                  </a:lnTo>
                  <a:lnTo>
                    <a:pt x="1814875" y="485839"/>
                  </a:lnTo>
                  <a:lnTo>
                    <a:pt x="1847635" y="522590"/>
                  </a:lnTo>
                  <a:lnTo>
                    <a:pt x="1812669" y="548946"/>
                  </a:lnTo>
                  <a:lnTo>
                    <a:pt x="1777097" y="573586"/>
                  </a:lnTo>
                  <a:lnTo>
                    <a:pt x="1740983" y="596497"/>
                  </a:lnTo>
                  <a:lnTo>
                    <a:pt x="1704392" y="617667"/>
                  </a:lnTo>
                  <a:lnTo>
                    <a:pt x="1667385" y="637089"/>
                  </a:lnTo>
                  <a:lnTo>
                    <a:pt x="1630027" y="654753"/>
                  </a:lnTo>
                  <a:lnTo>
                    <a:pt x="1592382" y="670656"/>
                  </a:lnTo>
                  <a:lnTo>
                    <a:pt x="1554514" y="684795"/>
                  </a:lnTo>
                  <a:lnTo>
                    <a:pt x="1516486" y="697168"/>
                  </a:lnTo>
                  <a:lnTo>
                    <a:pt x="1478363" y="707777"/>
                  </a:lnTo>
                  <a:lnTo>
                    <a:pt x="1440207" y="716625"/>
                  </a:lnTo>
                  <a:lnTo>
                    <a:pt x="1402083" y="723717"/>
                  </a:lnTo>
                  <a:lnTo>
                    <a:pt x="1364052" y="729061"/>
                  </a:lnTo>
                  <a:lnTo>
                    <a:pt x="1326179" y="732667"/>
                  </a:lnTo>
                  <a:lnTo>
                    <a:pt x="1288525" y="734544"/>
                  </a:lnTo>
                  <a:lnTo>
                    <a:pt x="1251152" y="734708"/>
                  </a:lnTo>
                  <a:lnTo>
                    <a:pt x="1214121" y="733172"/>
                  </a:lnTo>
                  <a:lnTo>
                    <a:pt x="1177492" y="729956"/>
                  </a:lnTo>
                  <a:lnTo>
                    <a:pt x="1141327" y="725077"/>
                  </a:lnTo>
                  <a:lnTo>
                    <a:pt x="1105684" y="718558"/>
                  </a:lnTo>
                  <a:lnTo>
                    <a:pt x="1070622" y="710421"/>
                  </a:lnTo>
                  <a:lnTo>
                    <a:pt x="1036198" y="700691"/>
                  </a:lnTo>
                  <a:lnTo>
                    <a:pt x="1002469" y="689396"/>
                  </a:lnTo>
                  <a:lnTo>
                    <a:pt x="969492" y="676563"/>
                  </a:lnTo>
                  <a:lnTo>
                    <a:pt x="937320" y="662225"/>
                  </a:lnTo>
                  <a:lnTo>
                    <a:pt x="906008" y="646411"/>
                  </a:lnTo>
                  <a:lnTo>
                    <a:pt x="875608" y="629158"/>
                  </a:lnTo>
                  <a:lnTo>
                    <a:pt x="846172" y="610499"/>
                  </a:lnTo>
                  <a:lnTo>
                    <a:pt x="817750" y="590474"/>
                  </a:lnTo>
                  <a:lnTo>
                    <a:pt x="790392" y="569120"/>
                  </a:lnTo>
                  <a:lnTo>
                    <a:pt x="764144" y="546478"/>
                  </a:lnTo>
                  <a:lnTo>
                    <a:pt x="739054" y="522590"/>
                  </a:lnTo>
                  <a:lnTo>
                    <a:pt x="739054" y="522590"/>
                  </a:lnTo>
                  <a:lnTo>
                    <a:pt x="737574" y="548943"/>
                  </a:lnTo>
                  <a:lnTo>
                    <a:pt x="733143" y="575047"/>
                  </a:lnTo>
                  <a:lnTo>
                    <a:pt x="725790" y="600655"/>
                  </a:lnTo>
                  <a:lnTo>
                    <a:pt x="715560" y="625522"/>
                  </a:lnTo>
                  <a:lnTo>
                    <a:pt x="702519" y="649406"/>
                  </a:lnTo>
                  <a:lnTo>
                    <a:pt x="686748" y="672071"/>
                  </a:lnTo>
                  <a:lnTo>
                    <a:pt x="668348" y="693289"/>
                  </a:lnTo>
                  <a:lnTo>
                    <a:pt x="647436" y="712837"/>
                  </a:lnTo>
                  <a:lnTo>
                    <a:pt x="624145" y="730502"/>
                  </a:lnTo>
                  <a:lnTo>
                    <a:pt x="598625" y="746081"/>
                  </a:lnTo>
                  <a:lnTo>
                    <a:pt x="571041" y="759382"/>
                  </a:lnTo>
                  <a:lnTo>
                    <a:pt x="541571" y="770225"/>
                  </a:lnTo>
                  <a:lnTo>
                    <a:pt x="510409" y="778444"/>
                  </a:lnTo>
                  <a:lnTo>
                    <a:pt x="477759" y="783885"/>
                  </a:lnTo>
                  <a:lnTo>
                    <a:pt x="448140" y="786259"/>
                  </a:lnTo>
                  <a:lnTo>
                    <a:pt x="417699" y="786318"/>
                  </a:lnTo>
                  <a:lnTo>
                    <a:pt x="386595" y="783991"/>
                  </a:lnTo>
                  <a:lnTo>
                    <a:pt x="354991" y="779213"/>
                  </a:lnTo>
                  <a:lnTo>
                    <a:pt x="323052" y="771932"/>
                  </a:lnTo>
                  <a:lnTo>
                    <a:pt x="290950" y="762106"/>
                  </a:lnTo>
                  <a:lnTo>
                    <a:pt x="258859" y="749705"/>
                  </a:lnTo>
                  <a:lnTo>
                    <a:pt x="226956" y="734708"/>
                  </a:lnTo>
                  <a:lnTo>
                    <a:pt x="195419" y="717105"/>
                  </a:lnTo>
                  <a:lnTo>
                    <a:pt x="164429" y="696900"/>
                  </a:lnTo>
                  <a:lnTo>
                    <a:pt x="134165" y="674107"/>
                  </a:lnTo>
                  <a:lnTo>
                    <a:pt x="104807" y="648749"/>
                  </a:lnTo>
                  <a:lnTo>
                    <a:pt x="76535" y="620865"/>
                  </a:lnTo>
                  <a:lnTo>
                    <a:pt x="49527" y="590502"/>
                  </a:lnTo>
                  <a:lnTo>
                    <a:pt x="23957" y="557720"/>
                  </a:lnTo>
                  <a:lnTo>
                    <a:pt x="0" y="522590"/>
                  </a:lnTo>
                  <a:lnTo>
                    <a:pt x="788" y="488458"/>
                  </a:lnTo>
                  <a:lnTo>
                    <a:pt x="3152" y="454398"/>
                  </a:lnTo>
                  <a:lnTo>
                    <a:pt x="7087" y="420485"/>
                  </a:lnTo>
                  <a:lnTo>
                    <a:pt x="12583" y="386789"/>
                  </a:lnTo>
                  <a:lnTo>
                    <a:pt x="19630" y="353383"/>
                  </a:lnTo>
                  <a:lnTo>
                    <a:pt x="28212" y="320338"/>
                  </a:lnTo>
                  <a:lnTo>
                    <a:pt x="38312" y="287725"/>
                  </a:lnTo>
                  <a:lnTo>
                    <a:pt x="49906" y="255613"/>
                  </a:lnTo>
                  <a:lnTo>
                    <a:pt x="62971" y="224070"/>
                  </a:lnTo>
                  <a:lnTo>
                    <a:pt x="77480" y="193165"/>
                  </a:lnTo>
                  <a:lnTo>
                    <a:pt x="93399" y="162963"/>
                  </a:lnTo>
                  <a:lnTo>
                    <a:pt x="110697" y="133528"/>
                  </a:lnTo>
                  <a:lnTo>
                    <a:pt x="129336" y="104923"/>
                  </a:lnTo>
                  <a:lnTo>
                    <a:pt x="149276" y="77210"/>
                  </a:lnTo>
                  <a:lnTo>
                    <a:pt x="170474" y="50447"/>
                  </a:lnTo>
                  <a:lnTo>
                    <a:pt x="192886" y="24692"/>
                  </a:lnTo>
                  <a:lnTo>
                    <a:pt x="216463" y="0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1582667" y="8204834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1843962" y="831306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2691249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11321372" y="883565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0843613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11060077" y="805177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11614268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11614268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11614268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11614268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11614268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10830383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10505687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10830383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tx523"/>
            <p:cNvSpPr/>
            <p:nvPr/>
          </p:nvSpPr>
          <p:spPr>
            <a:xfrm>
              <a:off x="11482229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12262007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12753340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12252909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11473131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0480206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10245042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10489304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9987969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9938500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33" name="rc533"/>
            <p:cNvSpPr/>
            <p:nvPr/>
          </p:nvSpPr>
          <p:spPr>
            <a:xfrm>
              <a:off x="69589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69589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397588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6" name="tx536"/>
            <p:cNvSpPr/>
            <p:nvPr/>
          </p:nvSpPr>
          <p:spPr>
            <a:xfrm>
              <a:off x="1150154" y="10269915"/>
              <a:ext cx="1385956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Ciconiiformes (n=8)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457405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1843132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1843132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1843132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1843132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1843132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961261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595978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961261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1288911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734690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596135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1059247" y="11400157"/>
              <a:ext cx="1892466" cy="1338176"/>
            </a:xfrm>
            <a:custGeom>
              <a:avLst/>
              <a:pathLst>
                <a:path w="1892466" h="1338176">
                  <a:moveTo>
                    <a:pt x="783885" y="0"/>
                  </a:moveTo>
                  <a:lnTo>
                    <a:pt x="817352" y="1011"/>
                  </a:lnTo>
                  <a:lnTo>
                    <a:pt x="850697" y="4041"/>
                  </a:lnTo>
                  <a:lnTo>
                    <a:pt x="883799" y="9079"/>
                  </a:lnTo>
                  <a:lnTo>
                    <a:pt x="916535" y="16106"/>
                  </a:lnTo>
                  <a:lnTo>
                    <a:pt x="948788" y="25097"/>
                  </a:lnTo>
                  <a:lnTo>
                    <a:pt x="980439" y="36019"/>
                  </a:lnTo>
                  <a:lnTo>
                    <a:pt x="1011373" y="48833"/>
                  </a:lnTo>
                  <a:lnTo>
                    <a:pt x="1041477" y="63490"/>
                  </a:lnTo>
                  <a:lnTo>
                    <a:pt x="1070640" y="79939"/>
                  </a:lnTo>
                  <a:lnTo>
                    <a:pt x="1098758" y="98118"/>
                  </a:lnTo>
                  <a:lnTo>
                    <a:pt x="1125726" y="117962"/>
                  </a:lnTo>
                  <a:lnTo>
                    <a:pt x="1151448" y="139398"/>
                  </a:lnTo>
                  <a:lnTo>
                    <a:pt x="1175828" y="162347"/>
                  </a:lnTo>
                  <a:lnTo>
                    <a:pt x="1208007" y="159418"/>
                  </a:lnTo>
                  <a:lnTo>
                    <a:pt x="1240872" y="158309"/>
                  </a:lnTo>
                  <a:lnTo>
                    <a:pt x="1274332" y="159063"/>
                  </a:lnTo>
                  <a:lnTo>
                    <a:pt x="1308296" y="161721"/>
                  </a:lnTo>
                  <a:lnTo>
                    <a:pt x="1342669" y="166319"/>
                  </a:lnTo>
                  <a:lnTo>
                    <a:pt x="1377356" y="172889"/>
                  </a:lnTo>
                  <a:lnTo>
                    <a:pt x="1412259" y="181458"/>
                  </a:lnTo>
                  <a:lnTo>
                    <a:pt x="1447279" y="192049"/>
                  </a:lnTo>
                  <a:lnTo>
                    <a:pt x="1482316" y="204681"/>
                  </a:lnTo>
                  <a:lnTo>
                    <a:pt x="1517268" y="219366"/>
                  </a:lnTo>
                  <a:lnTo>
                    <a:pt x="1552032" y="236113"/>
                  </a:lnTo>
                  <a:lnTo>
                    <a:pt x="1586505" y="254928"/>
                  </a:lnTo>
                  <a:lnTo>
                    <a:pt x="1620584" y="275810"/>
                  </a:lnTo>
                  <a:lnTo>
                    <a:pt x="1654165" y="298753"/>
                  </a:lnTo>
                  <a:lnTo>
                    <a:pt x="1687144" y="323747"/>
                  </a:lnTo>
                  <a:lnTo>
                    <a:pt x="1719416" y="350778"/>
                  </a:lnTo>
                  <a:lnTo>
                    <a:pt x="1750879" y="379825"/>
                  </a:lnTo>
                  <a:lnTo>
                    <a:pt x="1781428" y="410865"/>
                  </a:lnTo>
                  <a:lnTo>
                    <a:pt x="1810962" y="443868"/>
                  </a:lnTo>
                  <a:lnTo>
                    <a:pt x="1839380" y="478800"/>
                  </a:lnTo>
                  <a:lnTo>
                    <a:pt x="1866581" y="515622"/>
                  </a:lnTo>
                  <a:lnTo>
                    <a:pt x="1892466" y="554290"/>
                  </a:lnTo>
                  <a:lnTo>
                    <a:pt x="1866581" y="592959"/>
                  </a:lnTo>
                  <a:lnTo>
                    <a:pt x="1839380" y="629781"/>
                  </a:lnTo>
                  <a:lnTo>
                    <a:pt x="1810962" y="664712"/>
                  </a:lnTo>
                  <a:lnTo>
                    <a:pt x="1781428" y="697715"/>
                  </a:lnTo>
                  <a:lnTo>
                    <a:pt x="1750879" y="728755"/>
                  </a:lnTo>
                  <a:lnTo>
                    <a:pt x="1719416" y="757803"/>
                  </a:lnTo>
                  <a:lnTo>
                    <a:pt x="1687144" y="784833"/>
                  </a:lnTo>
                  <a:lnTo>
                    <a:pt x="1654165" y="809828"/>
                  </a:lnTo>
                  <a:lnTo>
                    <a:pt x="1620584" y="832771"/>
                  </a:lnTo>
                  <a:lnTo>
                    <a:pt x="1586505" y="853652"/>
                  </a:lnTo>
                  <a:lnTo>
                    <a:pt x="1552032" y="872467"/>
                  </a:lnTo>
                  <a:lnTo>
                    <a:pt x="1517268" y="889215"/>
                  </a:lnTo>
                  <a:lnTo>
                    <a:pt x="1482316" y="903900"/>
                  </a:lnTo>
                  <a:lnTo>
                    <a:pt x="1447279" y="916531"/>
                  </a:lnTo>
                  <a:lnTo>
                    <a:pt x="1412259" y="927122"/>
                  </a:lnTo>
                  <a:lnTo>
                    <a:pt x="1377356" y="935691"/>
                  </a:lnTo>
                  <a:lnTo>
                    <a:pt x="1342669" y="942261"/>
                  </a:lnTo>
                  <a:lnTo>
                    <a:pt x="1308296" y="946859"/>
                  </a:lnTo>
                  <a:lnTo>
                    <a:pt x="1274332" y="949518"/>
                  </a:lnTo>
                  <a:lnTo>
                    <a:pt x="1240872" y="950272"/>
                  </a:lnTo>
                  <a:lnTo>
                    <a:pt x="1208007" y="949162"/>
                  </a:lnTo>
                  <a:lnTo>
                    <a:pt x="1175828" y="946233"/>
                  </a:lnTo>
                  <a:lnTo>
                    <a:pt x="1139537" y="940632"/>
                  </a:lnTo>
                  <a:lnTo>
                    <a:pt x="1104413" y="932737"/>
                  </a:lnTo>
                  <a:lnTo>
                    <a:pt x="1070582" y="922638"/>
                  </a:lnTo>
                  <a:lnTo>
                    <a:pt x="1038163" y="910429"/>
                  </a:lnTo>
                  <a:lnTo>
                    <a:pt x="1007272" y="896210"/>
                  </a:lnTo>
                  <a:lnTo>
                    <a:pt x="978018" y="880088"/>
                  </a:lnTo>
                  <a:lnTo>
                    <a:pt x="950504" y="862175"/>
                  </a:lnTo>
                  <a:lnTo>
                    <a:pt x="924825" y="842588"/>
                  </a:lnTo>
                  <a:lnTo>
                    <a:pt x="901072" y="821451"/>
                  </a:lnTo>
                  <a:lnTo>
                    <a:pt x="879327" y="798888"/>
                  </a:lnTo>
                  <a:lnTo>
                    <a:pt x="859665" y="775030"/>
                  </a:lnTo>
                  <a:lnTo>
                    <a:pt x="842154" y="750013"/>
                  </a:lnTo>
                  <a:lnTo>
                    <a:pt x="826854" y="723973"/>
                  </a:lnTo>
                  <a:lnTo>
                    <a:pt x="813819" y="697052"/>
                  </a:lnTo>
                  <a:lnTo>
                    <a:pt x="803092" y="669391"/>
                  </a:lnTo>
                  <a:lnTo>
                    <a:pt x="794710" y="641138"/>
                  </a:lnTo>
                  <a:lnTo>
                    <a:pt x="788703" y="612437"/>
                  </a:lnTo>
                  <a:lnTo>
                    <a:pt x="785090" y="583438"/>
                  </a:lnTo>
                  <a:lnTo>
                    <a:pt x="783885" y="554290"/>
                  </a:lnTo>
                  <a:lnTo>
                    <a:pt x="783035" y="588923"/>
                  </a:lnTo>
                  <a:lnTo>
                    <a:pt x="780485" y="623493"/>
                  </a:lnTo>
                  <a:lnTo>
                    <a:pt x="776239" y="657938"/>
                  </a:lnTo>
                  <a:lnTo>
                    <a:pt x="770302" y="692196"/>
                  </a:lnTo>
                  <a:lnTo>
                    <a:pt x="762681" y="726203"/>
                  </a:lnTo>
                  <a:lnTo>
                    <a:pt x="753386" y="759899"/>
                  </a:lnTo>
                  <a:lnTo>
                    <a:pt x="742426" y="793222"/>
                  </a:lnTo>
                  <a:lnTo>
                    <a:pt x="729817" y="826110"/>
                  </a:lnTo>
                  <a:lnTo>
                    <a:pt x="715572" y="858503"/>
                  </a:lnTo>
                  <a:lnTo>
                    <a:pt x="699709" y="890340"/>
                  </a:lnTo>
                  <a:lnTo>
                    <a:pt x="682247" y="921561"/>
                  </a:lnTo>
                  <a:lnTo>
                    <a:pt x="663208" y="952108"/>
                  </a:lnTo>
                  <a:lnTo>
                    <a:pt x="642615" y="981921"/>
                  </a:lnTo>
                  <a:lnTo>
                    <a:pt x="620492" y="1010943"/>
                  </a:lnTo>
                  <a:lnTo>
                    <a:pt x="596866" y="1039118"/>
                  </a:lnTo>
                  <a:lnTo>
                    <a:pt x="571767" y="1066388"/>
                  </a:lnTo>
                  <a:lnTo>
                    <a:pt x="545225" y="1092699"/>
                  </a:lnTo>
                  <a:lnTo>
                    <a:pt x="517271" y="1117997"/>
                  </a:lnTo>
                  <a:lnTo>
                    <a:pt x="487942" y="1142228"/>
                  </a:lnTo>
                  <a:lnTo>
                    <a:pt x="457271" y="1165341"/>
                  </a:lnTo>
                  <a:lnTo>
                    <a:pt x="425298" y="1187284"/>
                  </a:lnTo>
                  <a:lnTo>
                    <a:pt x="392062" y="1208008"/>
                  </a:lnTo>
                  <a:lnTo>
                    <a:pt x="357603" y="1227463"/>
                  </a:lnTo>
                  <a:lnTo>
                    <a:pt x="321964" y="1245604"/>
                  </a:lnTo>
                  <a:lnTo>
                    <a:pt x="285189" y="1262383"/>
                  </a:lnTo>
                  <a:lnTo>
                    <a:pt x="247325" y="1277757"/>
                  </a:lnTo>
                  <a:lnTo>
                    <a:pt x="208418" y="1291682"/>
                  </a:lnTo>
                  <a:lnTo>
                    <a:pt x="168518" y="1304117"/>
                  </a:lnTo>
                  <a:lnTo>
                    <a:pt x="127674" y="1315021"/>
                  </a:lnTo>
                  <a:lnTo>
                    <a:pt x="85937" y="1324357"/>
                  </a:lnTo>
                  <a:lnTo>
                    <a:pt x="43361" y="1332087"/>
                  </a:lnTo>
                  <a:lnTo>
                    <a:pt x="0" y="1338176"/>
                  </a:lnTo>
                  <a:lnTo>
                    <a:pt x="6088" y="1294814"/>
                  </a:lnTo>
                  <a:lnTo>
                    <a:pt x="13818" y="1252238"/>
                  </a:lnTo>
                  <a:lnTo>
                    <a:pt x="23154" y="1210502"/>
                  </a:lnTo>
                  <a:lnTo>
                    <a:pt x="34058" y="1169657"/>
                  </a:lnTo>
                  <a:lnTo>
                    <a:pt x="46493" y="1129757"/>
                  </a:lnTo>
                  <a:lnTo>
                    <a:pt x="60418" y="1090850"/>
                  </a:lnTo>
                  <a:lnTo>
                    <a:pt x="75792" y="1052986"/>
                  </a:lnTo>
                  <a:lnTo>
                    <a:pt x="92571" y="1016211"/>
                  </a:lnTo>
                  <a:lnTo>
                    <a:pt x="110712" y="980572"/>
                  </a:lnTo>
                  <a:lnTo>
                    <a:pt x="130167" y="946113"/>
                  </a:lnTo>
                  <a:lnTo>
                    <a:pt x="150891" y="912877"/>
                  </a:lnTo>
                  <a:lnTo>
                    <a:pt x="172834" y="880904"/>
                  </a:lnTo>
                  <a:lnTo>
                    <a:pt x="195947" y="850233"/>
                  </a:lnTo>
                  <a:lnTo>
                    <a:pt x="220178" y="820904"/>
                  </a:lnTo>
                  <a:lnTo>
                    <a:pt x="245476" y="792951"/>
                  </a:lnTo>
                  <a:lnTo>
                    <a:pt x="271787" y="766408"/>
                  </a:lnTo>
                  <a:lnTo>
                    <a:pt x="299058" y="741309"/>
                  </a:lnTo>
                  <a:lnTo>
                    <a:pt x="327232" y="717683"/>
                  </a:lnTo>
                  <a:lnTo>
                    <a:pt x="356254" y="695560"/>
                  </a:lnTo>
                  <a:lnTo>
                    <a:pt x="386068" y="674967"/>
                  </a:lnTo>
                  <a:lnTo>
                    <a:pt x="416614" y="655928"/>
                  </a:lnTo>
                  <a:lnTo>
                    <a:pt x="447835" y="638466"/>
                  </a:lnTo>
                  <a:lnTo>
                    <a:pt x="479672" y="622603"/>
                  </a:lnTo>
                  <a:lnTo>
                    <a:pt x="512065" y="608359"/>
                  </a:lnTo>
                  <a:lnTo>
                    <a:pt x="544953" y="595749"/>
                  </a:lnTo>
                  <a:lnTo>
                    <a:pt x="578276" y="584789"/>
                  </a:lnTo>
                  <a:lnTo>
                    <a:pt x="611972" y="575494"/>
                  </a:lnTo>
                  <a:lnTo>
                    <a:pt x="645980" y="567873"/>
                  </a:lnTo>
                  <a:lnTo>
                    <a:pt x="680237" y="561936"/>
                  </a:lnTo>
                  <a:lnTo>
                    <a:pt x="714682" y="557690"/>
                  </a:lnTo>
                  <a:lnTo>
                    <a:pt x="749252" y="555140"/>
                  </a:lnTo>
                  <a:lnTo>
                    <a:pt x="783885" y="554290"/>
                  </a:lnTo>
                  <a:lnTo>
                    <a:pt x="754737" y="553085"/>
                  </a:lnTo>
                  <a:lnTo>
                    <a:pt x="725738" y="549472"/>
                  </a:lnTo>
                  <a:lnTo>
                    <a:pt x="697037" y="543465"/>
                  </a:lnTo>
                  <a:lnTo>
                    <a:pt x="668784" y="535083"/>
                  </a:lnTo>
                  <a:lnTo>
                    <a:pt x="641123" y="524356"/>
                  </a:lnTo>
                  <a:lnTo>
                    <a:pt x="614202" y="511321"/>
                  </a:lnTo>
                  <a:lnTo>
                    <a:pt x="588162" y="496021"/>
                  </a:lnTo>
                  <a:lnTo>
                    <a:pt x="563145" y="478510"/>
                  </a:lnTo>
                  <a:lnTo>
                    <a:pt x="539288" y="458848"/>
                  </a:lnTo>
                  <a:lnTo>
                    <a:pt x="516725" y="437103"/>
                  </a:lnTo>
                  <a:lnTo>
                    <a:pt x="495587" y="413350"/>
                  </a:lnTo>
                  <a:lnTo>
                    <a:pt x="476000" y="387671"/>
                  </a:lnTo>
                  <a:lnTo>
                    <a:pt x="458087" y="360157"/>
                  </a:lnTo>
                  <a:lnTo>
                    <a:pt x="441965" y="330903"/>
                  </a:lnTo>
                  <a:lnTo>
                    <a:pt x="427746" y="300012"/>
                  </a:lnTo>
                  <a:lnTo>
                    <a:pt x="415537" y="267593"/>
                  </a:lnTo>
                  <a:lnTo>
                    <a:pt x="405438" y="233762"/>
                  </a:lnTo>
                  <a:lnTo>
                    <a:pt x="397543" y="198638"/>
                  </a:lnTo>
                  <a:lnTo>
                    <a:pt x="391942" y="162347"/>
                  </a:lnTo>
                  <a:lnTo>
                    <a:pt x="370151" y="185424"/>
                  </a:lnTo>
                  <a:lnTo>
                    <a:pt x="349716" y="209710"/>
                  </a:lnTo>
                  <a:lnTo>
                    <a:pt x="330705" y="235125"/>
                  </a:lnTo>
                  <a:lnTo>
                    <a:pt x="313180" y="261587"/>
                  </a:lnTo>
                  <a:lnTo>
                    <a:pt x="297198" y="289009"/>
                  </a:lnTo>
                  <a:lnTo>
                    <a:pt x="282812" y="317300"/>
                  </a:lnTo>
                  <a:lnTo>
                    <a:pt x="270069" y="346369"/>
                  </a:lnTo>
                  <a:lnTo>
                    <a:pt x="259010" y="376119"/>
                  </a:lnTo>
                  <a:lnTo>
                    <a:pt x="249673" y="406454"/>
                  </a:lnTo>
                  <a:lnTo>
                    <a:pt x="242087" y="437273"/>
                  </a:lnTo>
                  <a:lnTo>
                    <a:pt x="236277" y="468476"/>
                  </a:lnTo>
                  <a:lnTo>
                    <a:pt x="232263" y="499960"/>
                  </a:lnTo>
                  <a:lnTo>
                    <a:pt x="230058" y="531623"/>
                  </a:lnTo>
                  <a:lnTo>
                    <a:pt x="229668" y="563359"/>
                  </a:lnTo>
                  <a:lnTo>
                    <a:pt x="231096" y="595066"/>
                  </a:lnTo>
                  <a:lnTo>
                    <a:pt x="234336" y="626640"/>
                  </a:lnTo>
                  <a:lnTo>
                    <a:pt x="239378" y="657976"/>
                  </a:lnTo>
                  <a:lnTo>
                    <a:pt x="246206" y="688972"/>
                  </a:lnTo>
                  <a:lnTo>
                    <a:pt x="254796" y="719526"/>
                  </a:lnTo>
                  <a:lnTo>
                    <a:pt x="265121" y="749539"/>
                  </a:lnTo>
                  <a:lnTo>
                    <a:pt x="277147" y="778912"/>
                  </a:lnTo>
                  <a:lnTo>
                    <a:pt x="290834" y="807548"/>
                  </a:lnTo>
                  <a:lnTo>
                    <a:pt x="306139" y="835353"/>
                  </a:lnTo>
                  <a:lnTo>
                    <a:pt x="323009" y="862238"/>
                  </a:lnTo>
                  <a:lnTo>
                    <a:pt x="341391" y="888112"/>
                  </a:lnTo>
                  <a:lnTo>
                    <a:pt x="361223" y="912892"/>
                  </a:lnTo>
                  <a:lnTo>
                    <a:pt x="382441" y="936496"/>
                  </a:lnTo>
                  <a:lnTo>
                    <a:pt x="404976" y="958847"/>
                  </a:lnTo>
                  <a:lnTo>
                    <a:pt x="428753" y="979872"/>
                  </a:lnTo>
                  <a:lnTo>
                    <a:pt x="453694" y="999501"/>
                  </a:lnTo>
                  <a:lnTo>
                    <a:pt x="479718" y="1017670"/>
                  </a:lnTo>
                  <a:lnTo>
                    <a:pt x="506740" y="1034320"/>
                  </a:lnTo>
                  <a:lnTo>
                    <a:pt x="534670" y="1049396"/>
                  </a:lnTo>
                  <a:lnTo>
                    <a:pt x="563417" y="1062849"/>
                  </a:lnTo>
                  <a:lnTo>
                    <a:pt x="592887" y="1074634"/>
                  </a:lnTo>
                  <a:lnTo>
                    <a:pt x="622983" y="1084713"/>
                  </a:lnTo>
                  <a:lnTo>
                    <a:pt x="653607" y="1093053"/>
                  </a:lnTo>
                  <a:lnTo>
                    <a:pt x="684658" y="1099627"/>
                  </a:lnTo>
                  <a:lnTo>
                    <a:pt x="716034" y="1104412"/>
                  </a:lnTo>
                  <a:lnTo>
                    <a:pt x="747633" y="1107394"/>
                  </a:lnTo>
                  <a:lnTo>
                    <a:pt x="779350" y="1108562"/>
                  </a:lnTo>
                  <a:lnTo>
                    <a:pt x="811083" y="1107913"/>
                  </a:lnTo>
                  <a:lnTo>
                    <a:pt x="842726" y="1105449"/>
                  </a:lnTo>
                  <a:lnTo>
                    <a:pt x="874176" y="1101177"/>
                  </a:lnTo>
                  <a:lnTo>
                    <a:pt x="905331" y="1095113"/>
                  </a:lnTo>
                  <a:lnTo>
                    <a:pt x="936087" y="1087275"/>
                  </a:lnTo>
                  <a:lnTo>
                    <a:pt x="966344" y="1077690"/>
                  </a:lnTo>
                  <a:lnTo>
                    <a:pt x="996003" y="1066388"/>
                  </a:lnTo>
                  <a:lnTo>
                    <a:pt x="1024966" y="1053407"/>
                  </a:lnTo>
                  <a:lnTo>
                    <a:pt x="1053139" y="1038790"/>
                  </a:lnTo>
                  <a:lnTo>
                    <a:pt x="1080429" y="1022585"/>
                  </a:lnTo>
                  <a:lnTo>
                    <a:pt x="1106747" y="1004844"/>
                  </a:lnTo>
                  <a:lnTo>
                    <a:pt x="1132006" y="985625"/>
                  </a:lnTo>
                  <a:lnTo>
                    <a:pt x="1156124" y="964992"/>
                  </a:lnTo>
                  <a:lnTo>
                    <a:pt x="1179021" y="943013"/>
                  </a:lnTo>
                  <a:lnTo>
                    <a:pt x="1200623" y="919759"/>
                  </a:lnTo>
                  <a:lnTo>
                    <a:pt x="1220858" y="895307"/>
                  </a:lnTo>
                  <a:lnTo>
                    <a:pt x="1239661" y="869737"/>
                  </a:lnTo>
                  <a:lnTo>
                    <a:pt x="1256969" y="843133"/>
                  </a:lnTo>
                  <a:lnTo>
                    <a:pt x="1272726" y="815581"/>
                  </a:lnTo>
                  <a:lnTo>
                    <a:pt x="1286880" y="787173"/>
                  </a:lnTo>
                  <a:lnTo>
                    <a:pt x="1299385" y="758001"/>
                  </a:lnTo>
                  <a:lnTo>
                    <a:pt x="1310200" y="728161"/>
                  </a:lnTo>
                  <a:lnTo>
                    <a:pt x="1319289" y="697751"/>
                  </a:lnTo>
                  <a:lnTo>
                    <a:pt x="1326622" y="666871"/>
                  </a:lnTo>
                  <a:lnTo>
                    <a:pt x="1332176" y="635622"/>
                  </a:lnTo>
                  <a:lnTo>
                    <a:pt x="1335933" y="604105"/>
                  </a:lnTo>
                  <a:lnTo>
                    <a:pt x="1337879" y="572426"/>
                  </a:lnTo>
                  <a:lnTo>
                    <a:pt x="1338009" y="540687"/>
                  </a:lnTo>
                  <a:lnTo>
                    <a:pt x="1336322" y="508993"/>
                  </a:lnTo>
                  <a:lnTo>
                    <a:pt x="1332823" y="477447"/>
                  </a:lnTo>
                  <a:lnTo>
                    <a:pt x="1327525" y="446153"/>
                  </a:lnTo>
                  <a:lnTo>
                    <a:pt x="1320444" y="415214"/>
                  </a:lnTo>
                  <a:lnTo>
                    <a:pt x="1311604" y="384731"/>
                  </a:lnTo>
                  <a:lnTo>
                    <a:pt x="1301034" y="354804"/>
                  </a:lnTo>
                  <a:lnTo>
                    <a:pt x="1288768" y="325531"/>
                  </a:lnTo>
                  <a:lnTo>
                    <a:pt x="1274847" y="297007"/>
                  </a:lnTo>
                  <a:lnTo>
                    <a:pt x="1259316" y="269328"/>
                  </a:lnTo>
                  <a:lnTo>
                    <a:pt x="1242226" y="242583"/>
                  </a:lnTo>
                  <a:lnTo>
                    <a:pt x="1223633" y="216859"/>
                  </a:lnTo>
                  <a:lnTo>
                    <a:pt x="1203599" y="192243"/>
                  </a:lnTo>
                  <a:lnTo>
                    <a:pt x="1182188" y="168813"/>
                  </a:lnTo>
                  <a:lnTo>
                    <a:pt x="1159471" y="146647"/>
                  </a:lnTo>
                  <a:lnTo>
                    <a:pt x="1135523" y="125818"/>
                  </a:lnTo>
                  <a:lnTo>
                    <a:pt x="1110422" y="106393"/>
                  </a:lnTo>
                  <a:lnTo>
                    <a:pt x="1084250" y="88437"/>
                  </a:lnTo>
                  <a:lnTo>
                    <a:pt x="1057094" y="72009"/>
                  </a:lnTo>
                  <a:lnTo>
                    <a:pt x="1029041" y="57162"/>
                  </a:lnTo>
                  <a:lnTo>
                    <a:pt x="1000185" y="43945"/>
                  </a:lnTo>
                  <a:lnTo>
                    <a:pt x="970620" y="32401"/>
                  </a:lnTo>
                  <a:lnTo>
                    <a:pt x="940442" y="22568"/>
                  </a:lnTo>
                  <a:lnTo>
                    <a:pt x="909751" y="14479"/>
                  </a:lnTo>
                  <a:lnTo>
                    <a:pt x="878647" y="8160"/>
                  </a:lnTo>
                  <a:lnTo>
                    <a:pt x="847233" y="3631"/>
                  </a:lnTo>
                  <a:lnTo>
                    <a:pt x="815611" y="908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1059247" y="11400157"/>
              <a:ext cx="1892466" cy="1338176"/>
            </a:xfrm>
            <a:custGeom>
              <a:avLst/>
              <a:pathLst>
                <a:path w="1892466" h="1338176">
                  <a:moveTo>
                    <a:pt x="783885" y="0"/>
                  </a:moveTo>
                  <a:lnTo>
                    <a:pt x="817352" y="1011"/>
                  </a:lnTo>
                  <a:lnTo>
                    <a:pt x="850697" y="4041"/>
                  </a:lnTo>
                  <a:lnTo>
                    <a:pt x="883799" y="9079"/>
                  </a:lnTo>
                  <a:lnTo>
                    <a:pt x="916535" y="16106"/>
                  </a:lnTo>
                  <a:lnTo>
                    <a:pt x="948788" y="25097"/>
                  </a:lnTo>
                  <a:lnTo>
                    <a:pt x="980439" y="36019"/>
                  </a:lnTo>
                  <a:lnTo>
                    <a:pt x="1011373" y="48833"/>
                  </a:lnTo>
                  <a:lnTo>
                    <a:pt x="1041477" y="63490"/>
                  </a:lnTo>
                  <a:lnTo>
                    <a:pt x="1070640" y="79939"/>
                  </a:lnTo>
                  <a:lnTo>
                    <a:pt x="1098758" y="98118"/>
                  </a:lnTo>
                  <a:lnTo>
                    <a:pt x="1125726" y="117962"/>
                  </a:lnTo>
                  <a:lnTo>
                    <a:pt x="1151448" y="139398"/>
                  </a:lnTo>
                  <a:lnTo>
                    <a:pt x="1175828" y="162347"/>
                  </a:lnTo>
                  <a:lnTo>
                    <a:pt x="1208007" y="159418"/>
                  </a:lnTo>
                  <a:lnTo>
                    <a:pt x="1240872" y="158309"/>
                  </a:lnTo>
                  <a:lnTo>
                    <a:pt x="1274332" y="159063"/>
                  </a:lnTo>
                  <a:lnTo>
                    <a:pt x="1308296" y="161721"/>
                  </a:lnTo>
                  <a:lnTo>
                    <a:pt x="1342669" y="166319"/>
                  </a:lnTo>
                  <a:lnTo>
                    <a:pt x="1377356" y="172889"/>
                  </a:lnTo>
                  <a:lnTo>
                    <a:pt x="1412259" y="181458"/>
                  </a:lnTo>
                  <a:lnTo>
                    <a:pt x="1447279" y="192049"/>
                  </a:lnTo>
                  <a:lnTo>
                    <a:pt x="1482316" y="204681"/>
                  </a:lnTo>
                  <a:lnTo>
                    <a:pt x="1517268" y="219366"/>
                  </a:lnTo>
                  <a:lnTo>
                    <a:pt x="1552032" y="236113"/>
                  </a:lnTo>
                  <a:lnTo>
                    <a:pt x="1586505" y="254928"/>
                  </a:lnTo>
                  <a:lnTo>
                    <a:pt x="1620584" y="275810"/>
                  </a:lnTo>
                  <a:lnTo>
                    <a:pt x="1654165" y="298753"/>
                  </a:lnTo>
                  <a:lnTo>
                    <a:pt x="1687144" y="323747"/>
                  </a:lnTo>
                  <a:lnTo>
                    <a:pt x="1719416" y="350778"/>
                  </a:lnTo>
                  <a:lnTo>
                    <a:pt x="1750879" y="379825"/>
                  </a:lnTo>
                  <a:lnTo>
                    <a:pt x="1781428" y="410865"/>
                  </a:lnTo>
                  <a:lnTo>
                    <a:pt x="1810962" y="443868"/>
                  </a:lnTo>
                  <a:lnTo>
                    <a:pt x="1839380" y="478800"/>
                  </a:lnTo>
                  <a:lnTo>
                    <a:pt x="1866581" y="515622"/>
                  </a:lnTo>
                  <a:lnTo>
                    <a:pt x="1892466" y="554290"/>
                  </a:lnTo>
                  <a:lnTo>
                    <a:pt x="1866581" y="592959"/>
                  </a:lnTo>
                  <a:lnTo>
                    <a:pt x="1839380" y="629781"/>
                  </a:lnTo>
                  <a:lnTo>
                    <a:pt x="1810962" y="664712"/>
                  </a:lnTo>
                  <a:lnTo>
                    <a:pt x="1781428" y="697715"/>
                  </a:lnTo>
                  <a:lnTo>
                    <a:pt x="1750879" y="728755"/>
                  </a:lnTo>
                  <a:lnTo>
                    <a:pt x="1719416" y="757803"/>
                  </a:lnTo>
                  <a:lnTo>
                    <a:pt x="1687144" y="784833"/>
                  </a:lnTo>
                  <a:lnTo>
                    <a:pt x="1654165" y="809828"/>
                  </a:lnTo>
                  <a:lnTo>
                    <a:pt x="1620584" y="832771"/>
                  </a:lnTo>
                  <a:lnTo>
                    <a:pt x="1586505" y="853652"/>
                  </a:lnTo>
                  <a:lnTo>
                    <a:pt x="1552032" y="872467"/>
                  </a:lnTo>
                  <a:lnTo>
                    <a:pt x="1517268" y="889215"/>
                  </a:lnTo>
                  <a:lnTo>
                    <a:pt x="1482316" y="903900"/>
                  </a:lnTo>
                  <a:lnTo>
                    <a:pt x="1447279" y="916531"/>
                  </a:lnTo>
                  <a:lnTo>
                    <a:pt x="1412259" y="927122"/>
                  </a:lnTo>
                  <a:lnTo>
                    <a:pt x="1377356" y="935691"/>
                  </a:lnTo>
                  <a:lnTo>
                    <a:pt x="1342669" y="942261"/>
                  </a:lnTo>
                  <a:lnTo>
                    <a:pt x="1308296" y="946859"/>
                  </a:lnTo>
                  <a:lnTo>
                    <a:pt x="1274332" y="949518"/>
                  </a:lnTo>
                  <a:lnTo>
                    <a:pt x="1240872" y="950272"/>
                  </a:lnTo>
                  <a:lnTo>
                    <a:pt x="1208007" y="949162"/>
                  </a:lnTo>
                  <a:lnTo>
                    <a:pt x="1175828" y="946233"/>
                  </a:lnTo>
                  <a:lnTo>
                    <a:pt x="1139537" y="940632"/>
                  </a:lnTo>
                  <a:lnTo>
                    <a:pt x="1104413" y="932737"/>
                  </a:lnTo>
                  <a:lnTo>
                    <a:pt x="1070582" y="922638"/>
                  </a:lnTo>
                  <a:lnTo>
                    <a:pt x="1038163" y="910429"/>
                  </a:lnTo>
                  <a:lnTo>
                    <a:pt x="1007272" y="896210"/>
                  </a:lnTo>
                  <a:lnTo>
                    <a:pt x="978018" y="880088"/>
                  </a:lnTo>
                  <a:lnTo>
                    <a:pt x="950504" y="862175"/>
                  </a:lnTo>
                  <a:lnTo>
                    <a:pt x="924825" y="842588"/>
                  </a:lnTo>
                  <a:lnTo>
                    <a:pt x="901072" y="821451"/>
                  </a:lnTo>
                  <a:lnTo>
                    <a:pt x="879327" y="798888"/>
                  </a:lnTo>
                  <a:lnTo>
                    <a:pt x="859665" y="775030"/>
                  </a:lnTo>
                  <a:lnTo>
                    <a:pt x="842154" y="750013"/>
                  </a:lnTo>
                  <a:lnTo>
                    <a:pt x="826854" y="723973"/>
                  </a:lnTo>
                  <a:lnTo>
                    <a:pt x="813819" y="697052"/>
                  </a:lnTo>
                  <a:lnTo>
                    <a:pt x="803092" y="669391"/>
                  </a:lnTo>
                  <a:lnTo>
                    <a:pt x="794710" y="641138"/>
                  </a:lnTo>
                  <a:lnTo>
                    <a:pt x="788703" y="612437"/>
                  </a:lnTo>
                  <a:lnTo>
                    <a:pt x="785090" y="583438"/>
                  </a:lnTo>
                  <a:lnTo>
                    <a:pt x="783885" y="554290"/>
                  </a:lnTo>
                  <a:lnTo>
                    <a:pt x="783035" y="588923"/>
                  </a:lnTo>
                  <a:lnTo>
                    <a:pt x="780485" y="623493"/>
                  </a:lnTo>
                  <a:lnTo>
                    <a:pt x="776239" y="657938"/>
                  </a:lnTo>
                  <a:lnTo>
                    <a:pt x="770302" y="692196"/>
                  </a:lnTo>
                  <a:lnTo>
                    <a:pt x="762681" y="726203"/>
                  </a:lnTo>
                  <a:lnTo>
                    <a:pt x="753386" y="759899"/>
                  </a:lnTo>
                  <a:lnTo>
                    <a:pt x="742426" y="793222"/>
                  </a:lnTo>
                  <a:lnTo>
                    <a:pt x="729817" y="826110"/>
                  </a:lnTo>
                  <a:lnTo>
                    <a:pt x="715572" y="858503"/>
                  </a:lnTo>
                  <a:lnTo>
                    <a:pt x="699709" y="890340"/>
                  </a:lnTo>
                  <a:lnTo>
                    <a:pt x="682247" y="921561"/>
                  </a:lnTo>
                  <a:lnTo>
                    <a:pt x="663208" y="952108"/>
                  </a:lnTo>
                  <a:lnTo>
                    <a:pt x="642615" y="981921"/>
                  </a:lnTo>
                  <a:lnTo>
                    <a:pt x="620492" y="1010943"/>
                  </a:lnTo>
                  <a:lnTo>
                    <a:pt x="596866" y="1039118"/>
                  </a:lnTo>
                  <a:lnTo>
                    <a:pt x="571767" y="1066388"/>
                  </a:lnTo>
                  <a:lnTo>
                    <a:pt x="545225" y="1092699"/>
                  </a:lnTo>
                  <a:lnTo>
                    <a:pt x="517271" y="1117997"/>
                  </a:lnTo>
                  <a:lnTo>
                    <a:pt x="487942" y="1142228"/>
                  </a:lnTo>
                  <a:lnTo>
                    <a:pt x="457271" y="1165341"/>
                  </a:lnTo>
                  <a:lnTo>
                    <a:pt x="425298" y="1187284"/>
                  </a:lnTo>
                  <a:lnTo>
                    <a:pt x="392062" y="1208008"/>
                  </a:lnTo>
                  <a:lnTo>
                    <a:pt x="357603" y="1227463"/>
                  </a:lnTo>
                  <a:lnTo>
                    <a:pt x="321964" y="1245604"/>
                  </a:lnTo>
                  <a:lnTo>
                    <a:pt x="285189" y="1262383"/>
                  </a:lnTo>
                  <a:lnTo>
                    <a:pt x="247325" y="1277757"/>
                  </a:lnTo>
                  <a:lnTo>
                    <a:pt x="208418" y="1291682"/>
                  </a:lnTo>
                  <a:lnTo>
                    <a:pt x="168518" y="1304117"/>
                  </a:lnTo>
                  <a:lnTo>
                    <a:pt x="127674" y="1315021"/>
                  </a:lnTo>
                  <a:lnTo>
                    <a:pt x="85937" y="1324357"/>
                  </a:lnTo>
                  <a:lnTo>
                    <a:pt x="43361" y="1332087"/>
                  </a:lnTo>
                  <a:lnTo>
                    <a:pt x="0" y="1338176"/>
                  </a:lnTo>
                  <a:lnTo>
                    <a:pt x="6088" y="1294814"/>
                  </a:lnTo>
                  <a:lnTo>
                    <a:pt x="13818" y="1252238"/>
                  </a:lnTo>
                  <a:lnTo>
                    <a:pt x="23154" y="1210502"/>
                  </a:lnTo>
                  <a:lnTo>
                    <a:pt x="34058" y="1169657"/>
                  </a:lnTo>
                  <a:lnTo>
                    <a:pt x="46493" y="1129757"/>
                  </a:lnTo>
                  <a:lnTo>
                    <a:pt x="60418" y="1090850"/>
                  </a:lnTo>
                  <a:lnTo>
                    <a:pt x="75792" y="1052986"/>
                  </a:lnTo>
                  <a:lnTo>
                    <a:pt x="92571" y="1016211"/>
                  </a:lnTo>
                  <a:lnTo>
                    <a:pt x="110712" y="980572"/>
                  </a:lnTo>
                  <a:lnTo>
                    <a:pt x="130167" y="946113"/>
                  </a:lnTo>
                  <a:lnTo>
                    <a:pt x="150891" y="912877"/>
                  </a:lnTo>
                  <a:lnTo>
                    <a:pt x="172834" y="880904"/>
                  </a:lnTo>
                  <a:lnTo>
                    <a:pt x="195947" y="850233"/>
                  </a:lnTo>
                  <a:lnTo>
                    <a:pt x="220178" y="820904"/>
                  </a:lnTo>
                  <a:lnTo>
                    <a:pt x="245476" y="792951"/>
                  </a:lnTo>
                  <a:lnTo>
                    <a:pt x="271787" y="766408"/>
                  </a:lnTo>
                  <a:lnTo>
                    <a:pt x="299058" y="741309"/>
                  </a:lnTo>
                  <a:lnTo>
                    <a:pt x="327232" y="717683"/>
                  </a:lnTo>
                  <a:lnTo>
                    <a:pt x="356254" y="695560"/>
                  </a:lnTo>
                  <a:lnTo>
                    <a:pt x="386068" y="674967"/>
                  </a:lnTo>
                  <a:lnTo>
                    <a:pt x="416614" y="655928"/>
                  </a:lnTo>
                  <a:lnTo>
                    <a:pt x="447835" y="638466"/>
                  </a:lnTo>
                  <a:lnTo>
                    <a:pt x="479672" y="622603"/>
                  </a:lnTo>
                  <a:lnTo>
                    <a:pt x="512065" y="608359"/>
                  </a:lnTo>
                  <a:lnTo>
                    <a:pt x="544953" y="595749"/>
                  </a:lnTo>
                  <a:lnTo>
                    <a:pt x="578276" y="584789"/>
                  </a:lnTo>
                  <a:lnTo>
                    <a:pt x="611972" y="575494"/>
                  </a:lnTo>
                  <a:lnTo>
                    <a:pt x="645980" y="567873"/>
                  </a:lnTo>
                  <a:lnTo>
                    <a:pt x="680237" y="561936"/>
                  </a:lnTo>
                  <a:lnTo>
                    <a:pt x="714682" y="557690"/>
                  </a:lnTo>
                  <a:lnTo>
                    <a:pt x="749252" y="555140"/>
                  </a:lnTo>
                  <a:lnTo>
                    <a:pt x="783885" y="554290"/>
                  </a:lnTo>
                  <a:lnTo>
                    <a:pt x="754737" y="553085"/>
                  </a:lnTo>
                  <a:lnTo>
                    <a:pt x="725738" y="549472"/>
                  </a:lnTo>
                  <a:lnTo>
                    <a:pt x="697037" y="543465"/>
                  </a:lnTo>
                  <a:lnTo>
                    <a:pt x="668784" y="535083"/>
                  </a:lnTo>
                  <a:lnTo>
                    <a:pt x="641123" y="524356"/>
                  </a:lnTo>
                  <a:lnTo>
                    <a:pt x="614202" y="511321"/>
                  </a:lnTo>
                  <a:lnTo>
                    <a:pt x="588162" y="496021"/>
                  </a:lnTo>
                  <a:lnTo>
                    <a:pt x="563145" y="478510"/>
                  </a:lnTo>
                  <a:lnTo>
                    <a:pt x="539288" y="458848"/>
                  </a:lnTo>
                  <a:lnTo>
                    <a:pt x="516725" y="437103"/>
                  </a:lnTo>
                  <a:lnTo>
                    <a:pt x="495587" y="413350"/>
                  </a:lnTo>
                  <a:lnTo>
                    <a:pt x="476000" y="387671"/>
                  </a:lnTo>
                  <a:lnTo>
                    <a:pt x="458087" y="360157"/>
                  </a:lnTo>
                  <a:lnTo>
                    <a:pt x="441965" y="330903"/>
                  </a:lnTo>
                  <a:lnTo>
                    <a:pt x="427746" y="300012"/>
                  </a:lnTo>
                  <a:lnTo>
                    <a:pt x="415537" y="267593"/>
                  </a:lnTo>
                  <a:lnTo>
                    <a:pt x="405438" y="233762"/>
                  </a:lnTo>
                  <a:lnTo>
                    <a:pt x="397543" y="198638"/>
                  </a:lnTo>
                  <a:lnTo>
                    <a:pt x="391942" y="162347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811531" y="11368555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2203473" y="11530903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920112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2203473" y="1231478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027645" y="12706732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419588" y="11530903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1843132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1843132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1843132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843132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843132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1059247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34551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1059247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tx567"/>
            <p:cNvSpPr/>
            <p:nvPr/>
          </p:nvSpPr>
          <p:spPr>
            <a:xfrm>
              <a:off x="1711093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2490871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2982204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2481773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1701994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709069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47390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718168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216833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167364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77" name="rc577"/>
            <p:cNvSpPr/>
            <p:nvPr/>
          </p:nvSpPr>
          <p:spPr>
            <a:xfrm>
              <a:off x="3326634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3326634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3654633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4267342" y="10269915"/>
              <a:ext cx="1665671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Caprimulgiformes (n=3)</a:t>
              </a:r>
            </a:p>
          </p:txBody>
        </p:sp>
        <p:sp>
          <p:nvSpPr>
            <p:cNvPr id="581" name="rc581"/>
            <p:cNvSpPr/>
            <p:nvPr/>
          </p:nvSpPr>
          <p:spPr>
            <a:xfrm>
              <a:off x="3714451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5100177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100177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5100177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5100177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5100177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4218306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3853023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4218306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4545957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991736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3853180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994131" y="11170562"/>
              <a:ext cx="889932" cy="1338176"/>
            </a:xfrm>
            <a:custGeom>
              <a:avLst/>
              <a:pathLst>
                <a:path w="889932" h="1338176">
                  <a:moveTo>
                    <a:pt x="106046" y="783885"/>
                  </a:moveTo>
                  <a:lnTo>
                    <a:pt x="106897" y="749252"/>
                  </a:lnTo>
                  <a:lnTo>
                    <a:pt x="109446" y="714682"/>
                  </a:lnTo>
                  <a:lnTo>
                    <a:pt x="113692" y="680237"/>
                  </a:lnTo>
                  <a:lnTo>
                    <a:pt x="119629" y="645980"/>
                  </a:lnTo>
                  <a:lnTo>
                    <a:pt x="127250" y="611972"/>
                  </a:lnTo>
                  <a:lnTo>
                    <a:pt x="136546" y="578276"/>
                  </a:lnTo>
                  <a:lnTo>
                    <a:pt x="147505" y="544953"/>
                  </a:lnTo>
                  <a:lnTo>
                    <a:pt x="160115" y="512065"/>
                  </a:lnTo>
                  <a:lnTo>
                    <a:pt x="174360" y="479672"/>
                  </a:lnTo>
                  <a:lnTo>
                    <a:pt x="190222" y="447835"/>
                  </a:lnTo>
                  <a:lnTo>
                    <a:pt x="207684" y="416614"/>
                  </a:lnTo>
                  <a:lnTo>
                    <a:pt x="226723" y="386068"/>
                  </a:lnTo>
                  <a:lnTo>
                    <a:pt x="247316" y="356254"/>
                  </a:lnTo>
                  <a:lnTo>
                    <a:pt x="269439" y="327232"/>
                  </a:lnTo>
                  <a:lnTo>
                    <a:pt x="293065" y="299058"/>
                  </a:lnTo>
                  <a:lnTo>
                    <a:pt x="318164" y="271787"/>
                  </a:lnTo>
                  <a:lnTo>
                    <a:pt x="344707" y="245476"/>
                  </a:lnTo>
                  <a:lnTo>
                    <a:pt x="372660" y="220178"/>
                  </a:lnTo>
                  <a:lnTo>
                    <a:pt x="401990" y="195947"/>
                  </a:lnTo>
                  <a:lnTo>
                    <a:pt x="432660" y="172834"/>
                  </a:lnTo>
                  <a:lnTo>
                    <a:pt x="464633" y="150891"/>
                  </a:lnTo>
                  <a:lnTo>
                    <a:pt x="497870" y="130167"/>
                  </a:lnTo>
                  <a:lnTo>
                    <a:pt x="532329" y="110712"/>
                  </a:lnTo>
                  <a:lnTo>
                    <a:pt x="567967" y="92571"/>
                  </a:lnTo>
                  <a:lnTo>
                    <a:pt x="604742" y="75792"/>
                  </a:lnTo>
                  <a:lnTo>
                    <a:pt x="642606" y="60418"/>
                  </a:lnTo>
                  <a:lnTo>
                    <a:pt x="681513" y="46493"/>
                  </a:lnTo>
                  <a:lnTo>
                    <a:pt x="721413" y="34058"/>
                  </a:lnTo>
                  <a:lnTo>
                    <a:pt x="762258" y="23154"/>
                  </a:lnTo>
                  <a:lnTo>
                    <a:pt x="803994" y="13818"/>
                  </a:lnTo>
                  <a:lnTo>
                    <a:pt x="846570" y="6088"/>
                  </a:lnTo>
                  <a:lnTo>
                    <a:pt x="889932" y="0"/>
                  </a:lnTo>
                  <a:lnTo>
                    <a:pt x="883843" y="43361"/>
                  </a:lnTo>
                  <a:lnTo>
                    <a:pt x="876113" y="85937"/>
                  </a:lnTo>
                  <a:lnTo>
                    <a:pt x="866778" y="127674"/>
                  </a:lnTo>
                  <a:lnTo>
                    <a:pt x="855873" y="168518"/>
                  </a:lnTo>
                  <a:lnTo>
                    <a:pt x="843438" y="208418"/>
                  </a:lnTo>
                  <a:lnTo>
                    <a:pt x="829513" y="247325"/>
                  </a:lnTo>
                  <a:lnTo>
                    <a:pt x="814140" y="285189"/>
                  </a:lnTo>
                  <a:lnTo>
                    <a:pt x="797360" y="321964"/>
                  </a:lnTo>
                  <a:lnTo>
                    <a:pt x="779220" y="357603"/>
                  </a:lnTo>
                  <a:lnTo>
                    <a:pt x="759764" y="392062"/>
                  </a:lnTo>
                  <a:lnTo>
                    <a:pt x="739040" y="425298"/>
                  </a:lnTo>
                  <a:lnTo>
                    <a:pt x="717097" y="457271"/>
                  </a:lnTo>
                  <a:lnTo>
                    <a:pt x="693985" y="487942"/>
                  </a:lnTo>
                  <a:lnTo>
                    <a:pt x="669753" y="517271"/>
                  </a:lnTo>
                  <a:lnTo>
                    <a:pt x="644455" y="545225"/>
                  </a:lnTo>
                  <a:lnTo>
                    <a:pt x="618144" y="571767"/>
                  </a:lnTo>
                  <a:lnTo>
                    <a:pt x="590874" y="596866"/>
                  </a:lnTo>
                  <a:lnTo>
                    <a:pt x="562699" y="620492"/>
                  </a:lnTo>
                  <a:lnTo>
                    <a:pt x="533677" y="642615"/>
                  </a:lnTo>
                  <a:lnTo>
                    <a:pt x="503864" y="663208"/>
                  </a:lnTo>
                  <a:lnTo>
                    <a:pt x="473317" y="682247"/>
                  </a:lnTo>
                  <a:lnTo>
                    <a:pt x="442096" y="699709"/>
                  </a:lnTo>
                  <a:lnTo>
                    <a:pt x="410259" y="715572"/>
                  </a:lnTo>
                  <a:lnTo>
                    <a:pt x="377866" y="729817"/>
                  </a:lnTo>
                  <a:lnTo>
                    <a:pt x="344978" y="742426"/>
                  </a:lnTo>
                  <a:lnTo>
                    <a:pt x="311656" y="753386"/>
                  </a:lnTo>
                  <a:lnTo>
                    <a:pt x="277960" y="762681"/>
                  </a:lnTo>
                  <a:lnTo>
                    <a:pt x="243952" y="770302"/>
                  </a:lnTo>
                  <a:lnTo>
                    <a:pt x="209694" y="776239"/>
                  </a:lnTo>
                  <a:lnTo>
                    <a:pt x="175249" y="780485"/>
                  </a:lnTo>
                  <a:lnTo>
                    <a:pt x="140679" y="783035"/>
                  </a:lnTo>
                  <a:lnTo>
                    <a:pt x="106046" y="783885"/>
                  </a:lnTo>
                  <a:lnTo>
                    <a:pt x="125805" y="805348"/>
                  </a:lnTo>
                  <a:lnTo>
                    <a:pt x="143756" y="828408"/>
                  </a:lnTo>
                  <a:lnTo>
                    <a:pt x="159802" y="852950"/>
                  </a:lnTo>
                  <a:lnTo>
                    <a:pt x="173854" y="878855"/>
                  </a:lnTo>
                  <a:lnTo>
                    <a:pt x="185828" y="905999"/>
                  </a:lnTo>
                  <a:lnTo>
                    <a:pt x="195646" y="934253"/>
                  </a:lnTo>
                  <a:lnTo>
                    <a:pt x="203241" y="963484"/>
                  </a:lnTo>
                  <a:lnTo>
                    <a:pt x="208549" y="993556"/>
                  </a:lnTo>
                  <a:lnTo>
                    <a:pt x="211515" y="1024329"/>
                  </a:lnTo>
                  <a:lnTo>
                    <a:pt x="212093" y="1055660"/>
                  </a:lnTo>
                  <a:lnTo>
                    <a:pt x="210244" y="1087403"/>
                  </a:lnTo>
                  <a:lnTo>
                    <a:pt x="205936" y="1119410"/>
                  </a:lnTo>
                  <a:lnTo>
                    <a:pt x="199147" y="1151531"/>
                  </a:lnTo>
                  <a:lnTo>
                    <a:pt x="189861" y="1183617"/>
                  </a:lnTo>
                  <a:lnTo>
                    <a:pt x="178073" y="1215515"/>
                  </a:lnTo>
                  <a:lnTo>
                    <a:pt x="163783" y="1247071"/>
                  </a:lnTo>
                  <a:lnTo>
                    <a:pt x="147001" y="1278135"/>
                  </a:lnTo>
                  <a:lnTo>
                    <a:pt x="127747" y="1308554"/>
                  </a:lnTo>
                  <a:lnTo>
                    <a:pt x="106046" y="1338176"/>
                  </a:lnTo>
                  <a:lnTo>
                    <a:pt x="84346" y="1308554"/>
                  </a:lnTo>
                  <a:lnTo>
                    <a:pt x="65092" y="1278135"/>
                  </a:lnTo>
                  <a:lnTo>
                    <a:pt x="48310" y="1247071"/>
                  </a:lnTo>
                  <a:lnTo>
                    <a:pt x="34020" y="1215515"/>
                  </a:lnTo>
                  <a:lnTo>
                    <a:pt x="22231" y="1183617"/>
                  </a:lnTo>
                  <a:lnTo>
                    <a:pt x="12946" y="1151531"/>
                  </a:lnTo>
                  <a:lnTo>
                    <a:pt x="6156" y="1119410"/>
                  </a:lnTo>
                  <a:lnTo>
                    <a:pt x="1849" y="1087403"/>
                  </a:lnTo>
                  <a:lnTo>
                    <a:pt x="0" y="1055660"/>
                  </a:lnTo>
                  <a:lnTo>
                    <a:pt x="578" y="1024329"/>
                  </a:lnTo>
                  <a:lnTo>
                    <a:pt x="3544" y="993556"/>
                  </a:lnTo>
                  <a:lnTo>
                    <a:pt x="8852" y="963484"/>
                  </a:lnTo>
                  <a:lnTo>
                    <a:pt x="16446" y="934253"/>
                  </a:lnTo>
                  <a:lnTo>
                    <a:pt x="26265" y="905999"/>
                  </a:lnTo>
                  <a:lnTo>
                    <a:pt x="38239" y="878855"/>
                  </a:lnTo>
                  <a:lnTo>
                    <a:pt x="52291" y="852950"/>
                  </a:lnTo>
                  <a:lnTo>
                    <a:pt x="68337" y="828408"/>
                  </a:lnTo>
                  <a:lnTo>
                    <a:pt x="86288" y="805348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4994131" y="11170562"/>
              <a:ext cx="889932" cy="1338176"/>
            </a:xfrm>
            <a:custGeom>
              <a:avLst/>
              <a:pathLst>
                <a:path w="889932" h="1338176">
                  <a:moveTo>
                    <a:pt x="106046" y="783885"/>
                  </a:moveTo>
                  <a:lnTo>
                    <a:pt x="106897" y="749252"/>
                  </a:lnTo>
                  <a:lnTo>
                    <a:pt x="109446" y="714682"/>
                  </a:lnTo>
                  <a:lnTo>
                    <a:pt x="113692" y="680237"/>
                  </a:lnTo>
                  <a:lnTo>
                    <a:pt x="119629" y="645980"/>
                  </a:lnTo>
                  <a:lnTo>
                    <a:pt x="127250" y="611972"/>
                  </a:lnTo>
                  <a:lnTo>
                    <a:pt x="136546" y="578276"/>
                  </a:lnTo>
                  <a:lnTo>
                    <a:pt x="147505" y="544953"/>
                  </a:lnTo>
                  <a:lnTo>
                    <a:pt x="160115" y="512065"/>
                  </a:lnTo>
                  <a:lnTo>
                    <a:pt x="174360" y="479672"/>
                  </a:lnTo>
                  <a:lnTo>
                    <a:pt x="190222" y="447835"/>
                  </a:lnTo>
                  <a:lnTo>
                    <a:pt x="207684" y="416614"/>
                  </a:lnTo>
                  <a:lnTo>
                    <a:pt x="226723" y="386068"/>
                  </a:lnTo>
                  <a:lnTo>
                    <a:pt x="247316" y="356254"/>
                  </a:lnTo>
                  <a:lnTo>
                    <a:pt x="269439" y="327232"/>
                  </a:lnTo>
                  <a:lnTo>
                    <a:pt x="293065" y="299058"/>
                  </a:lnTo>
                  <a:lnTo>
                    <a:pt x="318164" y="271787"/>
                  </a:lnTo>
                  <a:lnTo>
                    <a:pt x="344707" y="245476"/>
                  </a:lnTo>
                  <a:lnTo>
                    <a:pt x="372660" y="220178"/>
                  </a:lnTo>
                  <a:lnTo>
                    <a:pt x="401990" y="195947"/>
                  </a:lnTo>
                  <a:lnTo>
                    <a:pt x="432660" y="172834"/>
                  </a:lnTo>
                  <a:lnTo>
                    <a:pt x="464633" y="150891"/>
                  </a:lnTo>
                  <a:lnTo>
                    <a:pt x="497870" y="130167"/>
                  </a:lnTo>
                  <a:lnTo>
                    <a:pt x="532329" y="110712"/>
                  </a:lnTo>
                  <a:lnTo>
                    <a:pt x="567967" y="92571"/>
                  </a:lnTo>
                  <a:lnTo>
                    <a:pt x="604742" y="75792"/>
                  </a:lnTo>
                  <a:lnTo>
                    <a:pt x="642606" y="60418"/>
                  </a:lnTo>
                  <a:lnTo>
                    <a:pt x="681513" y="46493"/>
                  </a:lnTo>
                  <a:lnTo>
                    <a:pt x="721413" y="34058"/>
                  </a:lnTo>
                  <a:lnTo>
                    <a:pt x="762258" y="23154"/>
                  </a:lnTo>
                  <a:lnTo>
                    <a:pt x="803994" y="13818"/>
                  </a:lnTo>
                  <a:lnTo>
                    <a:pt x="846570" y="6088"/>
                  </a:lnTo>
                  <a:lnTo>
                    <a:pt x="889932" y="0"/>
                  </a:lnTo>
                  <a:lnTo>
                    <a:pt x="883843" y="43361"/>
                  </a:lnTo>
                  <a:lnTo>
                    <a:pt x="876113" y="85937"/>
                  </a:lnTo>
                  <a:lnTo>
                    <a:pt x="866778" y="127674"/>
                  </a:lnTo>
                  <a:lnTo>
                    <a:pt x="855873" y="168518"/>
                  </a:lnTo>
                  <a:lnTo>
                    <a:pt x="843438" y="208418"/>
                  </a:lnTo>
                  <a:lnTo>
                    <a:pt x="829513" y="247325"/>
                  </a:lnTo>
                  <a:lnTo>
                    <a:pt x="814140" y="285189"/>
                  </a:lnTo>
                  <a:lnTo>
                    <a:pt x="797360" y="321964"/>
                  </a:lnTo>
                  <a:lnTo>
                    <a:pt x="779220" y="357603"/>
                  </a:lnTo>
                  <a:lnTo>
                    <a:pt x="759764" y="392062"/>
                  </a:lnTo>
                  <a:lnTo>
                    <a:pt x="739040" y="425298"/>
                  </a:lnTo>
                  <a:lnTo>
                    <a:pt x="717097" y="457271"/>
                  </a:lnTo>
                  <a:lnTo>
                    <a:pt x="693985" y="487942"/>
                  </a:lnTo>
                  <a:lnTo>
                    <a:pt x="669753" y="517271"/>
                  </a:lnTo>
                  <a:lnTo>
                    <a:pt x="644455" y="545225"/>
                  </a:lnTo>
                  <a:lnTo>
                    <a:pt x="618144" y="571767"/>
                  </a:lnTo>
                  <a:lnTo>
                    <a:pt x="590874" y="596866"/>
                  </a:lnTo>
                  <a:lnTo>
                    <a:pt x="562699" y="620492"/>
                  </a:lnTo>
                  <a:lnTo>
                    <a:pt x="533677" y="642615"/>
                  </a:lnTo>
                  <a:lnTo>
                    <a:pt x="503864" y="663208"/>
                  </a:lnTo>
                  <a:lnTo>
                    <a:pt x="473317" y="682247"/>
                  </a:lnTo>
                  <a:lnTo>
                    <a:pt x="442096" y="699709"/>
                  </a:lnTo>
                  <a:lnTo>
                    <a:pt x="410259" y="715572"/>
                  </a:lnTo>
                  <a:lnTo>
                    <a:pt x="377866" y="729817"/>
                  </a:lnTo>
                  <a:lnTo>
                    <a:pt x="344978" y="742426"/>
                  </a:lnTo>
                  <a:lnTo>
                    <a:pt x="311656" y="753386"/>
                  </a:lnTo>
                  <a:lnTo>
                    <a:pt x="277960" y="762681"/>
                  </a:lnTo>
                  <a:lnTo>
                    <a:pt x="243952" y="770302"/>
                  </a:lnTo>
                  <a:lnTo>
                    <a:pt x="209694" y="776239"/>
                  </a:lnTo>
                  <a:lnTo>
                    <a:pt x="175249" y="780485"/>
                  </a:lnTo>
                  <a:lnTo>
                    <a:pt x="140679" y="783035"/>
                  </a:lnTo>
                  <a:lnTo>
                    <a:pt x="106046" y="783885"/>
                  </a:lnTo>
                  <a:lnTo>
                    <a:pt x="106046" y="783885"/>
                  </a:lnTo>
                  <a:lnTo>
                    <a:pt x="125805" y="805348"/>
                  </a:lnTo>
                  <a:lnTo>
                    <a:pt x="143756" y="828408"/>
                  </a:lnTo>
                  <a:lnTo>
                    <a:pt x="159802" y="852950"/>
                  </a:lnTo>
                  <a:lnTo>
                    <a:pt x="173854" y="878855"/>
                  </a:lnTo>
                  <a:lnTo>
                    <a:pt x="185828" y="905999"/>
                  </a:lnTo>
                  <a:lnTo>
                    <a:pt x="195646" y="934253"/>
                  </a:lnTo>
                  <a:lnTo>
                    <a:pt x="203241" y="963484"/>
                  </a:lnTo>
                  <a:lnTo>
                    <a:pt x="208549" y="993556"/>
                  </a:lnTo>
                  <a:lnTo>
                    <a:pt x="211515" y="1024329"/>
                  </a:lnTo>
                  <a:lnTo>
                    <a:pt x="212093" y="1055660"/>
                  </a:lnTo>
                  <a:lnTo>
                    <a:pt x="210244" y="1087403"/>
                  </a:lnTo>
                  <a:lnTo>
                    <a:pt x="205936" y="1119410"/>
                  </a:lnTo>
                  <a:lnTo>
                    <a:pt x="199147" y="1151531"/>
                  </a:lnTo>
                  <a:lnTo>
                    <a:pt x="189861" y="1183617"/>
                  </a:lnTo>
                  <a:lnTo>
                    <a:pt x="178073" y="1215515"/>
                  </a:lnTo>
                  <a:lnTo>
                    <a:pt x="163783" y="1247071"/>
                  </a:lnTo>
                  <a:lnTo>
                    <a:pt x="147001" y="1278135"/>
                  </a:lnTo>
                  <a:lnTo>
                    <a:pt x="127747" y="1308554"/>
                  </a:lnTo>
                  <a:lnTo>
                    <a:pt x="106046" y="1338176"/>
                  </a:lnTo>
                  <a:lnTo>
                    <a:pt x="84346" y="1308554"/>
                  </a:lnTo>
                  <a:lnTo>
                    <a:pt x="65092" y="1278135"/>
                  </a:lnTo>
                  <a:lnTo>
                    <a:pt x="48310" y="1247071"/>
                  </a:lnTo>
                  <a:lnTo>
                    <a:pt x="34020" y="1215515"/>
                  </a:lnTo>
                  <a:lnTo>
                    <a:pt x="22231" y="1183617"/>
                  </a:lnTo>
                  <a:lnTo>
                    <a:pt x="12946" y="1151531"/>
                  </a:lnTo>
                  <a:lnTo>
                    <a:pt x="6156" y="1119410"/>
                  </a:lnTo>
                  <a:lnTo>
                    <a:pt x="1849" y="1087403"/>
                  </a:lnTo>
                  <a:lnTo>
                    <a:pt x="0" y="1055660"/>
                  </a:lnTo>
                  <a:lnTo>
                    <a:pt x="578" y="1024329"/>
                  </a:lnTo>
                  <a:lnTo>
                    <a:pt x="3544" y="993556"/>
                  </a:lnTo>
                  <a:lnTo>
                    <a:pt x="8852" y="963484"/>
                  </a:lnTo>
                  <a:lnTo>
                    <a:pt x="16446" y="934253"/>
                  </a:lnTo>
                  <a:lnTo>
                    <a:pt x="26265" y="905999"/>
                  </a:lnTo>
                  <a:lnTo>
                    <a:pt x="38239" y="878855"/>
                  </a:lnTo>
                  <a:lnTo>
                    <a:pt x="52291" y="852950"/>
                  </a:lnTo>
                  <a:lnTo>
                    <a:pt x="68337" y="828408"/>
                  </a:lnTo>
                  <a:lnTo>
                    <a:pt x="86288" y="805348"/>
                  </a:lnTo>
                  <a:lnTo>
                    <a:pt x="106046" y="783885"/>
                  </a:lnTo>
                  <a:lnTo>
                    <a:pt x="106046" y="783885"/>
                  </a:lnTo>
                  <a:lnTo>
                    <a:pt x="106046" y="783885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852462" y="11138961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5068576" y="12477137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5100177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5100177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5100177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5100177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5100177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4316292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3991596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4316292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tx611"/>
            <p:cNvSpPr/>
            <p:nvPr/>
          </p:nvSpPr>
          <p:spPr>
            <a:xfrm>
              <a:off x="4968138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5747916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6239249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5738818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4959040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3966115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3730951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3975213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3473878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3424409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21" name="rc621"/>
            <p:cNvSpPr/>
            <p:nvPr/>
          </p:nvSpPr>
          <p:spPr>
            <a:xfrm>
              <a:off x="6583680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6583680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6911679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7729990" y="10269915"/>
              <a:ext cx="125446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 (n=3)</a:t>
              </a:r>
            </a:p>
          </p:txBody>
        </p:sp>
        <p:sp>
          <p:nvSpPr>
            <p:cNvPr id="625" name="rc625"/>
            <p:cNvSpPr/>
            <p:nvPr/>
          </p:nvSpPr>
          <p:spPr>
            <a:xfrm>
              <a:off x="6971496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8357223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8357223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8357223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8357223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8357223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7475352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7110069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7475352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7803002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7248781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7110226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8145105" y="11742330"/>
              <a:ext cx="1320699" cy="1320699"/>
            </a:xfrm>
            <a:custGeom>
              <a:avLst/>
              <a:pathLst>
                <a:path w="1320699" h="1320699">
                  <a:moveTo>
                    <a:pt x="212117" y="212117"/>
                  </a:moveTo>
                  <a:lnTo>
                    <a:pt x="237208" y="188229"/>
                  </a:lnTo>
                  <a:lnTo>
                    <a:pt x="263455" y="165588"/>
                  </a:lnTo>
                  <a:lnTo>
                    <a:pt x="290814" y="144233"/>
                  </a:lnTo>
                  <a:lnTo>
                    <a:pt x="319235" y="124208"/>
                  </a:lnTo>
                  <a:lnTo>
                    <a:pt x="348671" y="105550"/>
                  </a:lnTo>
                  <a:lnTo>
                    <a:pt x="379071" y="88296"/>
                  </a:lnTo>
                  <a:lnTo>
                    <a:pt x="410383" y="72483"/>
                  </a:lnTo>
                  <a:lnTo>
                    <a:pt x="442555" y="58144"/>
                  </a:lnTo>
                  <a:lnTo>
                    <a:pt x="475533" y="45311"/>
                  </a:lnTo>
                  <a:lnTo>
                    <a:pt x="509262" y="34016"/>
                  </a:lnTo>
                  <a:lnTo>
                    <a:pt x="543686" y="24286"/>
                  </a:lnTo>
                  <a:lnTo>
                    <a:pt x="578748" y="16149"/>
                  </a:lnTo>
                  <a:lnTo>
                    <a:pt x="614391" y="9630"/>
                  </a:lnTo>
                  <a:lnTo>
                    <a:pt x="650556" y="4751"/>
                  </a:lnTo>
                  <a:lnTo>
                    <a:pt x="687184" y="1535"/>
                  </a:lnTo>
                  <a:lnTo>
                    <a:pt x="724215" y="0"/>
                  </a:lnTo>
                  <a:lnTo>
                    <a:pt x="761588" y="163"/>
                  </a:lnTo>
                  <a:lnTo>
                    <a:pt x="799243" y="2041"/>
                  </a:lnTo>
                  <a:lnTo>
                    <a:pt x="837116" y="5646"/>
                  </a:lnTo>
                  <a:lnTo>
                    <a:pt x="875146" y="10990"/>
                  </a:lnTo>
                  <a:lnTo>
                    <a:pt x="913271" y="18082"/>
                  </a:lnTo>
                  <a:lnTo>
                    <a:pt x="951426" y="26930"/>
                  </a:lnTo>
                  <a:lnTo>
                    <a:pt x="989550" y="37539"/>
                  </a:lnTo>
                  <a:lnTo>
                    <a:pt x="1027578" y="49912"/>
                  </a:lnTo>
                  <a:lnTo>
                    <a:pt x="1065446" y="64051"/>
                  </a:lnTo>
                  <a:lnTo>
                    <a:pt x="1103091" y="79954"/>
                  </a:lnTo>
                  <a:lnTo>
                    <a:pt x="1140449" y="97619"/>
                  </a:lnTo>
                  <a:lnTo>
                    <a:pt x="1177455" y="117040"/>
                  </a:lnTo>
                  <a:lnTo>
                    <a:pt x="1214047" y="138211"/>
                  </a:lnTo>
                  <a:lnTo>
                    <a:pt x="1250161" y="161122"/>
                  </a:lnTo>
                  <a:lnTo>
                    <a:pt x="1285732" y="185762"/>
                  </a:lnTo>
                  <a:lnTo>
                    <a:pt x="1320699" y="212117"/>
                  </a:lnTo>
                  <a:lnTo>
                    <a:pt x="1320052" y="249966"/>
                  </a:lnTo>
                  <a:lnTo>
                    <a:pt x="1318114" y="287770"/>
                  </a:lnTo>
                  <a:lnTo>
                    <a:pt x="1314887" y="325485"/>
                  </a:lnTo>
                  <a:lnTo>
                    <a:pt x="1310373" y="363069"/>
                  </a:lnTo>
                  <a:lnTo>
                    <a:pt x="1304579" y="400477"/>
                  </a:lnTo>
                  <a:lnTo>
                    <a:pt x="1297512" y="437665"/>
                  </a:lnTo>
                  <a:lnTo>
                    <a:pt x="1289179" y="474590"/>
                  </a:lnTo>
                  <a:lnTo>
                    <a:pt x="1279590" y="511209"/>
                  </a:lnTo>
                  <a:lnTo>
                    <a:pt x="1268756" y="547479"/>
                  </a:lnTo>
                  <a:lnTo>
                    <a:pt x="1256690" y="583359"/>
                  </a:lnTo>
                  <a:lnTo>
                    <a:pt x="1243407" y="618805"/>
                  </a:lnTo>
                  <a:lnTo>
                    <a:pt x="1228921" y="653777"/>
                  </a:lnTo>
                  <a:lnTo>
                    <a:pt x="1213249" y="688235"/>
                  </a:lnTo>
                  <a:lnTo>
                    <a:pt x="1196410" y="722137"/>
                  </a:lnTo>
                  <a:lnTo>
                    <a:pt x="1178424" y="755444"/>
                  </a:lnTo>
                  <a:lnTo>
                    <a:pt x="1159311" y="788118"/>
                  </a:lnTo>
                  <a:lnTo>
                    <a:pt x="1139093" y="820121"/>
                  </a:lnTo>
                  <a:lnTo>
                    <a:pt x="1117795" y="851414"/>
                  </a:lnTo>
                  <a:lnTo>
                    <a:pt x="1095441" y="881963"/>
                  </a:lnTo>
                  <a:lnTo>
                    <a:pt x="1072056" y="911730"/>
                  </a:lnTo>
                  <a:lnTo>
                    <a:pt x="1047670" y="940681"/>
                  </a:lnTo>
                  <a:lnTo>
                    <a:pt x="1022309" y="968783"/>
                  </a:lnTo>
                  <a:lnTo>
                    <a:pt x="996003" y="996003"/>
                  </a:lnTo>
                  <a:lnTo>
                    <a:pt x="968783" y="1022309"/>
                  </a:lnTo>
                  <a:lnTo>
                    <a:pt x="940681" y="1047670"/>
                  </a:lnTo>
                  <a:lnTo>
                    <a:pt x="911730" y="1072056"/>
                  </a:lnTo>
                  <a:lnTo>
                    <a:pt x="881963" y="1095441"/>
                  </a:lnTo>
                  <a:lnTo>
                    <a:pt x="851414" y="1117795"/>
                  </a:lnTo>
                  <a:lnTo>
                    <a:pt x="820121" y="1139093"/>
                  </a:lnTo>
                  <a:lnTo>
                    <a:pt x="788118" y="1159311"/>
                  </a:lnTo>
                  <a:lnTo>
                    <a:pt x="755444" y="1178424"/>
                  </a:lnTo>
                  <a:lnTo>
                    <a:pt x="722137" y="1196410"/>
                  </a:lnTo>
                  <a:lnTo>
                    <a:pt x="688235" y="1213249"/>
                  </a:lnTo>
                  <a:lnTo>
                    <a:pt x="653777" y="1228921"/>
                  </a:lnTo>
                  <a:lnTo>
                    <a:pt x="618805" y="1243407"/>
                  </a:lnTo>
                  <a:lnTo>
                    <a:pt x="583359" y="1256690"/>
                  </a:lnTo>
                  <a:lnTo>
                    <a:pt x="547479" y="1268756"/>
                  </a:lnTo>
                  <a:lnTo>
                    <a:pt x="511209" y="1279590"/>
                  </a:lnTo>
                  <a:lnTo>
                    <a:pt x="474590" y="1289179"/>
                  </a:lnTo>
                  <a:lnTo>
                    <a:pt x="437665" y="1297512"/>
                  </a:lnTo>
                  <a:lnTo>
                    <a:pt x="400477" y="1304579"/>
                  </a:lnTo>
                  <a:lnTo>
                    <a:pt x="363069" y="1310373"/>
                  </a:lnTo>
                  <a:lnTo>
                    <a:pt x="325485" y="1314887"/>
                  </a:lnTo>
                  <a:lnTo>
                    <a:pt x="287770" y="1318114"/>
                  </a:lnTo>
                  <a:lnTo>
                    <a:pt x="249966" y="1320052"/>
                  </a:lnTo>
                  <a:lnTo>
                    <a:pt x="212117" y="1320699"/>
                  </a:lnTo>
                  <a:lnTo>
                    <a:pt x="185762" y="1285732"/>
                  </a:lnTo>
                  <a:lnTo>
                    <a:pt x="161122" y="1250161"/>
                  </a:lnTo>
                  <a:lnTo>
                    <a:pt x="138211" y="1214047"/>
                  </a:lnTo>
                  <a:lnTo>
                    <a:pt x="117040" y="1177455"/>
                  </a:lnTo>
                  <a:lnTo>
                    <a:pt x="97619" y="1140449"/>
                  </a:lnTo>
                  <a:lnTo>
                    <a:pt x="79954" y="1103091"/>
                  </a:lnTo>
                  <a:lnTo>
                    <a:pt x="64051" y="1065446"/>
                  </a:lnTo>
                  <a:lnTo>
                    <a:pt x="49912" y="1027578"/>
                  </a:lnTo>
                  <a:lnTo>
                    <a:pt x="37539" y="989550"/>
                  </a:lnTo>
                  <a:lnTo>
                    <a:pt x="26930" y="951426"/>
                  </a:lnTo>
                  <a:lnTo>
                    <a:pt x="18082" y="913271"/>
                  </a:lnTo>
                  <a:lnTo>
                    <a:pt x="10990" y="875146"/>
                  </a:lnTo>
                  <a:lnTo>
                    <a:pt x="5646" y="837116"/>
                  </a:lnTo>
                  <a:lnTo>
                    <a:pt x="2041" y="799243"/>
                  </a:lnTo>
                  <a:lnTo>
                    <a:pt x="163" y="761588"/>
                  </a:lnTo>
                  <a:lnTo>
                    <a:pt x="0" y="724215"/>
                  </a:lnTo>
                  <a:lnTo>
                    <a:pt x="1535" y="687184"/>
                  </a:lnTo>
                  <a:lnTo>
                    <a:pt x="4751" y="650556"/>
                  </a:lnTo>
                  <a:lnTo>
                    <a:pt x="9630" y="614391"/>
                  </a:lnTo>
                  <a:lnTo>
                    <a:pt x="16149" y="578748"/>
                  </a:lnTo>
                  <a:lnTo>
                    <a:pt x="24286" y="543686"/>
                  </a:lnTo>
                  <a:lnTo>
                    <a:pt x="34016" y="509262"/>
                  </a:lnTo>
                  <a:lnTo>
                    <a:pt x="45311" y="475533"/>
                  </a:lnTo>
                  <a:lnTo>
                    <a:pt x="58144" y="442555"/>
                  </a:lnTo>
                  <a:lnTo>
                    <a:pt x="72483" y="410383"/>
                  </a:lnTo>
                  <a:lnTo>
                    <a:pt x="88296" y="379071"/>
                  </a:lnTo>
                  <a:lnTo>
                    <a:pt x="105550" y="348671"/>
                  </a:lnTo>
                  <a:lnTo>
                    <a:pt x="124208" y="319235"/>
                  </a:lnTo>
                  <a:lnTo>
                    <a:pt x="144233" y="290814"/>
                  </a:lnTo>
                  <a:lnTo>
                    <a:pt x="165588" y="263455"/>
                  </a:lnTo>
                  <a:lnTo>
                    <a:pt x="188229" y="237208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8145105" y="11742330"/>
              <a:ext cx="1320699" cy="1320699"/>
            </a:xfrm>
            <a:custGeom>
              <a:avLst/>
              <a:pathLst>
                <a:path w="1320699" h="1320699">
                  <a:moveTo>
                    <a:pt x="212117" y="212117"/>
                  </a:moveTo>
                  <a:lnTo>
                    <a:pt x="212117" y="212117"/>
                  </a:lnTo>
                  <a:lnTo>
                    <a:pt x="237208" y="188229"/>
                  </a:lnTo>
                  <a:lnTo>
                    <a:pt x="263455" y="165588"/>
                  </a:lnTo>
                  <a:lnTo>
                    <a:pt x="290814" y="144233"/>
                  </a:lnTo>
                  <a:lnTo>
                    <a:pt x="319235" y="124208"/>
                  </a:lnTo>
                  <a:lnTo>
                    <a:pt x="348671" y="105550"/>
                  </a:lnTo>
                  <a:lnTo>
                    <a:pt x="379071" y="88296"/>
                  </a:lnTo>
                  <a:lnTo>
                    <a:pt x="410383" y="72483"/>
                  </a:lnTo>
                  <a:lnTo>
                    <a:pt x="442555" y="58144"/>
                  </a:lnTo>
                  <a:lnTo>
                    <a:pt x="475533" y="45311"/>
                  </a:lnTo>
                  <a:lnTo>
                    <a:pt x="509262" y="34016"/>
                  </a:lnTo>
                  <a:lnTo>
                    <a:pt x="543686" y="24286"/>
                  </a:lnTo>
                  <a:lnTo>
                    <a:pt x="578748" y="16149"/>
                  </a:lnTo>
                  <a:lnTo>
                    <a:pt x="614391" y="9630"/>
                  </a:lnTo>
                  <a:lnTo>
                    <a:pt x="650556" y="4751"/>
                  </a:lnTo>
                  <a:lnTo>
                    <a:pt x="687184" y="1535"/>
                  </a:lnTo>
                  <a:lnTo>
                    <a:pt x="724215" y="0"/>
                  </a:lnTo>
                  <a:lnTo>
                    <a:pt x="761588" y="163"/>
                  </a:lnTo>
                  <a:lnTo>
                    <a:pt x="799243" y="2041"/>
                  </a:lnTo>
                  <a:lnTo>
                    <a:pt x="837116" y="5646"/>
                  </a:lnTo>
                  <a:lnTo>
                    <a:pt x="875146" y="10990"/>
                  </a:lnTo>
                  <a:lnTo>
                    <a:pt x="913271" y="18082"/>
                  </a:lnTo>
                  <a:lnTo>
                    <a:pt x="951426" y="26930"/>
                  </a:lnTo>
                  <a:lnTo>
                    <a:pt x="989550" y="37539"/>
                  </a:lnTo>
                  <a:lnTo>
                    <a:pt x="1027578" y="49912"/>
                  </a:lnTo>
                  <a:lnTo>
                    <a:pt x="1065446" y="64051"/>
                  </a:lnTo>
                  <a:lnTo>
                    <a:pt x="1103091" y="79954"/>
                  </a:lnTo>
                  <a:lnTo>
                    <a:pt x="1140449" y="97619"/>
                  </a:lnTo>
                  <a:lnTo>
                    <a:pt x="1177455" y="117040"/>
                  </a:lnTo>
                  <a:lnTo>
                    <a:pt x="1214047" y="138211"/>
                  </a:lnTo>
                  <a:lnTo>
                    <a:pt x="1250161" y="161122"/>
                  </a:lnTo>
                  <a:lnTo>
                    <a:pt x="1285732" y="185762"/>
                  </a:lnTo>
                  <a:lnTo>
                    <a:pt x="1320699" y="212117"/>
                  </a:lnTo>
                  <a:lnTo>
                    <a:pt x="1320052" y="249966"/>
                  </a:lnTo>
                  <a:lnTo>
                    <a:pt x="1318114" y="287770"/>
                  </a:lnTo>
                  <a:lnTo>
                    <a:pt x="1314887" y="325485"/>
                  </a:lnTo>
                  <a:lnTo>
                    <a:pt x="1310373" y="363069"/>
                  </a:lnTo>
                  <a:lnTo>
                    <a:pt x="1304579" y="400477"/>
                  </a:lnTo>
                  <a:lnTo>
                    <a:pt x="1297512" y="437665"/>
                  </a:lnTo>
                  <a:lnTo>
                    <a:pt x="1289179" y="474590"/>
                  </a:lnTo>
                  <a:lnTo>
                    <a:pt x="1279590" y="511209"/>
                  </a:lnTo>
                  <a:lnTo>
                    <a:pt x="1268756" y="547479"/>
                  </a:lnTo>
                  <a:lnTo>
                    <a:pt x="1256690" y="583359"/>
                  </a:lnTo>
                  <a:lnTo>
                    <a:pt x="1243407" y="618805"/>
                  </a:lnTo>
                  <a:lnTo>
                    <a:pt x="1228921" y="653777"/>
                  </a:lnTo>
                  <a:lnTo>
                    <a:pt x="1213249" y="688235"/>
                  </a:lnTo>
                  <a:lnTo>
                    <a:pt x="1196410" y="722137"/>
                  </a:lnTo>
                  <a:lnTo>
                    <a:pt x="1178424" y="755444"/>
                  </a:lnTo>
                  <a:lnTo>
                    <a:pt x="1159311" y="788118"/>
                  </a:lnTo>
                  <a:lnTo>
                    <a:pt x="1139093" y="820121"/>
                  </a:lnTo>
                  <a:lnTo>
                    <a:pt x="1117795" y="851414"/>
                  </a:lnTo>
                  <a:lnTo>
                    <a:pt x="1095441" y="881963"/>
                  </a:lnTo>
                  <a:lnTo>
                    <a:pt x="1072056" y="911730"/>
                  </a:lnTo>
                  <a:lnTo>
                    <a:pt x="1047670" y="940681"/>
                  </a:lnTo>
                  <a:lnTo>
                    <a:pt x="1022309" y="968783"/>
                  </a:lnTo>
                  <a:lnTo>
                    <a:pt x="996003" y="996003"/>
                  </a:lnTo>
                  <a:lnTo>
                    <a:pt x="968783" y="1022309"/>
                  </a:lnTo>
                  <a:lnTo>
                    <a:pt x="940681" y="1047670"/>
                  </a:lnTo>
                  <a:lnTo>
                    <a:pt x="911730" y="1072056"/>
                  </a:lnTo>
                  <a:lnTo>
                    <a:pt x="881963" y="1095441"/>
                  </a:lnTo>
                  <a:lnTo>
                    <a:pt x="851414" y="1117795"/>
                  </a:lnTo>
                  <a:lnTo>
                    <a:pt x="820121" y="1139093"/>
                  </a:lnTo>
                  <a:lnTo>
                    <a:pt x="788118" y="1159311"/>
                  </a:lnTo>
                  <a:lnTo>
                    <a:pt x="755444" y="1178424"/>
                  </a:lnTo>
                  <a:lnTo>
                    <a:pt x="722137" y="1196410"/>
                  </a:lnTo>
                  <a:lnTo>
                    <a:pt x="688235" y="1213249"/>
                  </a:lnTo>
                  <a:lnTo>
                    <a:pt x="653777" y="1228921"/>
                  </a:lnTo>
                  <a:lnTo>
                    <a:pt x="618805" y="1243407"/>
                  </a:lnTo>
                  <a:lnTo>
                    <a:pt x="583359" y="1256690"/>
                  </a:lnTo>
                  <a:lnTo>
                    <a:pt x="547479" y="1268756"/>
                  </a:lnTo>
                  <a:lnTo>
                    <a:pt x="511209" y="1279590"/>
                  </a:lnTo>
                  <a:lnTo>
                    <a:pt x="474590" y="1289179"/>
                  </a:lnTo>
                  <a:lnTo>
                    <a:pt x="437665" y="1297512"/>
                  </a:lnTo>
                  <a:lnTo>
                    <a:pt x="400477" y="1304579"/>
                  </a:lnTo>
                  <a:lnTo>
                    <a:pt x="363069" y="1310373"/>
                  </a:lnTo>
                  <a:lnTo>
                    <a:pt x="325485" y="1314887"/>
                  </a:lnTo>
                  <a:lnTo>
                    <a:pt x="287770" y="1318114"/>
                  </a:lnTo>
                  <a:lnTo>
                    <a:pt x="249966" y="1320052"/>
                  </a:lnTo>
                  <a:lnTo>
                    <a:pt x="212117" y="1320699"/>
                  </a:lnTo>
                  <a:lnTo>
                    <a:pt x="185762" y="1285732"/>
                  </a:lnTo>
                  <a:lnTo>
                    <a:pt x="161122" y="1250161"/>
                  </a:lnTo>
                  <a:lnTo>
                    <a:pt x="138211" y="1214047"/>
                  </a:lnTo>
                  <a:lnTo>
                    <a:pt x="117040" y="1177455"/>
                  </a:lnTo>
                  <a:lnTo>
                    <a:pt x="97619" y="1140449"/>
                  </a:lnTo>
                  <a:lnTo>
                    <a:pt x="79954" y="1103091"/>
                  </a:lnTo>
                  <a:lnTo>
                    <a:pt x="64051" y="1065446"/>
                  </a:lnTo>
                  <a:lnTo>
                    <a:pt x="49912" y="1027578"/>
                  </a:lnTo>
                  <a:lnTo>
                    <a:pt x="37539" y="989550"/>
                  </a:lnTo>
                  <a:lnTo>
                    <a:pt x="26930" y="951426"/>
                  </a:lnTo>
                  <a:lnTo>
                    <a:pt x="18082" y="913271"/>
                  </a:lnTo>
                  <a:lnTo>
                    <a:pt x="10990" y="875146"/>
                  </a:lnTo>
                  <a:lnTo>
                    <a:pt x="5646" y="837116"/>
                  </a:lnTo>
                  <a:lnTo>
                    <a:pt x="2041" y="799243"/>
                  </a:lnTo>
                  <a:lnTo>
                    <a:pt x="163" y="761588"/>
                  </a:lnTo>
                  <a:lnTo>
                    <a:pt x="0" y="724215"/>
                  </a:lnTo>
                  <a:lnTo>
                    <a:pt x="1535" y="687184"/>
                  </a:lnTo>
                  <a:lnTo>
                    <a:pt x="4751" y="650556"/>
                  </a:lnTo>
                  <a:lnTo>
                    <a:pt x="9630" y="614391"/>
                  </a:lnTo>
                  <a:lnTo>
                    <a:pt x="16149" y="578748"/>
                  </a:lnTo>
                  <a:lnTo>
                    <a:pt x="24286" y="543686"/>
                  </a:lnTo>
                  <a:lnTo>
                    <a:pt x="34016" y="509262"/>
                  </a:lnTo>
                  <a:lnTo>
                    <a:pt x="45311" y="475533"/>
                  </a:lnTo>
                  <a:lnTo>
                    <a:pt x="58144" y="442555"/>
                  </a:lnTo>
                  <a:lnTo>
                    <a:pt x="72483" y="410383"/>
                  </a:lnTo>
                  <a:lnTo>
                    <a:pt x="88296" y="379071"/>
                  </a:lnTo>
                  <a:lnTo>
                    <a:pt x="105550" y="348671"/>
                  </a:lnTo>
                  <a:lnTo>
                    <a:pt x="124208" y="319235"/>
                  </a:lnTo>
                  <a:lnTo>
                    <a:pt x="144233" y="290814"/>
                  </a:lnTo>
                  <a:lnTo>
                    <a:pt x="165588" y="263455"/>
                  </a:lnTo>
                  <a:lnTo>
                    <a:pt x="188229" y="237208"/>
                  </a:lnTo>
                  <a:lnTo>
                    <a:pt x="212117" y="212117"/>
                  </a:lnTo>
                  <a:lnTo>
                    <a:pt x="212117" y="212117"/>
                  </a:lnTo>
                  <a:lnTo>
                    <a:pt x="212117" y="212117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9434203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9109507" y="1270673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8325622" y="1303142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8357223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8357223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8357223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8357223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8357223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7573338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7248642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7573338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tx655"/>
            <p:cNvSpPr/>
            <p:nvPr/>
          </p:nvSpPr>
          <p:spPr>
            <a:xfrm>
              <a:off x="8225184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9004962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9496295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8995864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8216085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7223160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698799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7232259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6730924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6681455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65" name="rc665"/>
            <p:cNvSpPr/>
            <p:nvPr/>
          </p:nvSpPr>
          <p:spPr>
            <a:xfrm>
              <a:off x="9840725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9840725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10168724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10793777" y="10269915"/>
              <a:ext cx="1640982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Podicipediformes (n=3)</a:t>
              </a:r>
            </a:p>
          </p:txBody>
        </p:sp>
        <p:sp>
          <p:nvSpPr>
            <p:cNvPr id="669" name="rc669"/>
            <p:cNvSpPr/>
            <p:nvPr/>
          </p:nvSpPr>
          <p:spPr>
            <a:xfrm>
              <a:off x="10228542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11614268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11614268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11614268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11614268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1614268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10732397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10367114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10732397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11060048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10505827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10367271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10505687" y="11742330"/>
              <a:ext cx="1892466" cy="996003"/>
            </a:xfrm>
            <a:custGeom>
              <a:avLst/>
              <a:pathLst>
                <a:path w="1892466" h="996003">
                  <a:moveTo>
                    <a:pt x="1108581" y="212117"/>
                  </a:moveTo>
                  <a:lnTo>
                    <a:pt x="1143214" y="212968"/>
                  </a:lnTo>
                  <a:lnTo>
                    <a:pt x="1177784" y="215517"/>
                  </a:lnTo>
                  <a:lnTo>
                    <a:pt x="1212229" y="219763"/>
                  </a:lnTo>
                  <a:lnTo>
                    <a:pt x="1246486" y="225700"/>
                  </a:lnTo>
                  <a:lnTo>
                    <a:pt x="1280494" y="233321"/>
                  </a:lnTo>
                  <a:lnTo>
                    <a:pt x="1314190" y="242617"/>
                  </a:lnTo>
                  <a:lnTo>
                    <a:pt x="1347513" y="253576"/>
                  </a:lnTo>
                  <a:lnTo>
                    <a:pt x="1380401" y="266186"/>
                  </a:lnTo>
                  <a:lnTo>
                    <a:pt x="1412794" y="280431"/>
                  </a:lnTo>
                  <a:lnTo>
                    <a:pt x="1444630" y="296293"/>
                  </a:lnTo>
                  <a:lnTo>
                    <a:pt x="1475852" y="313755"/>
                  </a:lnTo>
                  <a:lnTo>
                    <a:pt x="1506398" y="332794"/>
                  </a:lnTo>
                  <a:lnTo>
                    <a:pt x="1536212" y="353387"/>
                  </a:lnTo>
                  <a:lnTo>
                    <a:pt x="1565234" y="375510"/>
                  </a:lnTo>
                  <a:lnTo>
                    <a:pt x="1593408" y="399136"/>
                  </a:lnTo>
                  <a:lnTo>
                    <a:pt x="1620679" y="424235"/>
                  </a:lnTo>
                  <a:lnTo>
                    <a:pt x="1646990" y="450778"/>
                  </a:lnTo>
                  <a:lnTo>
                    <a:pt x="1672288" y="478731"/>
                  </a:lnTo>
                  <a:lnTo>
                    <a:pt x="1696519" y="508061"/>
                  </a:lnTo>
                  <a:lnTo>
                    <a:pt x="1719632" y="538731"/>
                  </a:lnTo>
                  <a:lnTo>
                    <a:pt x="1741575" y="570704"/>
                  </a:lnTo>
                  <a:lnTo>
                    <a:pt x="1762298" y="603941"/>
                  </a:lnTo>
                  <a:lnTo>
                    <a:pt x="1781754" y="638400"/>
                  </a:lnTo>
                  <a:lnTo>
                    <a:pt x="1799895" y="674038"/>
                  </a:lnTo>
                  <a:lnTo>
                    <a:pt x="1816674" y="710813"/>
                  </a:lnTo>
                  <a:lnTo>
                    <a:pt x="1832048" y="748677"/>
                  </a:lnTo>
                  <a:lnTo>
                    <a:pt x="1845973" y="787584"/>
                  </a:lnTo>
                  <a:lnTo>
                    <a:pt x="1858408" y="827484"/>
                  </a:lnTo>
                  <a:lnTo>
                    <a:pt x="1869312" y="868329"/>
                  </a:lnTo>
                  <a:lnTo>
                    <a:pt x="1878648" y="910065"/>
                  </a:lnTo>
                  <a:lnTo>
                    <a:pt x="1886377" y="952641"/>
                  </a:lnTo>
                  <a:lnTo>
                    <a:pt x="1892466" y="996003"/>
                  </a:lnTo>
                  <a:lnTo>
                    <a:pt x="1849105" y="989914"/>
                  </a:lnTo>
                  <a:lnTo>
                    <a:pt x="1806529" y="982184"/>
                  </a:lnTo>
                  <a:lnTo>
                    <a:pt x="1764792" y="972849"/>
                  </a:lnTo>
                  <a:lnTo>
                    <a:pt x="1723948" y="961944"/>
                  </a:lnTo>
                  <a:lnTo>
                    <a:pt x="1684047" y="949509"/>
                  </a:lnTo>
                  <a:lnTo>
                    <a:pt x="1645141" y="935584"/>
                  </a:lnTo>
                  <a:lnTo>
                    <a:pt x="1607276" y="920211"/>
                  </a:lnTo>
                  <a:lnTo>
                    <a:pt x="1570502" y="903431"/>
                  </a:lnTo>
                  <a:lnTo>
                    <a:pt x="1534863" y="885291"/>
                  </a:lnTo>
                  <a:lnTo>
                    <a:pt x="1500404" y="865835"/>
                  </a:lnTo>
                  <a:lnTo>
                    <a:pt x="1467168" y="845111"/>
                  </a:lnTo>
                  <a:lnTo>
                    <a:pt x="1435194" y="823168"/>
                  </a:lnTo>
                  <a:lnTo>
                    <a:pt x="1404524" y="800056"/>
                  </a:lnTo>
                  <a:lnTo>
                    <a:pt x="1375194" y="775824"/>
                  </a:lnTo>
                  <a:lnTo>
                    <a:pt x="1347241" y="750526"/>
                  </a:lnTo>
                  <a:lnTo>
                    <a:pt x="1320699" y="724215"/>
                  </a:lnTo>
                  <a:lnTo>
                    <a:pt x="1295599" y="696945"/>
                  </a:lnTo>
                  <a:lnTo>
                    <a:pt x="1271974" y="668770"/>
                  </a:lnTo>
                  <a:lnTo>
                    <a:pt x="1249851" y="639748"/>
                  </a:lnTo>
                  <a:lnTo>
                    <a:pt x="1229257" y="609935"/>
                  </a:lnTo>
                  <a:lnTo>
                    <a:pt x="1210218" y="579388"/>
                  </a:lnTo>
                  <a:lnTo>
                    <a:pt x="1192757" y="548167"/>
                  </a:lnTo>
                  <a:lnTo>
                    <a:pt x="1176894" y="516330"/>
                  </a:lnTo>
                  <a:lnTo>
                    <a:pt x="1162649" y="483937"/>
                  </a:lnTo>
                  <a:lnTo>
                    <a:pt x="1150040" y="451049"/>
                  </a:lnTo>
                  <a:lnTo>
                    <a:pt x="1139080" y="417727"/>
                  </a:lnTo>
                  <a:lnTo>
                    <a:pt x="1129784" y="384031"/>
                  </a:lnTo>
                  <a:lnTo>
                    <a:pt x="1122163" y="350023"/>
                  </a:lnTo>
                  <a:lnTo>
                    <a:pt x="1116226" y="315765"/>
                  </a:lnTo>
                  <a:lnTo>
                    <a:pt x="1111981" y="281320"/>
                  </a:lnTo>
                  <a:lnTo>
                    <a:pt x="1109431" y="246750"/>
                  </a:lnTo>
                  <a:lnTo>
                    <a:pt x="1108581" y="212117"/>
                  </a:lnTo>
                  <a:lnTo>
                    <a:pt x="1107731" y="246750"/>
                  </a:lnTo>
                  <a:lnTo>
                    <a:pt x="1105181" y="281320"/>
                  </a:lnTo>
                  <a:lnTo>
                    <a:pt x="1100935" y="315765"/>
                  </a:lnTo>
                  <a:lnTo>
                    <a:pt x="1094998" y="350023"/>
                  </a:lnTo>
                  <a:lnTo>
                    <a:pt x="1087377" y="384031"/>
                  </a:lnTo>
                  <a:lnTo>
                    <a:pt x="1078082" y="417727"/>
                  </a:lnTo>
                  <a:lnTo>
                    <a:pt x="1067122" y="451049"/>
                  </a:lnTo>
                  <a:lnTo>
                    <a:pt x="1054513" y="483937"/>
                  </a:lnTo>
                  <a:lnTo>
                    <a:pt x="1040268" y="516330"/>
                  </a:lnTo>
                  <a:lnTo>
                    <a:pt x="1024405" y="548167"/>
                  </a:lnTo>
                  <a:lnTo>
                    <a:pt x="1006943" y="579388"/>
                  </a:lnTo>
                  <a:lnTo>
                    <a:pt x="987904" y="609935"/>
                  </a:lnTo>
                  <a:lnTo>
                    <a:pt x="967311" y="639748"/>
                  </a:lnTo>
                  <a:lnTo>
                    <a:pt x="945188" y="668770"/>
                  </a:lnTo>
                  <a:lnTo>
                    <a:pt x="921562" y="696945"/>
                  </a:lnTo>
                  <a:lnTo>
                    <a:pt x="896463" y="724215"/>
                  </a:lnTo>
                  <a:lnTo>
                    <a:pt x="869921" y="750526"/>
                  </a:lnTo>
                  <a:lnTo>
                    <a:pt x="841967" y="775824"/>
                  </a:lnTo>
                  <a:lnTo>
                    <a:pt x="812638" y="800056"/>
                  </a:lnTo>
                  <a:lnTo>
                    <a:pt x="781967" y="823168"/>
                  </a:lnTo>
                  <a:lnTo>
                    <a:pt x="749994" y="845111"/>
                  </a:lnTo>
                  <a:lnTo>
                    <a:pt x="716758" y="865835"/>
                  </a:lnTo>
                  <a:lnTo>
                    <a:pt x="682299" y="885291"/>
                  </a:lnTo>
                  <a:lnTo>
                    <a:pt x="646660" y="903431"/>
                  </a:lnTo>
                  <a:lnTo>
                    <a:pt x="609885" y="920211"/>
                  </a:lnTo>
                  <a:lnTo>
                    <a:pt x="572021" y="935584"/>
                  </a:lnTo>
                  <a:lnTo>
                    <a:pt x="533114" y="949509"/>
                  </a:lnTo>
                  <a:lnTo>
                    <a:pt x="493214" y="961944"/>
                  </a:lnTo>
                  <a:lnTo>
                    <a:pt x="452370" y="972849"/>
                  </a:lnTo>
                  <a:lnTo>
                    <a:pt x="410633" y="982184"/>
                  </a:lnTo>
                  <a:lnTo>
                    <a:pt x="368057" y="989914"/>
                  </a:lnTo>
                  <a:lnTo>
                    <a:pt x="324695" y="996003"/>
                  </a:lnTo>
                  <a:lnTo>
                    <a:pt x="298390" y="968783"/>
                  </a:lnTo>
                  <a:lnTo>
                    <a:pt x="273029" y="940681"/>
                  </a:lnTo>
                  <a:lnTo>
                    <a:pt x="248642" y="911730"/>
                  </a:lnTo>
                  <a:lnTo>
                    <a:pt x="225258" y="881963"/>
                  </a:lnTo>
                  <a:lnTo>
                    <a:pt x="202903" y="851414"/>
                  </a:lnTo>
                  <a:lnTo>
                    <a:pt x="181605" y="820121"/>
                  </a:lnTo>
                  <a:lnTo>
                    <a:pt x="161387" y="788118"/>
                  </a:lnTo>
                  <a:lnTo>
                    <a:pt x="142274" y="755444"/>
                  </a:lnTo>
                  <a:lnTo>
                    <a:pt x="124288" y="722137"/>
                  </a:lnTo>
                  <a:lnTo>
                    <a:pt x="107449" y="688235"/>
                  </a:lnTo>
                  <a:lnTo>
                    <a:pt x="91778" y="653777"/>
                  </a:lnTo>
                  <a:lnTo>
                    <a:pt x="77292" y="618805"/>
                  </a:lnTo>
                  <a:lnTo>
                    <a:pt x="64008" y="583359"/>
                  </a:lnTo>
                  <a:lnTo>
                    <a:pt x="51942" y="547479"/>
                  </a:lnTo>
                  <a:lnTo>
                    <a:pt x="41109" y="511209"/>
                  </a:lnTo>
                  <a:lnTo>
                    <a:pt x="31520" y="474590"/>
                  </a:lnTo>
                  <a:lnTo>
                    <a:pt x="23186" y="437665"/>
                  </a:lnTo>
                  <a:lnTo>
                    <a:pt x="16119" y="400477"/>
                  </a:lnTo>
                  <a:lnTo>
                    <a:pt x="10325" y="363069"/>
                  </a:lnTo>
                  <a:lnTo>
                    <a:pt x="5811" y="325485"/>
                  </a:lnTo>
                  <a:lnTo>
                    <a:pt x="2584" y="287770"/>
                  </a:lnTo>
                  <a:lnTo>
                    <a:pt x="646" y="249966"/>
                  </a:lnTo>
                  <a:lnTo>
                    <a:pt x="0" y="212117"/>
                  </a:lnTo>
                  <a:lnTo>
                    <a:pt x="34966" y="185762"/>
                  </a:lnTo>
                  <a:lnTo>
                    <a:pt x="70538" y="161122"/>
                  </a:lnTo>
                  <a:lnTo>
                    <a:pt x="106651" y="138211"/>
                  </a:lnTo>
                  <a:lnTo>
                    <a:pt x="143243" y="117040"/>
                  </a:lnTo>
                  <a:lnTo>
                    <a:pt x="180250" y="97619"/>
                  </a:lnTo>
                  <a:lnTo>
                    <a:pt x="217607" y="79954"/>
                  </a:lnTo>
                  <a:lnTo>
                    <a:pt x="255252" y="64051"/>
                  </a:lnTo>
                  <a:lnTo>
                    <a:pt x="293121" y="49912"/>
                  </a:lnTo>
                  <a:lnTo>
                    <a:pt x="331148" y="37539"/>
                  </a:lnTo>
                  <a:lnTo>
                    <a:pt x="369272" y="26930"/>
                  </a:lnTo>
                  <a:lnTo>
                    <a:pt x="407427" y="18082"/>
                  </a:lnTo>
                  <a:lnTo>
                    <a:pt x="445552" y="10990"/>
                  </a:lnTo>
                  <a:lnTo>
                    <a:pt x="483582" y="5646"/>
                  </a:lnTo>
                  <a:lnTo>
                    <a:pt x="521456" y="2041"/>
                  </a:lnTo>
                  <a:lnTo>
                    <a:pt x="559110" y="163"/>
                  </a:lnTo>
                  <a:lnTo>
                    <a:pt x="596483" y="0"/>
                  </a:lnTo>
                  <a:lnTo>
                    <a:pt x="633514" y="1535"/>
                  </a:lnTo>
                  <a:lnTo>
                    <a:pt x="670142" y="4751"/>
                  </a:lnTo>
                  <a:lnTo>
                    <a:pt x="706307" y="9630"/>
                  </a:lnTo>
                  <a:lnTo>
                    <a:pt x="741950" y="16149"/>
                  </a:lnTo>
                  <a:lnTo>
                    <a:pt x="777013" y="24286"/>
                  </a:lnTo>
                  <a:lnTo>
                    <a:pt x="811437" y="34016"/>
                  </a:lnTo>
                  <a:lnTo>
                    <a:pt x="845165" y="45311"/>
                  </a:lnTo>
                  <a:lnTo>
                    <a:pt x="878143" y="58144"/>
                  </a:lnTo>
                  <a:lnTo>
                    <a:pt x="910315" y="72483"/>
                  </a:lnTo>
                  <a:lnTo>
                    <a:pt x="941627" y="88296"/>
                  </a:lnTo>
                  <a:lnTo>
                    <a:pt x="972027" y="105550"/>
                  </a:lnTo>
                  <a:lnTo>
                    <a:pt x="1001463" y="124208"/>
                  </a:lnTo>
                  <a:lnTo>
                    <a:pt x="1029885" y="144233"/>
                  </a:lnTo>
                  <a:lnTo>
                    <a:pt x="1057243" y="165588"/>
                  </a:lnTo>
                  <a:lnTo>
                    <a:pt x="1083491" y="188229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10505687" y="11742330"/>
              <a:ext cx="1892466" cy="996003"/>
            </a:xfrm>
            <a:custGeom>
              <a:avLst/>
              <a:pathLst>
                <a:path w="1892466" h="996003">
                  <a:moveTo>
                    <a:pt x="1108581" y="212117"/>
                  </a:moveTo>
                  <a:lnTo>
                    <a:pt x="1108581" y="212117"/>
                  </a:lnTo>
                  <a:lnTo>
                    <a:pt x="1108581" y="212117"/>
                  </a:lnTo>
                  <a:lnTo>
                    <a:pt x="1143214" y="212968"/>
                  </a:lnTo>
                  <a:lnTo>
                    <a:pt x="1177784" y="215517"/>
                  </a:lnTo>
                  <a:lnTo>
                    <a:pt x="1212229" y="219763"/>
                  </a:lnTo>
                  <a:lnTo>
                    <a:pt x="1246486" y="225700"/>
                  </a:lnTo>
                  <a:lnTo>
                    <a:pt x="1280494" y="233321"/>
                  </a:lnTo>
                  <a:lnTo>
                    <a:pt x="1314190" y="242617"/>
                  </a:lnTo>
                  <a:lnTo>
                    <a:pt x="1347513" y="253576"/>
                  </a:lnTo>
                  <a:lnTo>
                    <a:pt x="1380401" y="266186"/>
                  </a:lnTo>
                  <a:lnTo>
                    <a:pt x="1412794" y="280431"/>
                  </a:lnTo>
                  <a:lnTo>
                    <a:pt x="1444630" y="296293"/>
                  </a:lnTo>
                  <a:lnTo>
                    <a:pt x="1475852" y="313755"/>
                  </a:lnTo>
                  <a:lnTo>
                    <a:pt x="1506398" y="332794"/>
                  </a:lnTo>
                  <a:lnTo>
                    <a:pt x="1536212" y="353387"/>
                  </a:lnTo>
                  <a:lnTo>
                    <a:pt x="1565234" y="375510"/>
                  </a:lnTo>
                  <a:lnTo>
                    <a:pt x="1593408" y="399136"/>
                  </a:lnTo>
                  <a:lnTo>
                    <a:pt x="1620679" y="424235"/>
                  </a:lnTo>
                  <a:lnTo>
                    <a:pt x="1646990" y="450778"/>
                  </a:lnTo>
                  <a:lnTo>
                    <a:pt x="1672288" y="478731"/>
                  </a:lnTo>
                  <a:lnTo>
                    <a:pt x="1696519" y="508061"/>
                  </a:lnTo>
                  <a:lnTo>
                    <a:pt x="1719632" y="538731"/>
                  </a:lnTo>
                  <a:lnTo>
                    <a:pt x="1741575" y="570704"/>
                  </a:lnTo>
                  <a:lnTo>
                    <a:pt x="1762298" y="603941"/>
                  </a:lnTo>
                  <a:lnTo>
                    <a:pt x="1781754" y="638400"/>
                  </a:lnTo>
                  <a:lnTo>
                    <a:pt x="1799895" y="674038"/>
                  </a:lnTo>
                  <a:lnTo>
                    <a:pt x="1816674" y="710813"/>
                  </a:lnTo>
                  <a:lnTo>
                    <a:pt x="1832048" y="748677"/>
                  </a:lnTo>
                  <a:lnTo>
                    <a:pt x="1845973" y="787584"/>
                  </a:lnTo>
                  <a:lnTo>
                    <a:pt x="1858408" y="827484"/>
                  </a:lnTo>
                  <a:lnTo>
                    <a:pt x="1869312" y="868329"/>
                  </a:lnTo>
                  <a:lnTo>
                    <a:pt x="1878648" y="910065"/>
                  </a:lnTo>
                  <a:lnTo>
                    <a:pt x="1886377" y="952641"/>
                  </a:lnTo>
                  <a:lnTo>
                    <a:pt x="1892466" y="996003"/>
                  </a:lnTo>
                  <a:lnTo>
                    <a:pt x="1849105" y="989914"/>
                  </a:lnTo>
                  <a:lnTo>
                    <a:pt x="1806529" y="982184"/>
                  </a:lnTo>
                  <a:lnTo>
                    <a:pt x="1764792" y="972849"/>
                  </a:lnTo>
                  <a:lnTo>
                    <a:pt x="1723948" y="961944"/>
                  </a:lnTo>
                  <a:lnTo>
                    <a:pt x="1684047" y="949509"/>
                  </a:lnTo>
                  <a:lnTo>
                    <a:pt x="1645141" y="935584"/>
                  </a:lnTo>
                  <a:lnTo>
                    <a:pt x="1607276" y="920211"/>
                  </a:lnTo>
                  <a:lnTo>
                    <a:pt x="1570502" y="903431"/>
                  </a:lnTo>
                  <a:lnTo>
                    <a:pt x="1534863" y="885291"/>
                  </a:lnTo>
                  <a:lnTo>
                    <a:pt x="1500404" y="865835"/>
                  </a:lnTo>
                  <a:lnTo>
                    <a:pt x="1467168" y="845111"/>
                  </a:lnTo>
                  <a:lnTo>
                    <a:pt x="1435194" y="823168"/>
                  </a:lnTo>
                  <a:lnTo>
                    <a:pt x="1404524" y="800056"/>
                  </a:lnTo>
                  <a:lnTo>
                    <a:pt x="1375194" y="775824"/>
                  </a:lnTo>
                  <a:lnTo>
                    <a:pt x="1347241" y="750526"/>
                  </a:lnTo>
                  <a:lnTo>
                    <a:pt x="1320699" y="724215"/>
                  </a:lnTo>
                  <a:lnTo>
                    <a:pt x="1295599" y="696945"/>
                  </a:lnTo>
                  <a:lnTo>
                    <a:pt x="1271974" y="668770"/>
                  </a:lnTo>
                  <a:lnTo>
                    <a:pt x="1249851" y="639748"/>
                  </a:lnTo>
                  <a:lnTo>
                    <a:pt x="1229257" y="609935"/>
                  </a:lnTo>
                  <a:lnTo>
                    <a:pt x="1210218" y="579388"/>
                  </a:lnTo>
                  <a:lnTo>
                    <a:pt x="1192757" y="548167"/>
                  </a:lnTo>
                  <a:lnTo>
                    <a:pt x="1176894" y="516330"/>
                  </a:lnTo>
                  <a:lnTo>
                    <a:pt x="1162649" y="483937"/>
                  </a:lnTo>
                  <a:lnTo>
                    <a:pt x="1150040" y="451049"/>
                  </a:lnTo>
                  <a:lnTo>
                    <a:pt x="1139080" y="417727"/>
                  </a:lnTo>
                  <a:lnTo>
                    <a:pt x="1129784" y="384031"/>
                  </a:lnTo>
                  <a:lnTo>
                    <a:pt x="1122163" y="350023"/>
                  </a:lnTo>
                  <a:lnTo>
                    <a:pt x="1116226" y="315765"/>
                  </a:lnTo>
                  <a:lnTo>
                    <a:pt x="1111981" y="281320"/>
                  </a:lnTo>
                  <a:lnTo>
                    <a:pt x="1109431" y="246750"/>
                  </a:lnTo>
                  <a:lnTo>
                    <a:pt x="1108581" y="212117"/>
                  </a:lnTo>
                  <a:lnTo>
                    <a:pt x="1107731" y="246750"/>
                  </a:lnTo>
                  <a:lnTo>
                    <a:pt x="1105181" y="281320"/>
                  </a:lnTo>
                  <a:lnTo>
                    <a:pt x="1100935" y="315765"/>
                  </a:lnTo>
                  <a:lnTo>
                    <a:pt x="1094998" y="350023"/>
                  </a:lnTo>
                  <a:lnTo>
                    <a:pt x="1087377" y="384031"/>
                  </a:lnTo>
                  <a:lnTo>
                    <a:pt x="1078082" y="417727"/>
                  </a:lnTo>
                  <a:lnTo>
                    <a:pt x="1067122" y="451049"/>
                  </a:lnTo>
                  <a:lnTo>
                    <a:pt x="1054513" y="483937"/>
                  </a:lnTo>
                  <a:lnTo>
                    <a:pt x="1040268" y="516330"/>
                  </a:lnTo>
                  <a:lnTo>
                    <a:pt x="1024405" y="548167"/>
                  </a:lnTo>
                  <a:lnTo>
                    <a:pt x="1006943" y="579388"/>
                  </a:lnTo>
                  <a:lnTo>
                    <a:pt x="987904" y="609935"/>
                  </a:lnTo>
                  <a:lnTo>
                    <a:pt x="967311" y="639748"/>
                  </a:lnTo>
                  <a:lnTo>
                    <a:pt x="945188" y="668770"/>
                  </a:lnTo>
                  <a:lnTo>
                    <a:pt x="921562" y="696945"/>
                  </a:lnTo>
                  <a:lnTo>
                    <a:pt x="896463" y="724215"/>
                  </a:lnTo>
                  <a:lnTo>
                    <a:pt x="869921" y="750526"/>
                  </a:lnTo>
                  <a:lnTo>
                    <a:pt x="841967" y="775824"/>
                  </a:lnTo>
                  <a:lnTo>
                    <a:pt x="812638" y="800056"/>
                  </a:lnTo>
                  <a:lnTo>
                    <a:pt x="781967" y="823168"/>
                  </a:lnTo>
                  <a:lnTo>
                    <a:pt x="749994" y="845111"/>
                  </a:lnTo>
                  <a:lnTo>
                    <a:pt x="716758" y="865835"/>
                  </a:lnTo>
                  <a:lnTo>
                    <a:pt x="682299" y="885291"/>
                  </a:lnTo>
                  <a:lnTo>
                    <a:pt x="646660" y="903431"/>
                  </a:lnTo>
                  <a:lnTo>
                    <a:pt x="609885" y="920211"/>
                  </a:lnTo>
                  <a:lnTo>
                    <a:pt x="572021" y="935584"/>
                  </a:lnTo>
                  <a:lnTo>
                    <a:pt x="533114" y="949509"/>
                  </a:lnTo>
                  <a:lnTo>
                    <a:pt x="493214" y="961944"/>
                  </a:lnTo>
                  <a:lnTo>
                    <a:pt x="452370" y="972849"/>
                  </a:lnTo>
                  <a:lnTo>
                    <a:pt x="410633" y="982184"/>
                  </a:lnTo>
                  <a:lnTo>
                    <a:pt x="368057" y="989914"/>
                  </a:lnTo>
                  <a:lnTo>
                    <a:pt x="324695" y="996003"/>
                  </a:lnTo>
                  <a:lnTo>
                    <a:pt x="298390" y="968783"/>
                  </a:lnTo>
                  <a:lnTo>
                    <a:pt x="273029" y="940681"/>
                  </a:lnTo>
                  <a:lnTo>
                    <a:pt x="248642" y="911730"/>
                  </a:lnTo>
                  <a:lnTo>
                    <a:pt x="225258" y="881963"/>
                  </a:lnTo>
                  <a:lnTo>
                    <a:pt x="202903" y="851414"/>
                  </a:lnTo>
                  <a:lnTo>
                    <a:pt x="181605" y="820121"/>
                  </a:lnTo>
                  <a:lnTo>
                    <a:pt x="161387" y="788118"/>
                  </a:lnTo>
                  <a:lnTo>
                    <a:pt x="142274" y="755444"/>
                  </a:lnTo>
                  <a:lnTo>
                    <a:pt x="124288" y="722137"/>
                  </a:lnTo>
                  <a:lnTo>
                    <a:pt x="107449" y="688235"/>
                  </a:lnTo>
                  <a:lnTo>
                    <a:pt x="91778" y="653777"/>
                  </a:lnTo>
                  <a:lnTo>
                    <a:pt x="77292" y="618805"/>
                  </a:lnTo>
                  <a:lnTo>
                    <a:pt x="64008" y="583359"/>
                  </a:lnTo>
                  <a:lnTo>
                    <a:pt x="51942" y="547479"/>
                  </a:lnTo>
                  <a:lnTo>
                    <a:pt x="41109" y="511209"/>
                  </a:lnTo>
                  <a:lnTo>
                    <a:pt x="31520" y="474590"/>
                  </a:lnTo>
                  <a:lnTo>
                    <a:pt x="23186" y="437665"/>
                  </a:lnTo>
                  <a:lnTo>
                    <a:pt x="16119" y="400477"/>
                  </a:lnTo>
                  <a:lnTo>
                    <a:pt x="10325" y="363069"/>
                  </a:lnTo>
                  <a:lnTo>
                    <a:pt x="5811" y="325485"/>
                  </a:lnTo>
                  <a:lnTo>
                    <a:pt x="2584" y="287770"/>
                  </a:lnTo>
                  <a:lnTo>
                    <a:pt x="646" y="249966"/>
                  </a:lnTo>
                  <a:lnTo>
                    <a:pt x="0" y="212117"/>
                  </a:lnTo>
                  <a:lnTo>
                    <a:pt x="34966" y="185762"/>
                  </a:lnTo>
                  <a:lnTo>
                    <a:pt x="70538" y="161122"/>
                  </a:lnTo>
                  <a:lnTo>
                    <a:pt x="106651" y="138211"/>
                  </a:lnTo>
                  <a:lnTo>
                    <a:pt x="143243" y="117040"/>
                  </a:lnTo>
                  <a:lnTo>
                    <a:pt x="180250" y="97619"/>
                  </a:lnTo>
                  <a:lnTo>
                    <a:pt x="217607" y="79954"/>
                  </a:lnTo>
                  <a:lnTo>
                    <a:pt x="255252" y="64051"/>
                  </a:lnTo>
                  <a:lnTo>
                    <a:pt x="293121" y="49912"/>
                  </a:lnTo>
                  <a:lnTo>
                    <a:pt x="331148" y="37539"/>
                  </a:lnTo>
                  <a:lnTo>
                    <a:pt x="369272" y="26930"/>
                  </a:lnTo>
                  <a:lnTo>
                    <a:pt x="407427" y="18082"/>
                  </a:lnTo>
                  <a:lnTo>
                    <a:pt x="445552" y="10990"/>
                  </a:lnTo>
                  <a:lnTo>
                    <a:pt x="483582" y="5646"/>
                  </a:lnTo>
                  <a:lnTo>
                    <a:pt x="521456" y="2041"/>
                  </a:lnTo>
                  <a:lnTo>
                    <a:pt x="559110" y="163"/>
                  </a:lnTo>
                  <a:lnTo>
                    <a:pt x="596483" y="0"/>
                  </a:lnTo>
                  <a:lnTo>
                    <a:pt x="633514" y="1535"/>
                  </a:lnTo>
                  <a:lnTo>
                    <a:pt x="670142" y="4751"/>
                  </a:lnTo>
                  <a:lnTo>
                    <a:pt x="706307" y="9630"/>
                  </a:lnTo>
                  <a:lnTo>
                    <a:pt x="741950" y="16149"/>
                  </a:lnTo>
                  <a:lnTo>
                    <a:pt x="777013" y="24286"/>
                  </a:lnTo>
                  <a:lnTo>
                    <a:pt x="811437" y="34016"/>
                  </a:lnTo>
                  <a:lnTo>
                    <a:pt x="845165" y="45311"/>
                  </a:lnTo>
                  <a:lnTo>
                    <a:pt x="878143" y="58144"/>
                  </a:lnTo>
                  <a:lnTo>
                    <a:pt x="910315" y="72483"/>
                  </a:lnTo>
                  <a:lnTo>
                    <a:pt x="941627" y="88296"/>
                  </a:lnTo>
                  <a:lnTo>
                    <a:pt x="972027" y="105550"/>
                  </a:lnTo>
                  <a:lnTo>
                    <a:pt x="1001463" y="124208"/>
                  </a:lnTo>
                  <a:lnTo>
                    <a:pt x="1029885" y="144233"/>
                  </a:lnTo>
                  <a:lnTo>
                    <a:pt x="1057243" y="165588"/>
                  </a:lnTo>
                  <a:lnTo>
                    <a:pt x="1083491" y="188229"/>
                  </a:lnTo>
                  <a:lnTo>
                    <a:pt x="1108581" y="212117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2366553" y="12706732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10798782" y="12706732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10474086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11614268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11614268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11614268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11614268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11614268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10830383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10505687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10830383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tx699"/>
            <p:cNvSpPr/>
            <p:nvPr/>
          </p:nvSpPr>
          <p:spPr>
            <a:xfrm>
              <a:off x="11482229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2262007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2753340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2252909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11473131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10480206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10245042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10489304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9987969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9938500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2026-05-11T20:58:46Z</dcterms:modified>
  <cp:category/>
</cp:coreProperties>
</file>