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7863840" cy="7315200"/>
            <a:chOff x="0" y="0"/>
            <a:chExt cx="786384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7863839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16163" y="0"/>
              <a:ext cx="7231512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6790" y="274983"/>
              <a:ext cx="6881296" cy="68812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37438" y="619048"/>
              <a:ext cx="0" cy="3096583"/>
            </a:xfrm>
            <a:custGeom>
              <a:avLst/>
              <a:pathLst>
                <a:path w="0" h="3096583">
                  <a:moveTo>
                    <a:pt x="0" y="309658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37438" y="1526016"/>
              <a:ext cx="2189615" cy="2189615"/>
            </a:xfrm>
            <a:custGeom>
              <a:avLst/>
              <a:pathLst>
                <a:path w="2189615" h="2189615">
                  <a:moveTo>
                    <a:pt x="0" y="2189615"/>
                  </a:moveTo>
                  <a:lnTo>
                    <a:pt x="21896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37438" y="3715631"/>
              <a:ext cx="3096583" cy="0"/>
            </a:xfrm>
            <a:custGeom>
              <a:avLst/>
              <a:pathLst>
                <a:path w="3096583" h="0">
                  <a:moveTo>
                    <a:pt x="0" y="0"/>
                  </a:moveTo>
                  <a:lnTo>
                    <a:pt x="30965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37438" y="3715631"/>
              <a:ext cx="2189615" cy="2189615"/>
            </a:xfrm>
            <a:custGeom>
              <a:avLst/>
              <a:pathLst>
                <a:path w="2189615" h="2189615">
                  <a:moveTo>
                    <a:pt x="0" y="0"/>
                  </a:moveTo>
                  <a:lnTo>
                    <a:pt x="2189615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37438" y="3715631"/>
              <a:ext cx="0" cy="3096583"/>
            </a:xfrm>
            <a:custGeom>
              <a:avLst/>
              <a:pathLst>
                <a:path w="0" h="3096583">
                  <a:moveTo>
                    <a:pt x="0" y="0"/>
                  </a:moveTo>
                  <a:lnTo>
                    <a:pt x="0" y="3096583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7823" y="3715631"/>
              <a:ext cx="2189615" cy="2189615"/>
            </a:xfrm>
            <a:custGeom>
              <a:avLst/>
              <a:pathLst>
                <a:path w="2189615" h="2189615">
                  <a:moveTo>
                    <a:pt x="2189615" y="0"/>
                  </a:moveTo>
                  <a:lnTo>
                    <a:pt x="0" y="21896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0855" y="3715631"/>
              <a:ext cx="3096583" cy="0"/>
            </a:xfrm>
            <a:custGeom>
              <a:avLst/>
              <a:pathLst>
                <a:path w="3096583" h="0">
                  <a:moveTo>
                    <a:pt x="3096583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7823" y="1526016"/>
              <a:ext cx="2189615" cy="2189615"/>
            </a:xfrm>
            <a:custGeom>
              <a:avLst/>
              <a:pathLst>
                <a:path w="2189615" h="2189615">
                  <a:moveTo>
                    <a:pt x="2189615" y="21896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37438" y="3715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39272" y="3017377"/>
              <a:ext cx="1396332" cy="1396157"/>
            </a:xfrm>
            <a:custGeom>
              <a:avLst/>
              <a:pathLst>
                <a:path w="1396332" h="1396157">
                  <a:moveTo>
                    <a:pt x="698166" y="0"/>
                  </a:moveTo>
                  <a:lnTo>
                    <a:pt x="742452" y="1405"/>
                  </a:lnTo>
                  <a:lnTo>
                    <a:pt x="786560" y="5617"/>
                  </a:lnTo>
                  <a:lnTo>
                    <a:pt x="830312" y="12618"/>
                  </a:lnTo>
                  <a:lnTo>
                    <a:pt x="873531" y="22379"/>
                  </a:lnTo>
                  <a:lnTo>
                    <a:pt x="916045" y="34863"/>
                  </a:lnTo>
                  <a:lnTo>
                    <a:pt x="957681" y="50017"/>
                  </a:lnTo>
                  <a:lnTo>
                    <a:pt x="998272" y="67781"/>
                  </a:lnTo>
                  <a:lnTo>
                    <a:pt x="1037655" y="88085"/>
                  </a:lnTo>
                  <a:lnTo>
                    <a:pt x="1075671" y="110845"/>
                  </a:lnTo>
                  <a:lnTo>
                    <a:pt x="1112167" y="135970"/>
                  </a:lnTo>
                  <a:lnTo>
                    <a:pt x="1146995" y="163360"/>
                  </a:lnTo>
                  <a:lnTo>
                    <a:pt x="1180017" y="192903"/>
                  </a:lnTo>
                  <a:lnTo>
                    <a:pt x="1211098" y="224482"/>
                  </a:lnTo>
                  <a:lnTo>
                    <a:pt x="1240114" y="257968"/>
                  </a:lnTo>
                  <a:lnTo>
                    <a:pt x="1266947" y="293227"/>
                  </a:lnTo>
                  <a:lnTo>
                    <a:pt x="1291490" y="330116"/>
                  </a:lnTo>
                  <a:lnTo>
                    <a:pt x="1313645" y="368489"/>
                  </a:lnTo>
                  <a:lnTo>
                    <a:pt x="1333321" y="408189"/>
                  </a:lnTo>
                  <a:lnTo>
                    <a:pt x="1350439" y="449057"/>
                  </a:lnTo>
                  <a:lnTo>
                    <a:pt x="1364931" y="490928"/>
                  </a:lnTo>
                  <a:lnTo>
                    <a:pt x="1376738" y="533634"/>
                  </a:lnTo>
                  <a:lnTo>
                    <a:pt x="1385812" y="577003"/>
                  </a:lnTo>
                  <a:lnTo>
                    <a:pt x="1392118" y="620861"/>
                  </a:lnTo>
                  <a:lnTo>
                    <a:pt x="1395629" y="665030"/>
                  </a:lnTo>
                  <a:lnTo>
                    <a:pt x="1396332" y="709332"/>
                  </a:lnTo>
                  <a:lnTo>
                    <a:pt x="1394224" y="753591"/>
                  </a:lnTo>
                  <a:lnTo>
                    <a:pt x="1389313" y="797626"/>
                  </a:lnTo>
                  <a:lnTo>
                    <a:pt x="1381619" y="841261"/>
                  </a:lnTo>
                  <a:lnTo>
                    <a:pt x="1371173" y="884320"/>
                  </a:lnTo>
                  <a:lnTo>
                    <a:pt x="1358017" y="926631"/>
                  </a:lnTo>
                  <a:lnTo>
                    <a:pt x="1342204" y="968021"/>
                  </a:lnTo>
                  <a:lnTo>
                    <a:pt x="1323798" y="1008325"/>
                  </a:lnTo>
                  <a:lnTo>
                    <a:pt x="1302872" y="1047381"/>
                  </a:lnTo>
                  <a:lnTo>
                    <a:pt x="1279512" y="1085031"/>
                  </a:lnTo>
                  <a:lnTo>
                    <a:pt x="1253810" y="1121124"/>
                  </a:lnTo>
                  <a:lnTo>
                    <a:pt x="1225871" y="1155513"/>
                  </a:lnTo>
                  <a:lnTo>
                    <a:pt x="1195808" y="1188062"/>
                  </a:lnTo>
                  <a:lnTo>
                    <a:pt x="1163740" y="1218638"/>
                  </a:lnTo>
                  <a:lnTo>
                    <a:pt x="1129798" y="1247119"/>
                  </a:lnTo>
                  <a:lnTo>
                    <a:pt x="1094118" y="1273390"/>
                  </a:lnTo>
                  <a:lnTo>
                    <a:pt x="1056843" y="1297345"/>
                  </a:lnTo>
                  <a:lnTo>
                    <a:pt x="1018125" y="1318887"/>
                  </a:lnTo>
                  <a:lnTo>
                    <a:pt x="978117" y="1337931"/>
                  </a:lnTo>
                  <a:lnTo>
                    <a:pt x="936983" y="1354398"/>
                  </a:lnTo>
                  <a:lnTo>
                    <a:pt x="894887" y="1368224"/>
                  </a:lnTo>
                  <a:lnTo>
                    <a:pt x="851999" y="1379352"/>
                  </a:lnTo>
                  <a:lnTo>
                    <a:pt x="808491" y="1387737"/>
                  </a:lnTo>
                  <a:lnTo>
                    <a:pt x="764539" y="1393347"/>
                  </a:lnTo>
                  <a:lnTo>
                    <a:pt x="720320" y="1396157"/>
                  </a:lnTo>
                  <a:lnTo>
                    <a:pt x="676012" y="1396157"/>
                  </a:lnTo>
                  <a:lnTo>
                    <a:pt x="631793" y="1393347"/>
                  </a:lnTo>
                  <a:lnTo>
                    <a:pt x="587841" y="1387737"/>
                  </a:lnTo>
                  <a:lnTo>
                    <a:pt x="544333" y="1379352"/>
                  </a:lnTo>
                  <a:lnTo>
                    <a:pt x="501445" y="1368224"/>
                  </a:lnTo>
                  <a:lnTo>
                    <a:pt x="459349" y="1354398"/>
                  </a:lnTo>
                  <a:lnTo>
                    <a:pt x="418214" y="1337931"/>
                  </a:lnTo>
                  <a:lnTo>
                    <a:pt x="378207" y="1318887"/>
                  </a:lnTo>
                  <a:lnTo>
                    <a:pt x="339489" y="1297345"/>
                  </a:lnTo>
                  <a:lnTo>
                    <a:pt x="302214" y="1273390"/>
                  </a:lnTo>
                  <a:lnTo>
                    <a:pt x="266534" y="1247119"/>
                  </a:lnTo>
                  <a:lnTo>
                    <a:pt x="232592" y="1218638"/>
                  </a:lnTo>
                  <a:lnTo>
                    <a:pt x="200524" y="1188062"/>
                  </a:lnTo>
                  <a:lnTo>
                    <a:pt x="170461" y="1155513"/>
                  </a:lnTo>
                  <a:lnTo>
                    <a:pt x="142522" y="1121124"/>
                  </a:lnTo>
                  <a:lnTo>
                    <a:pt x="116820" y="1085031"/>
                  </a:lnTo>
                  <a:lnTo>
                    <a:pt x="93460" y="1047381"/>
                  </a:lnTo>
                  <a:lnTo>
                    <a:pt x="72534" y="1008325"/>
                  </a:lnTo>
                  <a:lnTo>
                    <a:pt x="54128" y="968021"/>
                  </a:lnTo>
                  <a:lnTo>
                    <a:pt x="38315" y="926631"/>
                  </a:lnTo>
                  <a:lnTo>
                    <a:pt x="25159" y="884320"/>
                  </a:lnTo>
                  <a:lnTo>
                    <a:pt x="14713" y="841261"/>
                  </a:lnTo>
                  <a:lnTo>
                    <a:pt x="7019" y="797626"/>
                  </a:lnTo>
                  <a:lnTo>
                    <a:pt x="2108" y="753591"/>
                  </a:lnTo>
                  <a:lnTo>
                    <a:pt x="0" y="709332"/>
                  </a:lnTo>
                  <a:lnTo>
                    <a:pt x="702" y="665030"/>
                  </a:lnTo>
                  <a:lnTo>
                    <a:pt x="4214" y="620861"/>
                  </a:lnTo>
                  <a:lnTo>
                    <a:pt x="10520" y="577003"/>
                  </a:lnTo>
                  <a:lnTo>
                    <a:pt x="19594" y="533634"/>
                  </a:lnTo>
                  <a:lnTo>
                    <a:pt x="31401" y="490928"/>
                  </a:lnTo>
                  <a:lnTo>
                    <a:pt x="45893" y="449057"/>
                  </a:lnTo>
                  <a:lnTo>
                    <a:pt x="63011" y="408189"/>
                  </a:lnTo>
                  <a:lnTo>
                    <a:pt x="82687" y="368489"/>
                  </a:lnTo>
                  <a:lnTo>
                    <a:pt x="104841" y="330116"/>
                  </a:lnTo>
                  <a:lnTo>
                    <a:pt x="129385" y="293227"/>
                  </a:lnTo>
                  <a:lnTo>
                    <a:pt x="156218" y="257968"/>
                  </a:lnTo>
                  <a:lnTo>
                    <a:pt x="185234" y="224482"/>
                  </a:lnTo>
                  <a:lnTo>
                    <a:pt x="216315" y="192903"/>
                  </a:lnTo>
                  <a:lnTo>
                    <a:pt x="249337" y="163360"/>
                  </a:lnTo>
                  <a:lnTo>
                    <a:pt x="284165" y="135970"/>
                  </a:lnTo>
                  <a:lnTo>
                    <a:pt x="320661" y="110845"/>
                  </a:lnTo>
                  <a:lnTo>
                    <a:pt x="358677" y="88085"/>
                  </a:lnTo>
                  <a:lnTo>
                    <a:pt x="398060" y="67781"/>
                  </a:lnTo>
                  <a:lnTo>
                    <a:pt x="438651" y="50017"/>
                  </a:lnTo>
                  <a:lnTo>
                    <a:pt x="480287" y="34863"/>
                  </a:lnTo>
                  <a:lnTo>
                    <a:pt x="522801" y="22379"/>
                  </a:lnTo>
                  <a:lnTo>
                    <a:pt x="566020" y="12618"/>
                  </a:lnTo>
                  <a:lnTo>
                    <a:pt x="609772" y="5617"/>
                  </a:lnTo>
                  <a:lnTo>
                    <a:pt x="653880" y="1405"/>
                  </a:lnTo>
                  <a:lnTo>
                    <a:pt x="698166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41105" y="2319123"/>
              <a:ext cx="2792665" cy="2792314"/>
            </a:xfrm>
            <a:custGeom>
              <a:avLst/>
              <a:pathLst>
                <a:path w="2792665" h="2792314">
                  <a:moveTo>
                    <a:pt x="1396332" y="0"/>
                  </a:moveTo>
                  <a:lnTo>
                    <a:pt x="1484905" y="2811"/>
                  </a:lnTo>
                  <a:lnTo>
                    <a:pt x="1573120" y="11235"/>
                  </a:lnTo>
                  <a:lnTo>
                    <a:pt x="1660624" y="25236"/>
                  </a:lnTo>
                  <a:lnTo>
                    <a:pt x="1747063" y="44759"/>
                  </a:lnTo>
                  <a:lnTo>
                    <a:pt x="1832090" y="69726"/>
                  </a:lnTo>
                  <a:lnTo>
                    <a:pt x="1915362" y="100034"/>
                  </a:lnTo>
                  <a:lnTo>
                    <a:pt x="1996545" y="135563"/>
                  </a:lnTo>
                  <a:lnTo>
                    <a:pt x="2075310" y="176170"/>
                  </a:lnTo>
                  <a:lnTo>
                    <a:pt x="2151342" y="221690"/>
                  </a:lnTo>
                  <a:lnTo>
                    <a:pt x="2224334" y="271941"/>
                  </a:lnTo>
                  <a:lnTo>
                    <a:pt x="2293991" y="326720"/>
                  </a:lnTo>
                  <a:lnTo>
                    <a:pt x="2360034" y="385807"/>
                  </a:lnTo>
                  <a:lnTo>
                    <a:pt x="2422196" y="448964"/>
                  </a:lnTo>
                  <a:lnTo>
                    <a:pt x="2480228" y="515936"/>
                  </a:lnTo>
                  <a:lnTo>
                    <a:pt x="2533895" y="586454"/>
                  </a:lnTo>
                  <a:lnTo>
                    <a:pt x="2582981" y="660233"/>
                  </a:lnTo>
                  <a:lnTo>
                    <a:pt x="2627290" y="736978"/>
                  </a:lnTo>
                  <a:lnTo>
                    <a:pt x="2666642" y="816378"/>
                  </a:lnTo>
                  <a:lnTo>
                    <a:pt x="2700878" y="898114"/>
                  </a:lnTo>
                  <a:lnTo>
                    <a:pt x="2729862" y="981856"/>
                  </a:lnTo>
                  <a:lnTo>
                    <a:pt x="2753476" y="1067269"/>
                  </a:lnTo>
                  <a:lnTo>
                    <a:pt x="2771625" y="1154007"/>
                  </a:lnTo>
                  <a:lnTo>
                    <a:pt x="2784237" y="1241722"/>
                  </a:lnTo>
                  <a:lnTo>
                    <a:pt x="2791259" y="1330060"/>
                  </a:lnTo>
                  <a:lnTo>
                    <a:pt x="2792665" y="1418665"/>
                  </a:lnTo>
                  <a:lnTo>
                    <a:pt x="2788449" y="1507182"/>
                  </a:lnTo>
                  <a:lnTo>
                    <a:pt x="2778627" y="1595252"/>
                  </a:lnTo>
                  <a:lnTo>
                    <a:pt x="2763239" y="1682523"/>
                  </a:lnTo>
                  <a:lnTo>
                    <a:pt x="2742347" y="1768641"/>
                  </a:lnTo>
                  <a:lnTo>
                    <a:pt x="2716034" y="1853262"/>
                  </a:lnTo>
                  <a:lnTo>
                    <a:pt x="2684408" y="1936043"/>
                  </a:lnTo>
                  <a:lnTo>
                    <a:pt x="2647596" y="2016651"/>
                  </a:lnTo>
                  <a:lnTo>
                    <a:pt x="2605745" y="2094763"/>
                  </a:lnTo>
                  <a:lnTo>
                    <a:pt x="2559024" y="2170062"/>
                  </a:lnTo>
                  <a:lnTo>
                    <a:pt x="2507621" y="2242248"/>
                  </a:lnTo>
                  <a:lnTo>
                    <a:pt x="2451743" y="2311027"/>
                  </a:lnTo>
                  <a:lnTo>
                    <a:pt x="2391616" y="2376124"/>
                  </a:lnTo>
                  <a:lnTo>
                    <a:pt x="2327481" y="2437277"/>
                  </a:lnTo>
                  <a:lnTo>
                    <a:pt x="2259597" y="2494238"/>
                  </a:lnTo>
                  <a:lnTo>
                    <a:pt x="2188237" y="2546780"/>
                  </a:lnTo>
                  <a:lnTo>
                    <a:pt x="2113687" y="2594690"/>
                  </a:lnTo>
                  <a:lnTo>
                    <a:pt x="2036250" y="2637775"/>
                  </a:lnTo>
                  <a:lnTo>
                    <a:pt x="1956235" y="2675862"/>
                  </a:lnTo>
                  <a:lnTo>
                    <a:pt x="1873967" y="2708797"/>
                  </a:lnTo>
                  <a:lnTo>
                    <a:pt x="1789774" y="2736449"/>
                  </a:lnTo>
                  <a:lnTo>
                    <a:pt x="1703998" y="2758705"/>
                  </a:lnTo>
                  <a:lnTo>
                    <a:pt x="1616983" y="2775475"/>
                  </a:lnTo>
                  <a:lnTo>
                    <a:pt x="1529079" y="2786694"/>
                  </a:lnTo>
                  <a:lnTo>
                    <a:pt x="1440641" y="2792314"/>
                  </a:lnTo>
                  <a:lnTo>
                    <a:pt x="1352024" y="2792314"/>
                  </a:lnTo>
                  <a:lnTo>
                    <a:pt x="1263586" y="2786694"/>
                  </a:lnTo>
                  <a:lnTo>
                    <a:pt x="1175682" y="2775475"/>
                  </a:lnTo>
                  <a:lnTo>
                    <a:pt x="1088667" y="2758705"/>
                  </a:lnTo>
                  <a:lnTo>
                    <a:pt x="1002890" y="2736449"/>
                  </a:lnTo>
                  <a:lnTo>
                    <a:pt x="918698" y="2708797"/>
                  </a:lnTo>
                  <a:lnTo>
                    <a:pt x="836429" y="2675862"/>
                  </a:lnTo>
                  <a:lnTo>
                    <a:pt x="756415" y="2637775"/>
                  </a:lnTo>
                  <a:lnTo>
                    <a:pt x="678978" y="2594690"/>
                  </a:lnTo>
                  <a:lnTo>
                    <a:pt x="604428" y="2546780"/>
                  </a:lnTo>
                  <a:lnTo>
                    <a:pt x="533068" y="2494238"/>
                  </a:lnTo>
                  <a:lnTo>
                    <a:pt x="465184" y="2437277"/>
                  </a:lnTo>
                  <a:lnTo>
                    <a:pt x="401049" y="2376124"/>
                  </a:lnTo>
                  <a:lnTo>
                    <a:pt x="340922" y="2311027"/>
                  </a:lnTo>
                  <a:lnTo>
                    <a:pt x="285044" y="2242248"/>
                  </a:lnTo>
                  <a:lnTo>
                    <a:pt x="233641" y="2170062"/>
                  </a:lnTo>
                  <a:lnTo>
                    <a:pt x="186920" y="2094763"/>
                  </a:lnTo>
                  <a:lnTo>
                    <a:pt x="145069" y="2016651"/>
                  </a:lnTo>
                  <a:lnTo>
                    <a:pt x="108257" y="1936043"/>
                  </a:lnTo>
                  <a:lnTo>
                    <a:pt x="76631" y="1853262"/>
                  </a:lnTo>
                  <a:lnTo>
                    <a:pt x="50318" y="1768641"/>
                  </a:lnTo>
                  <a:lnTo>
                    <a:pt x="29426" y="1682523"/>
                  </a:lnTo>
                  <a:lnTo>
                    <a:pt x="14038" y="1595252"/>
                  </a:lnTo>
                  <a:lnTo>
                    <a:pt x="4216" y="1507182"/>
                  </a:lnTo>
                  <a:lnTo>
                    <a:pt x="0" y="1418665"/>
                  </a:lnTo>
                  <a:lnTo>
                    <a:pt x="1405" y="1330060"/>
                  </a:lnTo>
                  <a:lnTo>
                    <a:pt x="8428" y="1241722"/>
                  </a:lnTo>
                  <a:lnTo>
                    <a:pt x="21040" y="1154007"/>
                  </a:lnTo>
                  <a:lnTo>
                    <a:pt x="39189" y="1067269"/>
                  </a:lnTo>
                  <a:lnTo>
                    <a:pt x="62803" y="981856"/>
                  </a:lnTo>
                  <a:lnTo>
                    <a:pt x="91787" y="898114"/>
                  </a:lnTo>
                  <a:lnTo>
                    <a:pt x="126023" y="816378"/>
                  </a:lnTo>
                  <a:lnTo>
                    <a:pt x="165375" y="736978"/>
                  </a:lnTo>
                  <a:lnTo>
                    <a:pt x="209683" y="660233"/>
                  </a:lnTo>
                  <a:lnTo>
                    <a:pt x="258770" y="586454"/>
                  </a:lnTo>
                  <a:lnTo>
                    <a:pt x="312437" y="515936"/>
                  </a:lnTo>
                  <a:lnTo>
                    <a:pt x="370469" y="448964"/>
                  </a:lnTo>
                  <a:lnTo>
                    <a:pt x="432631" y="385807"/>
                  </a:lnTo>
                  <a:lnTo>
                    <a:pt x="498674" y="326720"/>
                  </a:lnTo>
                  <a:lnTo>
                    <a:pt x="568331" y="271941"/>
                  </a:lnTo>
                  <a:lnTo>
                    <a:pt x="641323" y="221690"/>
                  </a:lnTo>
                  <a:lnTo>
                    <a:pt x="717354" y="176170"/>
                  </a:lnTo>
                  <a:lnTo>
                    <a:pt x="796120" y="135563"/>
                  </a:lnTo>
                  <a:lnTo>
                    <a:pt x="877303" y="100034"/>
                  </a:lnTo>
                  <a:lnTo>
                    <a:pt x="960575" y="69726"/>
                  </a:lnTo>
                  <a:lnTo>
                    <a:pt x="1045602" y="44759"/>
                  </a:lnTo>
                  <a:lnTo>
                    <a:pt x="1132041" y="25236"/>
                  </a:lnTo>
                  <a:lnTo>
                    <a:pt x="1219545" y="11235"/>
                  </a:lnTo>
                  <a:lnTo>
                    <a:pt x="1307760" y="2811"/>
                  </a:lnTo>
                  <a:lnTo>
                    <a:pt x="139633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42939" y="1620868"/>
              <a:ext cx="4188998" cy="4188471"/>
            </a:xfrm>
            <a:custGeom>
              <a:avLst/>
              <a:pathLst>
                <a:path w="4188998" h="4188471">
                  <a:moveTo>
                    <a:pt x="2094499" y="0"/>
                  </a:moveTo>
                  <a:lnTo>
                    <a:pt x="2227357" y="4217"/>
                  </a:lnTo>
                  <a:lnTo>
                    <a:pt x="2359680" y="16852"/>
                  </a:lnTo>
                  <a:lnTo>
                    <a:pt x="2490936" y="37855"/>
                  </a:lnTo>
                  <a:lnTo>
                    <a:pt x="2620595" y="67139"/>
                  </a:lnTo>
                  <a:lnTo>
                    <a:pt x="2748135" y="104589"/>
                  </a:lnTo>
                  <a:lnTo>
                    <a:pt x="2873044" y="150052"/>
                  </a:lnTo>
                  <a:lnTo>
                    <a:pt x="2994818" y="203345"/>
                  </a:lnTo>
                  <a:lnTo>
                    <a:pt x="3112966" y="264255"/>
                  </a:lnTo>
                  <a:lnTo>
                    <a:pt x="3227013" y="332536"/>
                  </a:lnTo>
                  <a:lnTo>
                    <a:pt x="3336501" y="407912"/>
                  </a:lnTo>
                  <a:lnTo>
                    <a:pt x="3440987" y="490081"/>
                  </a:lnTo>
                  <a:lnTo>
                    <a:pt x="3540051" y="578711"/>
                  </a:lnTo>
                  <a:lnTo>
                    <a:pt x="3633295" y="673446"/>
                  </a:lnTo>
                  <a:lnTo>
                    <a:pt x="3720342" y="773904"/>
                  </a:lnTo>
                  <a:lnTo>
                    <a:pt x="3800843" y="879681"/>
                  </a:lnTo>
                  <a:lnTo>
                    <a:pt x="3874472" y="990350"/>
                  </a:lnTo>
                  <a:lnTo>
                    <a:pt x="3940935" y="1105467"/>
                  </a:lnTo>
                  <a:lnTo>
                    <a:pt x="3999963" y="1224567"/>
                  </a:lnTo>
                  <a:lnTo>
                    <a:pt x="4051317" y="1347171"/>
                  </a:lnTo>
                  <a:lnTo>
                    <a:pt x="4094793" y="1472785"/>
                  </a:lnTo>
                  <a:lnTo>
                    <a:pt x="4130214" y="1600904"/>
                  </a:lnTo>
                  <a:lnTo>
                    <a:pt x="4157438" y="1731011"/>
                  </a:lnTo>
                  <a:lnTo>
                    <a:pt x="4176355" y="1862583"/>
                  </a:lnTo>
                  <a:lnTo>
                    <a:pt x="4186889" y="1995090"/>
                  </a:lnTo>
                  <a:lnTo>
                    <a:pt x="4188998" y="2127998"/>
                  </a:lnTo>
                  <a:lnTo>
                    <a:pt x="4182674" y="2260773"/>
                  </a:lnTo>
                  <a:lnTo>
                    <a:pt x="4167940" y="2392879"/>
                  </a:lnTo>
                  <a:lnTo>
                    <a:pt x="4144858" y="2523784"/>
                  </a:lnTo>
                  <a:lnTo>
                    <a:pt x="4113520" y="2652962"/>
                  </a:lnTo>
                  <a:lnTo>
                    <a:pt x="4074052" y="2779893"/>
                  </a:lnTo>
                  <a:lnTo>
                    <a:pt x="4026613" y="2904064"/>
                  </a:lnTo>
                  <a:lnTo>
                    <a:pt x="3971394" y="3024977"/>
                  </a:lnTo>
                  <a:lnTo>
                    <a:pt x="3908617" y="3142144"/>
                  </a:lnTo>
                  <a:lnTo>
                    <a:pt x="3838536" y="3255094"/>
                  </a:lnTo>
                  <a:lnTo>
                    <a:pt x="3761432" y="3363372"/>
                  </a:lnTo>
                  <a:lnTo>
                    <a:pt x="3677615" y="3466541"/>
                  </a:lnTo>
                  <a:lnTo>
                    <a:pt x="3587424" y="3564186"/>
                  </a:lnTo>
                  <a:lnTo>
                    <a:pt x="3491222" y="3655915"/>
                  </a:lnTo>
                  <a:lnTo>
                    <a:pt x="3389396" y="3741358"/>
                  </a:lnTo>
                  <a:lnTo>
                    <a:pt x="3282355" y="3820170"/>
                  </a:lnTo>
                  <a:lnTo>
                    <a:pt x="3170531" y="3892035"/>
                  </a:lnTo>
                  <a:lnTo>
                    <a:pt x="3054375" y="3956662"/>
                  </a:lnTo>
                  <a:lnTo>
                    <a:pt x="2934353" y="4013793"/>
                  </a:lnTo>
                  <a:lnTo>
                    <a:pt x="2810950" y="4063196"/>
                  </a:lnTo>
                  <a:lnTo>
                    <a:pt x="2684662" y="4104673"/>
                  </a:lnTo>
                  <a:lnTo>
                    <a:pt x="2555997" y="4138057"/>
                  </a:lnTo>
                  <a:lnTo>
                    <a:pt x="2425474" y="4163213"/>
                  </a:lnTo>
                  <a:lnTo>
                    <a:pt x="2293619" y="4180041"/>
                  </a:lnTo>
                  <a:lnTo>
                    <a:pt x="2160961" y="4188471"/>
                  </a:lnTo>
                  <a:lnTo>
                    <a:pt x="2028036" y="4188471"/>
                  </a:lnTo>
                  <a:lnTo>
                    <a:pt x="1895379" y="4180041"/>
                  </a:lnTo>
                  <a:lnTo>
                    <a:pt x="1763523" y="4163213"/>
                  </a:lnTo>
                  <a:lnTo>
                    <a:pt x="1633001" y="4138057"/>
                  </a:lnTo>
                  <a:lnTo>
                    <a:pt x="1504336" y="4104673"/>
                  </a:lnTo>
                  <a:lnTo>
                    <a:pt x="1378048" y="4063196"/>
                  </a:lnTo>
                  <a:lnTo>
                    <a:pt x="1254644" y="4013793"/>
                  </a:lnTo>
                  <a:lnTo>
                    <a:pt x="1134623" y="3956662"/>
                  </a:lnTo>
                  <a:lnTo>
                    <a:pt x="1018467" y="3892035"/>
                  </a:lnTo>
                  <a:lnTo>
                    <a:pt x="906643" y="3820170"/>
                  </a:lnTo>
                  <a:lnTo>
                    <a:pt x="799602" y="3741358"/>
                  </a:lnTo>
                  <a:lnTo>
                    <a:pt x="697776" y="3655915"/>
                  </a:lnTo>
                  <a:lnTo>
                    <a:pt x="601573" y="3564186"/>
                  </a:lnTo>
                  <a:lnTo>
                    <a:pt x="511383" y="3466541"/>
                  </a:lnTo>
                  <a:lnTo>
                    <a:pt x="427566" y="3363372"/>
                  </a:lnTo>
                  <a:lnTo>
                    <a:pt x="350462" y="3255094"/>
                  </a:lnTo>
                  <a:lnTo>
                    <a:pt x="280381" y="3142144"/>
                  </a:lnTo>
                  <a:lnTo>
                    <a:pt x="217604" y="3024977"/>
                  </a:lnTo>
                  <a:lnTo>
                    <a:pt x="162385" y="2904064"/>
                  </a:lnTo>
                  <a:lnTo>
                    <a:pt x="114946" y="2779893"/>
                  </a:lnTo>
                  <a:lnTo>
                    <a:pt x="75478" y="2652962"/>
                  </a:lnTo>
                  <a:lnTo>
                    <a:pt x="44140" y="2523784"/>
                  </a:lnTo>
                  <a:lnTo>
                    <a:pt x="21057" y="2392879"/>
                  </a:lnTo>
                  <a:lnTo>
                    <a:pt x="6324" y="2260773"/>
                  </a:lnTo>
                  <a:lnTo>
                    <a:pt x="0" y="2127998"/>
                  </a:lnTo>
                  <a:lnTo>
                    <a:pt x="2108" y="1995090"/>
                  </a:lnTo>
                  <a:lnTo>
                    <a:pt x="12643" y="1862583"/>
                  </a:lnTo>
                  <a:lnTo>
                    <a:pt x="31560" y="1731011"/>
                  </a:lnTo>
                  <a:lnTo>
                    <a:pt x="58784" y="1600904"/>
                  </a:lnTo>
                  <a:lnTo>
                    <a:pt x="94205" y="1472785"/>
                  </a:lnTo>
                  <a:lnTo>
                    <a:pt x="137680" y="1347171"/>
                  </a:lnTo>
                  <a:lnTo>
                    <a:pt x="189035" y="1224567"/>
                  </a:lnTo>
                  <a:lnTo>
                    <a:pt x="248063" y="1105467"/>
                  </a:lnTo>
                  <a:lnTo>
                    <a:pt x="314525" y="990350"/>
                  </a:lnTo>
                  <a:lnTo>
                    <a:pt x="388155" y="879681"/>
                  </a:lnTo>
                  <a:lnTo>
                    <a:pt x="468656" y="773904"/>
                  </a:lnTo>
                  <a:lnTo>
                    <a:pt x="555703" y="673446"/>
                  </a:lnTo>
                  <a:lnTo>
                    <a:pt x="648947" y="578711"/>
                  </a:lnTo>
                  <a:lnTo>
                    <a:pt x="748011" y="490081"/>
                  </a:lnTo>
                  <a:lnTo>
                    <a:pt x="852497" y="407912"/>
                  </a:lnTo>
                  <a:lnTo>
                    <a:pt x="961985" y="332536"/>
                  </a:lnTo>
                  <a:lnTo>
                    <a:pt x="1076032" y="264255"/>
                  </a:lnTo>
                  <a:lnTo>
                    <a:pt x="1194180" y="203345"/>
                  </a:lnTo>
                  <a:lnTo>
                    <a:pt x="1315954" y="150052"/>
                  </a:lnTo>
                  <a:lnTo>
                    <a:pt x="1440863" y="104589"/>
                  </a:lnTo>
                  <a:lnTo>
                    <a:pt x="1568403" y="67139"/>
                  </a:lnTo>
                  <a:lnTo>
                    <a:pt x="1698062" y="37855"/>
                  </a:lnTo>
                  <a:lnTo>
                    <a:pt x="1829318" y="16852"/>
                  </a:lnTo>
                  <a:lnTo>
                    <a:pt x="1961641" y="4217"/>
                  </a:lnTo>
                  <a:lnTo>
                    <a:pt x="20944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41244" y="619048"/>
              <a:ext cx="6192387" cy="6191608"/>
            </a:xfrm>
            <a:custGeom>
              <a:avLst/>
              <a:pathLst>
                <a:path w="6192387" h="6191608">
                  <a:moveTo>
                    <a:pt x="3096193" y="0"/>
                  </a:moveTo>
                  <a:lnTo>
                    <a:pt x="3292591" y="6234"/>
                  </a:lnTo>
                  <a:lnTo>
                    <a:pt x="3488197" y="24912"/>
                  </a:lnTo>
                  <a:lnTo>
                    <a:pt x="3682226" y="55959"/>
                  </a:lnTo>
                  <a:lnTo>
                    <a:pt x="3873894" y="99249"/>
                  </a:lnTo>
                  <a:lnTo>
                    <a:pt x="4062431" y="154608"/>
                  </a:lnTo>
                  <a:lnTo>
                    <a:pt x="4247077" y="221814"/>
                  </a:lnTo>
                  <a:lnTo>
                    <a:pt x="4427089" y="300596"/>
                  </a:lnTo>
                  <a:lnTo>
                    <a:pt x="4601742" y="390635"/>
                  </a:lnTo>
                  <a:lnTo>
                    <a:pt x="4770333" y="491571"/>
                  </a:lnTo>
                  <a:lnTo>
                    <a:pt x="4932182" y="602996"/>
                  </a:lnTo>
                  <a:lnTo>
                    <a:pt x="5086639" y="724462"/>
                  </a:lnTo>
                  <a:lnTo>
                    <a:pt x="5233081" y="855480"/>
                  </a:lnTo>
                  <a:lnTo>
                    <a:pt x="5370918" y="995522"/>
                  </a:lnTo>
                  <a:lnTo>
                    <a:pt x="5499596" y="1144024"/>
                  </a:lnTo>
                  <a:lnTo>
                    <a:pt x="5618596" y="1300388"/>
                  </a:lnTo>
                  <a:lnTo>
                    <a:pt x="5727439" y="1463985"/>
                  </a:lnTo>
                  <a:lnTo>
                    <a:pt x="5825687" y="1634156"/>
                  </a:lnTo>
                  <a:lnTo>
                    <a:pt x="5912945" y="1810216"/>
                  </a:lnTo>
                  <a:lnTo>
                    <a:pt x="5988860" y="1991455"/>
                  </a:lnTo>
                  <a:lnTo>
                    <a:pt x="6053128" y="2177144"/>
                  </a:lnTo>
                  <a:lnTo>
                    <a:pt x="6105489" y="2366536"/>
                  </a:lnTo>
                  <a:lnTo>
                    <a:pt x="6145733" y="2558867"/>
                  </a:lnTo>
                  <a:lnTo>
                    <a:pt x="6173697" y="2753363"/>
                  </a:lnTo>
                  <a:lnTo>
                    <a:pt x="6189270" y="2949242"/>
                  </a:lnTo>
                  <a:lnTo>
                    <a:pt x="6192387" y="3145713"/>
                  </a:lnTo>
                  <a:lnTo>
                    <a:pt x="6183038" y="3341987"/>
                  </a:lnTo>
                  <a:lnTo>
                    <a:pt x="6161258" y="3537273"/>
                  </a:lnTo>
                  <a:lnTo>
                    <a:pt x="6127137" y="3730784"/>
                  </a:lnTo>
                  <a:lnTo>
                    <a:pt x="6080811" y="3921742"/>
                  </a:lnTo>
                  <a:lnTo>
                    <a:pt x="6022467" y="4109376"/>
                  </a:lnTo>
                  <a:lnTo>
                    <a:pt x="5952341" y="4292933"/>
                  </a:lnTo>
                  <a:lnTo>
                    <a:pt x="5870713" y="4471673"/>
                  </a:lnTo>
                  <a:lnTo>
                    <a:pt x="5777913" y="4644875"/>
                  </a:lnTo>
                  <a:lnTo>
                    <a:pt x="5674316" y="4811843"/>
                  </a:lnTo>
                  <a:lnTo>
                    <a:pt x="5560336" y="4971904"/>
                  </a:lnTo>
                  <a:lnTo>
                    <a:pt x="5436435" y="5124414"/>
                  </a:lnTo>
                  <a:lnTo>
                    <a:pt x="5303110" y="5268759"/>
                  </a:lnTo>
                  <a:lnTo>
                    <a:pt x="5160899" y="5404357"/>
                  </a:lnTo>
                  <a:lnTo>
                    <a:pt x="5010374" y="5530662"/>
                  </a:lnTo>
                  <a:lnTo>
                    <a:pt x="4852142" y="5647167"/>
                  </a:lnTo>
                  <a:lnTo>
                    <a:pt x="4686838" y="5753401"/>
                  </a:lnTo>
                  <a:lnTo>
                    <a:pt x="4515130" y="5848936"/>
                  </a:lnTo>
                  <a:lnTo>
                    <a:pt x="4337708" y="5933390"/>
                  </a:lnTo>
                  <a:lnTo>
                    <a:pt x="4155287" y="6006420"/>
                  </a:lnTo>
                  <a:lnTo>
                    <a:pt x="3968602" y="6067733"/>
                  </a:lnTo>
                  <a:lnTo>
                    <a:pt x="3778403" y="6117083"/>
                  </a:lnTo>
                  <a:lnTo>
                    <a:pt x="3585458" y="6154270"/>
                  </a:lnTo>
                  <a:lnTo>
                    <a:pt x="3390542" y="6179145"/>
                  </a:lnTo>
                  <a:lnTo>
                    <a:pt x="3194442" y="6191608"/>
                  </a:lnTo>
                  <a:lnTo>
                    <a:pt x="2997945" y="6191608"/>
                  </a:lnTo>
                  <a:lnTo>
                    <a:pt x="2801844" y="6179145"/>
                  </a:lnTo>
                  <a:lnTo>
                    <a:pt x="2606929" y="6154270"/>
                  </a:lnTo>
                  <a:lnTo>
                    <a:pt x="2413983" y="6117083"/>
                  </a:lnTo>
                  <a:lnTo>
                    <a:pt x="2223785" y="6067733"/>
                  </a:lnTo>
                  <a:lnTo>
                    <a:pt x="2037099" y="6006420"/>
                  </a:lnTo>
                  <a:lnTo>
                    <a:pt x="1854678" y="5933390"/>
                  </a:lnTo>
                  <a:lnTo>
                    <a:pt x="1677257" y="5848936"/>
                  </a:lnTo>
                  <a:lnTo>
                    <a:pt x="1505548" y="5753401"/>
                  </a:lnTo>
                  <a:lnTo>
                    <a:pt x="1340245" y="5647167"/>
                  </a:lnTo>
                  <a:lnTo>
                    <a:pt x="1182012" y="5530662"/>
                  </a:lnTo>
                  <a:lnTo>
                    <a:pt x="1031487" y="5404357"/>
                  </a:lnTo>
                  <a:lnTo>
                    <a:pt x="889276" y="5268759"/>
                  </a:lnTo>
                  <a:lnTo>
                    <a:pt x="755952" y="5124414"/>
                  </a:lnTo>
                  <a:lnTo>
                    <a:pt x="632050" y="4971904"/>
                  </a:lnTo>
                  <a:lnTo>
                    <a:pt x="518071" y="4811843"/>
                  </a:lnTo>
                  <a:lnTo>
                    <a:pt x="414473" y="4644875"/>
                  </a:lnTo>
                  <a:lnTo>
                    <a:pt x="321674" y="4471673"/>
                  </a:lnTo>
                  <a:lnTo>
                    <a:pt x="240046" y="4292933"/>
                  </a:lnTo>
                  <a:lnTo>
                    <a:pt x="169919" y="4109376"/>
                  </a:lnTo>
                  <a:lnTo>
                    <a:pt x="111576" y="3921742"/>
                  </a:lnTo>
                  <a:lnTo>
                    <a:pt x="65250" y="3730784"/>
                  </a:lnTo>
                  <a:lnTo>
                    <a:pt x="31128" y="3537273"/>
                  </a:lnTo>
                  <a:lnTo>
                    <a:pt x="9349" y="3341987"/>
                  </a:lnTo>
                  <a:lnTo>
                    <a:pt x="0" y="3145713"/>
                  </a:lnTo>
                  <a:lnTo>
                    <a:pt x="3117" y="2949242"/>
                  </a:lnTo>
                  <a:lnTo>
                    <a:pt x="18689" y="2753363"/>
                  </a:lnTo>
                  <a:lnTo>
                    <a:pt x="46654" y="2558867"/>
                  </a:lnTo>
                  <a:lnTo>
                    <a:pt x="86898" y="2366536"/>
                  </a:lnTo>
                  <a:lnTo>
                    <a:pt x="139259" y="2177144"/>
                  </a:lnTo>
                  <a:lnTo>
                    <a:pt x="203526" y="1991455"/>
                  </a:lnTo>
                  <a:lnTo>
                    <a:pt x="279442" y="1810216"/>
                  </a:lnTo>
                  <a:lnTo>
                    <a:pt x="366699" y="1634156"/>
                  </a:lnTo>
                  <a:lnTo>
                    <a:pt x="464947" y="1463985"/>
                  </a:lnTo>
                  <a:lnTo>
                    <a:pt x="573791" y="1300388"/>
                  </a:lnTo>
                  <a:lnTo>
                    <a:pt x="692791" y="1144024"/>
                  </a:lnTo>
                  <a:lnTo>
                    <a:pt x="821469" y="995522"/>
                  </a:lnTo>
                  <a:lnTo>
                    <a:pt x="959306" y="855480"/>
                  </a:lnTo>
                  <a:lnTo>
                    <a:pt x="1105748" y="724462"/>
                  </a:lnTo>
                  <a:lnTo>
                    <a:pt x="1260204" y="602996"/>
                  </a:lnTo>
                  <a:lnTo>
                    <a:pt x="1422054" y="491571"/>
                  </a:lnTo>
                  <a:lnTo>
                    <a:pt x="1590644" y="390635"/>
                  </a:lnTo>
                  <a:lnTo>
                    <a:pt x="1765297" y="300596"/>
                  </a:lnTo>
                  <a:lnTo>
                    <a:pt x="1945309" y="221814"/>
                  </a:lnTo>
                  <a:lnTo>
                    <a:pt x="2129956" y="154608"/>
                  </a:lnTo>
                  <a:lnTo>
                    <a:pt x="2318493" y="99249"/>
                  </a:lnTo>
                  <a:lnTo>
                    <a:pt x="2510161" y="55959"/>
                  </a:lnTo>
                  <a:lnTo>
                    <a:pt x="2704189" y="24912"/>
                  </a:lnTo>
                  <a:lnTo>
                    <a:pt x="2899796" y="6234"/>
                  </a:lnTo>
                  <a:lnTo>
                    <a:pt x="309619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064346" y="2093442"/>
              <a:ext cx="3521720" cy="2660267"/>
            </a:xfrm>
            <a:custGeom>
              <a:avLst/>
              <a:pathLst>
                <a:path w="3521720" h="2660267">
                  <a:moveTo>
                    <a:pt x="973091" y="470069"/>
                  </a:moveTo>
                  <a:lnTo>
                    <a:pt x="1025927" y="412064"/>
                  </a:lnTo>
                  <a:lnTo>
                    <a:pt x="1083817" y="356588"/>
                  </a:lnTo>
                  <a:lnTo>
                    <a:pt x="1146638" y="303971"/>
                  </a:lnTo>
                  <a:lnTo>
                    <a:pt x="1214245" y="254536"/>
                  </a:lnTo>
                  <a:lnTo>
                    <a:pt x="1286476" y="208602"/>
                  </a:lnTo>
                  <a:lnTo>
                    <a:pt x="1363149" y="166475"/>
                  </a:lnTo>
                  <a:lnTo>
                    <a:pt x="1444064" y="128455"/>
                  </a:lnTo>
                  <a:lnTo>
                    <a:pt x="1529004" y="94830"/>
                  </a:lnTo>
                  <a:lnTo>
                    <a:pt x="1617736" y="65878"/>
                  </a:lnTo>
                  <a:lnTo>
                    <a:pt x="1710009" y="41863"/>
                  </a:lnTo>
                  <a:lnTo>
                    <a:pt x="1805557" y="23037"/>
                  </a:lnTo>
                  <a:lnTo>
                    <a:pt x="1904097" y="9639"/>
                  </a:lnTo>
                  <a:lnTo>
                    <a:pt x="2005335" y="1891"/>
                  </a:lnTo>
                  <a:lnTo>
                    <a:pt x="2108960" y="0"/>
                  </a:lnTo>
                  <a:lnTo>
                    <a:pt x="2214651" y="4156"/>
                  </a:lnTo>
                  <a:lnTo>
                    <a:pt x="2322073" y="14535"/>
                  </a:lnTo>
                  <a:lnTo>
                    <a:pt x="2430880" y="31291"/>
                  </a:lnTo>
                  <a:lnTo>
                    <a:pt x="2540717" y="54563"/>
                  </a:lnTo>
                  <a:lnTo>
                    <a:pt x="2609814" y="103532"/>
                  </a:lnTo>
                  <a:lnTo>
                    <a:pt x="2677425" y="155491"/>
                  </a:lnTo>
                  <a:lnTo>
                    <a:pt x="2743423" y="210396"/>
                  </a:lnTo>
                  <a:lnTo>
                    <a:pt x="2807681" y="268199"/>
                  </a:lnTo>
                  <a:lnTo>
                    <a:pt x="2870075" y="328847"/>
                  </a:lnTo>
                  <a:lnTo>
                    <a:pt x="2930481" y="392279"/>
                  </a:lnTo>
                  <a:lnTo>
                    <a:pt x="2988778" y="458431"/>
                  </a:lnTo>
                  <a:lnTo>
                    <a:pt x="3044847" y="527234"/>
                  </a:lnTo>
                  <a:lnTo>
                    <a:pt x="3098569" y="598612"/>
                  </a:lnTo>
                  <a:lnTo>
                    <a:pt x="3149832" y="672486"/>
                  </a:lnTo>
                  <a:lnTo>
                    <a:pt x="3198522" y="748771"/>
                  </a:lnTo>
                  <a:lnTo>
                    <a:pt x="3244531" y="827377"/>
                  </a:lnTo>
                  <a:lnTo>
                    <a:pt x="3287754" y="908210"/>
                  </a:lnTo>
                  <a:lnTo>
                    <a:pt x="3328088" y="991169"/>
                  </a:lnTo>
                  <a:lnTo>
                    <a:pt x="3365433" y="1076152"/>
                  </a:lnTo>
                  <a:lnTo>
                    <a:pt x="3399696" y="1163050"/>
                  </a:lnTo>
                  <a:lnTo>
                    <a:pt x="3430784" y="1251751"/>
                  </a:lnTo>
                  <a:lnTo>
                    <a:pt x="3458611" y="1342138"/>
                  </a:lnTo>
                  <a:lnTo>
                    <a:pt x="3483094" y="1434090"/>
                  </a:lnTo>
                  <a:lnTo>
                    <a:pt x="3504155" y="1527483"/>
                  </a:lnTo>
                  <a:lnTo>
                    <a:pt x="3521720" y="1622188"/>
                  </a:lnTo>
                  <a:lnTo>
                    <a:pt x="3461321" y="1719951"/>
                  </a:lnTo>
                  <a:lnTo>
                    <a:pt x="3397266" y="1812975"/>
                  </a:lnTo>
                  <a:lnTo>
                    <a:pt x="3329834" y="1901127"/>
                  </a:lnTo>
                  <a:lnTo>
                    <a:pt x="3259307" y="1984289"/>
                  </a:lnTo>
                  <a:lnTo>
                    <a:pt x="3185973" y="2062358"/>
                  </a:lnTo>
                  <a:lnTo>
                    <a:pt x="3110123" y="2135244"/>
                  </a:lnTo>
                  <a:lnTo>
                    <a:pt x="3032050" y="2202875"/>
                  </a:lnTo>
                  <a:lnTo>
                    <a:pt x="2952048" y="2265190"/>
                  </a:lnTo>
                  <a:lnTo>
                    <a:pt x="2870414" y="2322148"/>
                  </a:lnTo>
                  <a:lnTo>
                    <a:pt x="2787443" y="2373718"/>
                  </a:lnTo>
                  <a:lnTo>
                    <a:pt x="2703433" y="2419887"/>
                  </a:lnTo>
                  <a:lnTo>
                    <a:pt x="2618676" y="2460656"/>
                  </a:lnTo>
                  <a:lnTo>
                    <a:pt x="2533467" y="2496041"/>
                  </a:lnTo>
                  <a:lnTo>
                    <a:pt x="2448095" y="2526072"/>
                  </a:lnTo>
                  <a:lnTo>
                    <a:pt x="2362848" y="2550794"/>
                  </a:lnTo>
                  <a:lnTo>
                    <a:pt x="2278010" y="2570267"/>
                  </a:lnTo>
                  <a:lnTo>
                    <a:pt x="2193858" y="2584563"/>
                  </a:lnTo>
                  <a:lnTo>
                    <a:pt x="2110666" y="2593769"/>
                  </a:lnTo>
                  <a:lnTo>
                    <a:pt x="2028703" y="2597986"/>
                  </a:lnTo>
                  <a:lnTo>
                    <a:pt x="1948229" y="2597326"/>
                  </a:lnTo>
                  <a:lnTo>
                    <a:pt x="1852630" y="2625110"/>
                  </a:lnTo>
                  <a:lnTo>
                    <a:pt x="1757700" y="2644711"/>
                  </a:lnTo>
                  <a:lnTo>
                    <a:pt x="1664091" y="2656342"/>
                  </a:lnTo>
                  <a:lnTo>
                    <a:pt x="1572426" y="2660267"/>
                  </a:lnTo>
                  <a:lnTo>
                    <a:pt x="1483304" y="2656798"/>
                  </a:lnTo>
                  <a:lnTo>
                    <a:pt x="1397288" y="2646289"/>
                  </a:lnTo>
                  <a:lnTo>
                    <a:pt x="1314905" y="2629138"/>
                  </a:lnTo>
                  <a:lnTo>
                    <a:pt x="1236644" y="2605779"/>
                  </a:lnTo>
                  <a:lnTo>
                    <a:pt x="1162952" y="2576681"/>
                  </a:lnTo>
                  <a:lnTo>
                    <a:pt x="1094232" y="2542345"/>
                  </a:lnTo>
                  <a:lnTo>
                    <a:pt x="1030842" y="2503299"/>
                  </a:lnTo>
                  <a:lnTo>
                    <a:pt x="973091" y="2460094"/>
                  </a:lnTo>
                  <a:lnTo>
                    <a:pt x="905707" y="2478394"/>
                  </a:lnTo>
                  <a:lnTo>
                    <a:pt x="835460" y="2491157"/>
                  </a:lnTo>
                  <a:lnTo>
                    <a:pt x="762816" y="2498049"/>
                  </a:lnTo>
                  <a:lnTo>
                    <a:pt x="688272" y="2498773"/>
                  </a:lnTo>
                  <a:lnTo>
                    <a:pt x="612357" y="2493077"/>
                  </a:lnTo>
                  <a:lnTo>
                    <a:pt x="535630" y="2480754"/>
                  </a:lnTo>
                  <a:lnTo>
                    <a:pt x="458671" y="2461646"/>
                  </a:lnTo>
                  <a:lnTo>
                    <a:pt x="382081" y="2435644"/>
                  </a:lnTo>
                  <a:lnTo>
                    <a:pt x="306476" y="2402695"/>
                  </a:lnTo>
                  <a:lnTo>
                    <a:pt x="232481" y="2362799"/>
                  </a:lnTo>
                  <a:lnTo>
                    <a:pt x="193912" y="2287670"/>
                  </a:lnTo>
                  <a:lnTo>
                    <a:pt x="162460" y="2211146"/>
                  </a:lnTo>
                  <a:lnTo>
                    <a:pt x="138099" y="2133872"/>
                  </a:lnTo>
                  <a:lnTo>
                    <a:pt x="120747" y="2056480"/>
                  </a:lnTo>
                  <a:lnTo>
                    <a:pt x="110266" y="1979582"/>
                  </a:lnTo>
                  <a:lnTo>
                    <a:pt x="106468" y="1903771"/>
                  </a:lnTo>
                  <a:lnTo>
                    <a:pt x="109113" y="1829611"/>
                  </a:lnTo>
                  <a:lnTo>
                    <a:pt x="117916" y="1757635"/>
                  </a:lnTo>
                  <a:lnTo>
                    <a:pt x="132548" y="1688341"/>
                  </a:lnTo>
                  <a:lnTo>
                    <a:pt x="152643" y="1622188"/>
                  </a:lnTo>
                  <a:lnTo>
                    <a:pt x="142239" y="1549498"/>
                  </a:lnTo>
                  <a:lnTo>
                    <a:pt x="138365" y="1475004"/>
                  </a:lnTo>
                  <a:lnTo>
                    <a:pt x="141255" y="1399299"/>
                  </a:lnTo>
                  <a:lnTo>
                    <a:pt x="151088" y="1323004"/>
                  </a:lnTo>
                  <a:lnTo>
                    <a:pt x="167987" y="1246762"/>
                  </a:lnTo>
                  <a:lnTo>
                    <a:pt x="192013" y="1171232"/>
                  </a:lnTo>
                  <a:lnTo>
                    <a:pt x="223167" y="1097085"/>
                  </a:lnTo>
                  <a:lnTo>
                    <a:pt x="261385" y="1024996"/>
                  </a:lnTo>
                  <a:lnTo>
                    <a:pt x="306542" y="955639"/>
                  </a:lnTo>
                  <a:lnTo>
                    <a:pt x="259226" y="1002476"/>
                  </a:lnTo>
                  <a:lnTo>
                    <a:pt x="215208" y="1052676"/>
                  </a:lnTo>
                  <a:lnTo>
                    <a:pt x="174726" y="1106007"/>
                  </a:lnTo>
                  <a:lnTo>
                    <a:pt x="138003" y="1162218"/>
                  </a:lnTo>
                  <a:lnTo>
                    <a:pt x="105245" y="1221046"/>
                  </a:lnTo>
                  <a:lnTo>
                    <a:pt x="76638" y="1282209"/>
                  </a:lnTo>
                  <a:lnTo>
                    <a:pt x="52349" y="1345413"/>
                  </a:lnTo>
                  <a:lnTo>
                    <a:pt x="32523" y="1410355"/>
                  </a:lnTo>
                  <a:lnTo>
                    <a:pt x="17284" y="1476717"/>
                  </a:lnTo>
                  <a:lnTo>
                    <a:pt x="6736" y="1544176"/>
                  </a:lnTo>
                  <a:lnTo>
                    <a:pt x="956" y="1612399"/>
                  </a:lnTo>
                  <a:lnTo>
                    <a:pt x="0" y="1681050"/>
                  </a:lnTo>
                  <a:lnTo>
                    <a:pt x="3898" y="1749785"/>
                  </a:lnTo>
                  <a:lnTo>
                    <a:pt x="12660" y="1818262"/>
                  </a:lnTo>
                  <a:lnTo>
                    <a:pt x="26266" y="1886136"/>
                  </a:lnTo>
                  <a:lnTo>
                    <a:pt x="44676" y="1953063"/>
                  </a:lnTo>
                  <a:lnTo>
                    <a:pt x="67824" y="2018704"/>
                  </a:lnTo>
                  <a:lnTo>
                    <a:pt x="95619" y="2082722"/>
                  </a:lnTo>
                  <a:lnTo>
                    <a:pt x="127947" y="2144788"/>
                  </a:lnTo>
                  <a:lnTo>
                    <a:pt x="164671" y="2204580"/>
                  </a:lnTo>
                  <a:lnTo>
                    <a:pt x="205631" y="2261787"/>
                  </a:lnTo>
                  <a:lnTo>
                    <a:pt x="250644" y="2316109"/>
                  </a:lnTo>
                  <a:lnTo>
                    <a:pt x="299507" y="2367257"/>
                  </a:lnTo>
                  <a:lnTo>
                    <a:pt x="351995" y="2414959"/>
                  </a:lnTo>
                  <a:lnTo>
                    <a:pt x="407866" y="2458957"/>
                  </a:lnTo>
                  <a:lnTo>
                    <a:pt x="466857" y="2499012"/>
                  </a:lnTo>
                  <a:lnTo>
                    <a:pt x="528690" y="2534902"/>
                  </a:lnTo>
                  <a:lnTo>
                    <a:pt x="593069" y="2566424"/>
                  </a:lnTo>
                  <a:lnTo>
                    <a:pt x="659687" y="2593399"/>
                  </a:lnTo>
                  <a:lnTo>
                    <a:pt x="728221" y="2615667"/>
                  </a:lnTo>
                  <a:lnTo>
                    <a:pt x="798338" y="2633092"/>
                  </a:lnTo>
                  <a:lnTo>
                    <a:pt x="869696" y="2645561"/>
                  </a:lnTo>
                  <a:lnTo>
                    <a:pt x="941944" y="2652986"/>
                  </a:lnTo>
                  <a:lnTo>
                    <a:pt x="1014725" y="2655303"/>
                  </a:lnTo>
                  <a:lnTo>
                    <a:pt x="1087676" y="2652475"/>
                  </a:lnTo>
                  <a:lnTo>
                    <a:pt x="1160435" y="2644489"/>
                  </a:lnTo>
                  <a:lnTo>
                    <a:pt x="1232635" y="2631358"/>
                  </a:lnTo>
                  <a:lnTo>
                    <a:pt x="1303913" y="2613121"/>
                  </a:lnTo>
                  <a:lnTo>
                    <a:pt x="1373907" y="2589843"/>
                  </a:lnTo>
                  <a:lnTo>
                    <a:pt x="1442260" y="2561615"/>
                  </a:lnTo>
                  <a:lnTo>
                    <a:pt x="1508621" y="2528553"/>
                  </a:lnTo>
                  <a:lnTo>
                    <a:pt x="1572649" y="2490797"/>
                  </a:lnTo>
                  <a:lnTo>
                    <a:pt x="1634010" y="2448513"/>
                  </a:lnTo>
                  <a:lnTo>
                    <a:pt x="1692385" y="2401889"/>
                  </a:lnTo>
                  <a:lnTo>
                    <a:pt x="1747466" y="2351137"/>
                  </a:lnTo>
                  <a:lnTo>
                    <a:pt x="1798960" y="2296489"/>
                  </a:lnTo>
                  <a:lnTo>
                    <a:pt x="1846593" y="2238200"/>
                  </a:lnTo>
                  <a:lnTo>
                    <a:pt x="1890106" y="2176543"/>
                  </a:lnTo>
                  <a:lnTo>
                    <a:pt x="1929260" y="2111809"/>
                  </a:lnTo>
                  <a:lnTo>
                    <a:pt x="1963839" y="2044306"/>
                  </a:lnTo>
                  <a:lnTo>
                    <a:pt x="1993645" y="1974360"/>
                  </a:lnTo>
                  <a:lnTo>
                    <a:pt x="2018507" y="1902307"/>
                  </a:lnTo>
                  <a:lnTo>
                    <a:pt x="2038276" y="1828497"/>
                  </a:lnTo>
                  <a:lnTo>
                    <a:pt x="2052827" y="1753292"/>
                  </a:lnTo>
                  <a:lnTo>
                    <a:pt x="2062061" y="1677060"/>
                  </a:lnTo>
                  <a:lnTo>
                    <a:pt x="2065906" y="1600178"/>
                  </a:lnTo>
                  <a:lnTo>
                    <a:pt x="2064317" y="1523027"/>
                  </a:lnTo>
                  <a:lnTo>
                    <a:pt x="2057275" y="1445991"/>
                  </a:lnTo>
                  <a:lnTo>
                    <a:pt x="2044788" y="1369458"/>
                  </a:lnTo>
                  <a:lnTo>
                    <a:pt x="2026892" y="1293811"/>
                  </a:lnTo>
                  <a:lnTo>
                    <a:pt x="2003651" y="1219433"/>
                  </a:lnTo>
                  <a:lnTo>
                    <a:pt x="1975154" y="1146704"/>
                  </a:lnTo>
                  <a:lnTo>
                    <a:pt x="1941518" y="1075994"/>
                  </a:lnTo>
                  <a:lnTo>
                    <a:pt x="1902888" y="1007667"/>
                  </a:lnTo>
                  <a:lnTo>
                    <a:pt x="1859431" y="942076"/>
                  </a:lnTo>
                  <a:lnTo>
                    <a:pt x="1811343" y="879562"/>
                  </a:lnTo>
                  <a:lnTo>
                    <a:pt x="1758841" y="820453"/>
                  </a:lnTo>
                  <a:lnTo>
                    <a:pt x="1702167" y="765061"/>
                  </a:lnTo>
                  <a:lnTo>
                    <a:pt x="1641584" y="713680"/>
                  </a:lnTo>
                  <a:lnTo>
                    <a:pt x="1577377" y="666587"/>
                  </a:lnTo>
                  <a:lnTo>
                    <a:pt x="1509849" y="624037"/>
                  </a:lnTo>
                  <a:lnTo>
                    <a:pt x="1439323" y="586265"/>
                  </a:lnTo>
                  <a:lnTo>
                    <a:pt x="1366136" y="553481"/>
                  </a:lnTo>
                  <a:lnTo>
                    <a:pt x="1290643" y="525875"/>
                  </a:lnTo>
                  <a:lnTo>
                    <a:pt x="1213209" y="503607"/>
                  </a:lnTo>
                  <a:lnTo>
                    <a:pt x="1134212" y="486815"/>
                  </a:lnTo>
                  <a:lnTo>
                    <a:pt x="1054042" y="475608"/>
                  </a:lnTo>
                  <a:close/>
                </a:path>
              </a:pathLst>
            </a:custGeom>
            <a:solidFill>
              <a:srgbClr val="4477AA">
                <a:alpha val="25882"/>
              </a:srgbClr>
            </a:solidFill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70815" y="2093442"/>
              <a:ext cx="3415252" cy="2660267"/>
            </a:xfrm>
            <a:custGeom>
              <a:avLst/>
              <a:pathLst>
                <a:path w="3415252" h="2660267">
                  <a:moveTo>
                    <a:pt x="866623" y="470069"/>
                  </a:moveTo>
                  <a:lnTo>
                    <a:pt x="919458" y="412064"/>
                  </a:lnTo>
                  <a:lnTo>
                    <a:pt x="977349" y="356588"/>
                  </a:lnTo>
                  <a:lnTo>
                    <a:pt x="1040170" y="303971"/>
                  </a:lnTo>
                  <a:lnTo>
                    <a:pt x="1107777" y="254536"/>
                  </a:lnTo>
                  <a:lnTo>
                    <a:pt x="1180008" y="208602"/>
                  </a:lnTo>
                  <a:lnTo>
                    <a:pt x="1256680" y="166475"/>
                  </a:lnTo>
                  <a:lnTo>
                    <a:pt x="1337596" y="128455"/>
                  </a:lnTo>
                  <a:lnTo>
                    <a:pt x="1422536" y="94830"/>
                  </a:lnTo>
                  <a:lnTo>
                    <a:pt x="1511268" y="65878"/>
                  </a:lnTo>
                  <a:lnTo>
                    <a:pt x="1603541" y="41863"/>
                  </a:lnTo>
                  <a:lnTo>
                    <a:pt x="1699088" y="23037"/>
                  </a:lnTo>
                  <a:lnTo>
                    <a:pt x="1797629" y="9639"/>
                  </a:lnTo>
                  <a:lnTo>
                    <a:pt x="1898867" y="1891"/>
                  </a:lnTo>
                  <a:lnTo>
                    <a:pt x="2002492" y="0"/>
                  </a:lnTo>
                  <a:lnTo>
                    <a:pt x="2108183" y="4156"/>
                  </a:lnTo>
                  <a:lnTo>
                    <a:pt x="2215604" y="14535"/>
                  </a:lnTo>
                  <a:lnTo>
                    <a:pt x="2324412" y="31291"/>
                  </a:lnTo>
                  <a:lnTo>
                    <a:pt x="2434249" y="54563"/>
                  </a:lnTo>
                  <a:lnTo>
                    <a:pt x="2503346" y="103532"/>
                  </a:lnTo>
                  <a:lnTo>
                    <a:pt x="2570957" y="155491"/>
                  </a:lnTo>
                  <a:lnTo>
                    <a:pt x="2636955" y="210396"/>
                  </a:lnTo>
                  <a:lnTo>
                    <a:pt x="2701213" y="268199"/>
                  </a:lnTo>
                  <a:lnTo>
                    <a:pt x="2763607" y="328847"/>
                  </a:lnTo>
                  <a:lnTo>
                    <a:pt x="2824013" y="392279"/>
                  </a:lnTo>
                  <a:lnTo>
                    <a:pt x="2882310" y="458431"/>
                  </a:lnTo>
                  <a:lnTo>
                    <a:pt x="2938378" y="527234"/>
                  </a:lnTo>
                  <a:lnTo>
                    <a:pt x="2992101" y="598612"/>
                  </a:lnTo>
                  <a:lnTo>
                    <a:pt x="3043363" y="672486"/>
                  </a:lnTo>
                  <a:lnTo>
                    <a:pt x="3092054" y="748771"/>
                  </a:lnTo>
                  <a:lnTo>
                    <a:pt x="3138063" y="827377"/>
                  </a:lnTo>
                  <a:lnTo>
                    <a:pt x="3181286" y="908210"/>
                  </a:lnTo>
                  <a:lnTo>
                    <a:pt x="3221619" y="991169"/>
                  </a:lnTo>
                  <a:lnTo>
                    <a:pt x="3258965" y="1076152"/>
                  </a:lnTo>
                  <a:lnTo>
                    <a:pt x="3293227" y="1163050"/>
                  </a:lnTo>
                  <a:lnTo>
                    <a:pt x="3324316" y="1251751"/>
                  </a:lnTo>
                  <a:lnTo>
                    <a:pt x="3352143" y="1342138"/>
                  </a:lnTo>
                  <a:lnTo>
                    <a:pt x="3376626" y="1434090"/>
                  </a:lnTo>
                  <a:lnTo>
                    <a:pt x="3397687" y="1527483"/>
                  </a:lnTo>
                  <a:lnTo>
                    <a:pt x="3415252" y="1622188"/>
                  </a:lnTo>
                  <a:lnTo>
                    <a:pt x="3354853" y="1719951"/>
                  </a:lnTo>
                  <a:lnTo>
                    <a:pt x="3290798" y="1812975"/>
                  </a:lnTo>
                  <a:lnTo>
                    <a:pt x="3223365" y="1901127"/>
                  </a:lnTo>
                  <a:lnTo>
                    <a:pt x="3152838" y="1984289"/>
                  </a:lnTo>
                  <a:lnTo>
                    <a:pt x="3079505" y="2062358"/>
                  </a:lnTo>
                  <a:lnTo>
                    <a:pt x="3003655" y="2135244"/>
                  </a:lnTo>
                  <a:lnTo>
                    <a:pt x="2925581" y="2202875"/>
                  </a:lnTo>
                  <a:lnTo>
                    <a:pt x="2845580" y="2265190"/>
                  </a:lnTo>
                  <a:lnTo>
                    <a:pt x="2763945" y="2322148"/>
                  </a:lnTo>
                  <a:lnTo>
                    <a:pt x="2680975" y="2373718"/>
                  </a:lnTo>
                  <a:lnTo>
                    <a:pt x="2596964" y="2419887"/>
                  </a:lnTo>
                  <a:lnTo>
                    <a:pt x="2512208" y="2460656"/>
                  </a:lnTo>
                  <a:lnTo>
                    <a:pt x="2426998" y="2496041"/>
                  </a:lnTo>
                  <a:lnTo>
                    <a:pt x="2341627" y="2526072"/>
                  </a:lnTo>
                  <a:lnTo>
                    <a:pt x="2256380" y="2550794"/>
                  </a:lnTo>
                  <a:lnTo>
                    <a:pt x="2171541" y="2570267"/>
                  </a:lnTo>
                  <a:lnTo>
                    <a:pt x="2087389" y="2584563"/>
                  </a:lnTo>
                  <a:lnTo>
                    <a:pt x="2004198" y="2593769"/>
                  </a:lnTo>
                  <a:lnTo>
                    <a:pt x="1922235" y="2597986"/>
                  </a:lnTo>
                  <a:lnTo>
                    <a:pt x="1841760" y="2597326"/>
                  </a:lnTo>
                  <a:lnTo>
                    <a:pt x="1746162" y="2625110"/>
                  </a:lnTo>
                  <a:lnTo>
                    <a:pt x="1651232" y="2644711"/>
                  </a:lnTo>
                  <a:lnTo>
                    <a:pt x="1557622" y="2656342"/>
                  </a:lnTo>
                  <a:lnTo>
                    <a:pt x="1465958" y="2660267"/>
                  </a:lnTo>
                  <a:lnTo>
                    <a:pt x="1376836" y="2656798"/>
                  </a:lnTo>
                  <a:lnTo>
                    <a:pt x="1290820" y="2646289"/>
                  </a:lnTo>
                  <a:lnTo>
                    <a:pt x="1208436" y="2629138"/>
                  </a:lnTo>
                  <a:lnTo>
                    <a:pt x="1130175" y="2605779"/>
                  </a:lnTo>
                  <a:lnTo>
                    <a:pt x="1056483" y="2576681"/>
                  </a:lnTo>
                  <a:lnTo>
                    <a:pt x="987764" y="2542345"/>
                  </a:lnTo>
                  <a:lnTo>
                    <a:pt x="924374" y="2503299"/>
                  </a:lnTo>
                  <a:lnTo>
                    <a:pt x="866623" y="2460094"/>
                  </a:lnTo>
                  <a:lnTo>
                    <a:pt x="799238" y="2478394"/>
                  </a:lnTo>
                  <a:lnTo>
                    <a:pt x="728992" y="2491157"/>
                  </a:lnTo>
                  <a:lnTo>
                    <a:pt x="656348" y="2498049"/>
                  </a:lnTo>
                  <a:lnTo>
                    <a:pt x="581803" y="2498773"/>
                  </a:lnTo>
                  <a:lnTo>
                    <a:pt x="505889" y="2493077"/>
                  </a:lnTo>
                  <a:lnTo>
                    <a:pt x="429162" y="2480754"/>
                  </a:lnTo>
                  <a:lnTo>
                    <a:pt x="352203" y="2461646"/>
                  </a:lnTo>
                  <a:lnTo>
                    <a:pt x="275613" y="2435644"/>
                  </a:lnTo>
                  <a:lnTo>
                    <a:pt x="200008" y="2402695"/>
                  </a:lnTo>
                  <a:lnTo>
                    <a:pt x="126012" y="2362799"/>
                  </a:lnTo>
                  <a:lnTo>
                    <a:pt x="87444" y="2287670"/>
                  </a:lnTo>
                  <a:lnTo>
                    <a:pt x="55992" y="2211146"/>
                  </a:lnTo>
                  <a:lnTo>
                    <a:pt x="31631" y="2133872"/>
                  </a:lnTo>
                  <a:lnTo>
                    <a:pt x="14279" y="2056480"/>
                  </a:lnTo>
                  <a:lnTo>
                    <a:pt x="3798" y="1979582"/>
                  </a:lnTo>
                  <a:lnTo>
                    <a:pt x="0" y="1903771"/>
                  </a:lnTo>
                  <a:lnTo>
                    <a:pt x="2645" y="1829611"/>
                  </a:lnTo>
                  <a:lnTo>
                    <a:pt x="11448" y="1757635"/>
                  </a:lnTo>
                  <a:lnTo>
                    <a:pt x="26080" y="1688341"/>
                  </a:lnTo>
                  <a:lnTo>
                    <a:pt x="46174" y="1622188"/>
                  </a:lnTo>
                  <a:lnTo>
                    <a:pt x="35771" y="1549498"/>
                  </a:lnTo>
                  <a:lnTo>
                    <a:pt x="31897" y="1475004"/>
                  </a:lnTo>
                  <a:lnTo>
                    <a:pt x="34787" y="1399299"/>
                  </a:lnTo>
                  <a:lnTo>
                    <a:pt x="44620" y="1323004"/>
                  </a:lnTo>
                  <a:lnTo>
                    <a:pt x="61518" y="1246762"/>
                  </a:lnTo>
                  <a:lnTo>
                    <a:pt x="85544" y="1171232"/>
                  </a:lnTo>
                  <a:lnTo>
                    <a:pt x="116698" y="1097085"/>
                  </a:lnTo>
                  <a:lnTo>
                    <a:pt x="154917" y="1024996"/>
                  </a:lnTo>
                  <a:lnTo>
                    <a:pt x="200074" y="955639"/>
                  </a:lnTo>
                </a:path>
              </a:pathLst>
            </a:custGeom>
            <a:ln w="27101" cap="flat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001772" y="252784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9397" y="2112339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550400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976909" y="4655102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001772" y="4517870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261161" y="4420576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181323" y="367996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35222" y="3013415"/>
              <a:ext cx="71332" cy="71332"/>
            </a:xfrm>
            <a:prstGeom prst="ellipse">
              <a:avLst/>
            </a:prstGeom>
            <a:solidFill>
              <a:srgbClr val="4477AA">
                <a:alpha val="100000"/>
              </a:srgbClr>
            </a:solidFill>
            <a:ln w="9000" cap="rnd">
              <a:solidFill>
                <a:srgbClr val="4477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37438" y="963113"/>
              <a:ext cx="0" cy="2752518"/>
            </a:xfrm>
            <a:custGeom>
              <a:avLst/>
              <a:pathLst>
                <a:path w="0" h="2752518">
                  <a:moveTo>
                    <a:pt x="0" y="2752518"/>
                  </a:moveTo>
                  <a:lnTo>
                    <a:pt x="0" y="2657604"/>
                  </a:lnTo>
                  <a:lnTo>
                    <a:pt x="0" y="2562689"/>
                  </a:lnTo>
                  <a:lnTo>
                    <a:pt x="0" y="2467775"/>
                  </a:lnTo>
                  <a:lnTo>
                    <a:pt x="0" y="2372861"/>
                  </a:lnTo>
                  <a:lnTo>
                    <a:pt x="0" y="2277946"/>
                  </a:lnTo>
                  <a:lnTo>
                    <a:pt x="0" y="2183032"/>
                  </a:lnTo>
                  <a:lnTo>
                    <a:pt x="0" y="2088117"/>
                  </a:lnTo>
                  <a:lnTo>
                    <a:pt x="0" y="1993203"/>
                  </a:lnTo>
                  <a:lnTo>
                    <a:pt x="0" y="1898288"/>
                  </a:lnTo>
                  <a:lnTo>
                    <a:pt x="0" y="1803374"/>
                  </a:lnTo>
                  <a:lnTo>
                    <a:pt x="0" y="1708459"/>
                  </a:lnTo>
                  <a:lnTo>
                    <a:pt x="0" y="1613545"/>
                  </a:lnTo>
                  <a:lnTo>
                    <a:pt x="0" y="1518631"/>
                  </a:lnTo>
                  <a:lnTo>
                    <a:pt x="0" y="1423716"/>
                  </a:lnTo>
                  <a:lnTo>
                    <a:pt x="0" y="1328802"/>
                  </a:lnTo>
                  <a:lnTo>
                    <a:pt x="0" y="1233887"/>
                  </a:lnTo>
                  <a:lnTo>
                    <a:pt x="0" y="1138973"/>
                  </a:lnTo>
                  <a:lnTo>
                    <a:pt x="0" y="1044058"/>
                  </a:lnTo>
                  <a:lnTo>
                    <a:pt x="0" y="949144"/>
                  </a:lnTo>
                  <a:lnTo>
                    <a:pt x="0" y="854229"/>
                  </a:lnTo>
                  <a:lnTo>
                    <a:pt x="0" y="759315"/>
                  </a:lnTo>
                  <a:lnTo>
                    <a:pt x="0" y="664401"/>
                  </a:lnTo>
                  <a:lnTo>
                    <a:pt x="0" y="569486"/>
                  </a:lnTo>
                  <a:lnTo>
                    <a:pt x="0" y="474572"/>
                  </a:lnTo>
                  <a:lnTo>
                    <a:pt x="0" y="379657"/>
                  </a:lnTo>
                  <a:lnTo>
                    <a:pt x="0" y="284743"/>
                  </a:lnTo>
                  <a:lnTo>
                    <a:pt x="0" y="189828"/>
                  </a:lnTo>
                  <a:lnTo>
                    <a:pt x="0" y="949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37438" y="1769307"/>
              <a:ext cx="1946324" cy="1946324"/>
            </a:xfrm>
            <a:custGeom>
              <a:avLst/>
              <a:pathLst>
                <a:path w="1946324" h="1946324">
                  <a:moveTo>
                    <a:pt x="0" y="1946324"/>
                  </a:moveTo>
                  <a:lnTo>
                    <a:pt x="67114" y="1879210"/>
                  </a:lnTo>
                  <a:lnTo>
                    <a:pt x="134229" y="1812095"/>
                  </a:lnTo>
                  <a:lnTo>
                    <a:pt x="201343" y="1744980"/>
                  </a:lnTo>
                  <a:lnTo>
                    <a:pt x="268458" y="1677866"/>
                  </a:lnTo>
                  <a:lnTo>
                    <a:pt x="335573" y="1610751"/>
                  </a:lnTo>
                  <a:lnTo>
                    <a:pt x="402687" y="1543636"/>
                  </a:lnTo>
                  <a:lnTo>
                    <a:pt x="469802" y="1476522"/>
                  </a:lnTo>
                  <a:lnTo>
                    <a:pt x="536917" y="1409407"/>
                  </a:lnTo>
                  <a:lnTo>
                    <a:pt x="604031" y="1342292"/>
                  </a:lnTo>
                  <a:lnTo>
                    <a:pt x="671146" y="1275178"/>
                  </a:lnTo>
                  <a:lnTo>
                    <a:pt x="738261" y="1208063"/>
                  </a:lnTo>
                  <a:lnTo>
                    <a:pt x="805375" y="1140948"/>
                  </a:lnTo>
                  <a:lnTo>
                    <a:pt x="872490" y="1073834"/>
                  </a:lnTo>
                  <a:lnTo>
                    <a:pt x="939605" y="1006719"/>
                  </a:lnTo>
                  <a:lnTo>
                    <a:pt x="1006719" y="939605"/>
                  </a:lnTo>
                  <a:lnTo>
                    <a:pt x="1073834" y="872490"/>
                  </a:lnTo>
                  <a:lnTo>
                    <a:pt x="1140948" y="805375"/>
                  </a:lnTo>
                  <a:lnTo>
                    <a:pt x="1208063" y="738261"/>
                  </a:lnTo>
                  <a:lnTo>
                    <a:pt x="1275178" y="671146"/>
                  </a:lnTo>
                  <a:lnTo>
                    <a:pt x="1342292" y="604031"/>
                  </a:lnTo>
                  <a:lnTo>
                    <a:pt x="1409407" y="536917"/>
                  </a:lnTo>
                  <a:lnTo>
                    <a:pt x="1476522" y="469802"/>
                  </a:lnTo>
                  <a:lnTo>
                    <a:pt x="1543636" y="402687"/>
                  </a:lnTo>
                  <a:lnTo>
                    <a:pt x="1610751" y="335573"/>
                  </a:lnTo>
                  <a:lnTo>
                    <a:pt x="1677866" y="268458"/>
                  </a:lnTo>
                  <a:lnTo>
                    <a:pt x="1744980" y="201343"/>
                  </a:lnTo>
                  <a:lnTo>
                    <a:pt x="1812095" y="134229"/>
                  </a:lnTo>
                  <a:lnTo>
                    <a:pt x="1879210" y="67114"/>
                  </a:lnTo>
                  <a:lnTo>
                    <a:pt x="1946324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37438" y="3715631"/>
              <a:ext cx="2752518" cy="0"/>
            </a:xfrm>
            <a:custGeom>
              <a:avLst/>
              <a:pathLst>
                <a:path w="2752518" h="0">
                  <a:moveTo>
                    <a:pt x="0" y="0"/>
                  </a:moveTo>
                  <a:lnTo>
                    <a:pt x="94914" y="0"/>
                  </a:lnTo>
                  <a:lnTo>
                    <a:pt x="189828" y="0"/>
                  </a:lnTo>
                  <a:lnTo>
                    <a:pt x="284743" y="0"/>
                  </a:lnTo>
                  <a:lnTo>
                    <a:pt x="379657" y="0"/>
                  </a:lnTo>
                  <a:lnTo>
                    <a:pt x="474572" y="0"/>
                  </a:lnTo>
                  <a:lnTo>
                    <a:pt x="569486" y="0"/>
                  </a:lnTo>
                  <a:lnTo>
                    <a:pt x="664401" y="0"/>
                  </a:lnTo>
                  <a:lnTo>
                    <a:pt x="759315" y="0"/>
                  </a:lnTo>
                  <a:lnTo>
                    <a:pt x="854229" y="0"/>
                  </a:lnTo>
                  <a:lnTo>
                    <a:pt x="949144" y="0"/>
                  </a:lnTo>
                  <a:lnTo>
                    <a:pt x="1044058" y="0"/>
                  </a:lnTo>
                  <a:lnTo>
                    <a:pt x="1138973" y="0"/>
                  </a:lnTo>
                  <a:lnTo>
                    <a:pt x="1233887" y="0"/>
                  </a:lnTo>
                  <a:lnTo>
                    <a:pt x="1328802" y="0"/>
                  </a:lnTo>
                  <a:lnTo>
                    <a:pt x="1423716" y="0"/>
                  </a:lnTo>
                  <a:lnTo>
                    <a:pt x="1518631" y="0"/>
                  </a:lnTo>
                  <a:lnTo>
                    <a:pt x="1613545" y="0"/>
                  </a:lnTo>
                  <a:lnTo>
                    <a:pt x="1708459" y="0"/>
                  </a:lnTo>
                  <a:lnTo>
                    <a:pt x="1803374" y="0"/>
                  </a:lnTo>
                  <a:lnTo>
                    <a:pt x="1898288" y="0"/>
                  </a:lnTo>
                  <a:lnTo>
                    <a:pt x="1993203" y="0"/>
                  </a:lnTo>
                  <a:lnTo>
                    <a:pt x="2088117" y="0"/>
                  </a:lnTo>
                  <a:lnTo>
                    <a:pt x="2183032" y="0"/>
                  </a:lnTo>
                  <a:lnTo>
                    <a:pt x="2277946" y="0"/>
                  </a:lnTo>
                  <a:lnTo>
                    <a:pt x="2372861" y="0"/>
                  </a:lnTo>
                  <a:lnTo>
                    <a:pt x="2467775" y="0"/>
                  </a:lnTo>
                  <a:lnTo>
                    <a:pt x="2562689" y="0"/>
                  </a:lnTo>
                  <a:lnTo>
                    <a:pt x="2657604" y="0"/>
                  </a:lnTo>
                  <a:lnTo>
                    <a:pt x="2752518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37438" y="3715631"/>
              <a:ext cx="1946324" cy="1946324"/>
            </a:xfrm>
            <a:custGeom>
              <a:avLst/>
              <a:pathLst>
                <a:path w="1946324" h="1946324">
                  <a:moveTo>
                    <a:pt x="0" y="0"/>
                  </a:moveTo>
                  <a:lnTo>
                    <a:pt x="67114" y="67114"/>
                  </a:lnTo>
                  <a:lnTo>
                    <a:pt x="134229" y="134229"/>
                  </a:lnTo>
                  <a:lnTo>
                    <a:pt x="201343" y="201343"/>
                  </a:lnTo>
                  <a:lnTo>
                    <a:pt x="268458" y="268458"/>
                  </a:lnTo>
                  <a:lnTo>
                    <a:pt x="335573" y="335573"/>
                  </a:lnTo>
                  <a:lnTo>
                    <a:pt x="402687" y="402687"/>
                  </a:lnTo>
                  <a:lnTo>
                    <a:pt x="469802" y="469802"/>
                  </a:lnTo>
                  <a:lnTo>
                    <a:pt x="536917" y="536917"/>
                  </a:lnTo>
                  <a:lnTo>
                    <a:pt x="604031" y="604031"/>
                  </a:lnTo>
                  <a:lnTo>
                    <a:pt x="671146" y="671146"/>
                  </a:lnTo>
                  <a:lnTo>
                    <a:pt x="738261" y="738261"/>
                  </a:lnTo>
                  <a:lnTo>
                    <a:pt x="805375" y="805375"/>
                  </a:lnTo>
                  <a:lnTo>
                    <a:pt x="872490" y="872490"/>
                  </a:lnTo>
                  <a:lnTo>
                    <a:pt x="939605" y="939605"/>
                  </a:lnTo>
                  <a:lnTo>
                    <a:pt x="1006719" y="1006719"/>
                  </a:lnTo>
                  <a:lnTo>
                    <a:pt x="1073834" y="1073834"/>
                  </a:lnTo>
                  <a:lnTo>
                    <a:pt x="1140948" y="1140948"/>
                  </a:lnTo>
                  <a:lnTo>
                    <a:pt x="1208063" y="1208063"/>
                  </a:lnTo>
                  <a:lnTo>
                    <a:pt x="1275178" y="1275178"/>
                  </a:lnTo>
                  <a:lnTo>
                    <a:pt x="1342292" y="1342292"/>
                  </a:lnTo>
                  <a:lnTo>
                    <a:pt x="1409407" y="1409407"/>
                  </a:lnTo>
                  <a:lnTo>
                    <a:pt x="1476522" y="1476522"/>
                  </a:lnTo>
                  <a:lnTo>
                    <a:pt x="1543636" y="1543636"/>
                  </a:lnTo>
                  <a:lnTo>
                    <a:pt x="1610751" y="1610751"/>
                  </a:lnTo>
                  <a:lnTo>
                    <a:pt x="1677866" y="1677866"/>
                  </a:lnTo>
                  <a:lnTo>
                    <a:pt x="1744980" y="1744980"/>
                  </a:lnTo>
                  <a:lnTo>
                    <a:pt x="1812095" y="1812095"/>
                  </a:lnTo>
                  <a:lnTo>
                    <a:pt x="1879210" y="1879210"/>
                  </a:lnTo>
                  <a:lnTo>
                    <a:pt x="1946324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37438" y="3715631"/>
              <a:ext cx="0" cy="2752518"/>
            </a:xfrm>
            <a:custGeom>
              <a:avLst/>
              <a:pathLst>
                <a:path w="0" h="2752518">
                  <a:moveTo>
                    <a:pt x="0" y="0"/>
                  </a:moveTo>
                  <a:lnTo>
                    <a:pt x="0" y="94914"/>
                  </a:lnTo>
                  <a:lnTo>
                    <a:pt x="0" y="189828"/>
                  </a:lnTo>
                  <a:lnTo>
                    <a:pt x="0" y="284743"/>
                  </a:lnTo>
                  <a:lnTo>
                    <a:pt x="0" y="379657"/>
                  </a:lnTo>
                  <a:lnTo>
                    <a:pt x="0" y="474572"/>
                  </a:lnTo>
                  <a:lnTo>
                    <a:pt x="0" y="569486"/>
                  </a:lnTo>
                  <a:lnTo>
                    <a:pt x="0" y="664401"/>
                  </a:lnTo>
                  <a:lnTo>
                    <a:pt x="0" y="759315"/>
                  </a:lnTo>
                  <a:lnTo>
                    <a:pt x="0" y="854229"/>
                  </a:lnTo>
                  <a:lnTo>
                    <a:pt x="0" y="949144"/>
                  </a:lnTo>
                  <a:lnTo>
                    <a:pt x="0" y="1044058"/>
                  </a:lnTo>
                  <a:lnTo>
                    <a:pt x="0" y="1138973"/>
                  </a:lnTo>
                  <a:lnTo>
                    <a:pt x="0" y="1233887"/>
                  </a:lnTo>
                  <a:lnTo>
                    <a:pt x="0" y="1328802"/>
                  </a:lnTo>
                  <a:lnTo>
                    <a:pt x="0" y="1423716"/>
                  </a:lnTo>
                  <a:lnTo>
                    <a:pt x="0" y="1518631"/>
                  </a:lnTo>
                  <a:lnTo>
                    <a:pt x="0" y="1613545"/>
                  </a:lnTo>
                  <a:lnTo>
                    <a:pt x="0" y="1708459"/>
                  </a:lnTo>
                  <a:lnTo>
                    <a:pt x="0" y="1803374"/>
                  </a:lnTo>
                  <a:lnTo>
                    <a:pt x="0" y="1898288"/>
                  </a:lnTo>
                  <a:lnTo>
                    <a:pt x="0" y="1993203"/>
                  </a:lnTo>
                  <a:lnTo>
                    <a:pt x="0" y="2088117"/>
                  </a:lnTo>
                  <a:lnTo>
                    <a:pt x="0" y="2183032"/>
                  </a:lnTo>
                  <a:lnTo>
                    <a:pt x="0" y="2277946"/>
                  </a:lnTo>
                  <a:lnTo>
                    <a:pt x="0" y="2372861"/>
                  </a:lnTo>
                  <a:lnTo>
                    <a:pt x="0" y="2467775"/>
                  </a:lnTo>
                  <a:lnTo>
                    <a:pt x="0" y="2562689"/>
                  </a:lnTo>
                  <a:lnTo>
                    <a:pt x="0" y="2657604"/>
                  </a:lnTo>
                  <a:lnTo>
                    <a:pt x="0" y="2752518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091113" y="3715631"/>
              <a:ext cx="1946324" cy="1946324"/>
            </a:xfrm>
            <a:custGeom>
              <a:avLst/>
              <a:pathLst>
                <a:path w="1946324" h="1946324">
                  <a:moveTo>
                    <a:pt x="1946324" y="0"/>
                  </a:moveTo>
                  <a:lnTo>
                    <a:pt x="1879210" y="67114"/>
                  </a:lnTo>
                  <a:lnTo>
                    <a:pt x="1812095" y="134229"/>
                  </a:lnTo>
                  <a:lnTo>
                    <a:pt x="1744980" y="201343"/>
                  </a:lnTo>
                  <a:lnTo>
                    <a:pt x="1677866" y="268458"/>
                  </a:lnTo>
                  <a:lnTo>
                    <a:pt x="1610751" y="335573"/>
                  </a:lnTo>
                  <a:lnTo>
                    <a:pt x="1543636" y="402687"/>
                  </a:lnTo>
                  <a:lnTo>
                    <a:pt x="1476522" y="469802"/>
                  </a:lnTo>
                  <a:lnTo>
                    <a:pt x="1409407" y="536917"/>
                  </a:lnTo>
                  <a:lnTo>
                    <a:pt x="1342292" y="604031"/>
                  </a:lnTo>
                  <a:lnTo>
                    <a:pt x="1275178" y="671146"/>
                  </a:lnTo>
                  <a:lnTo>
                    <a:pt x="1208063" y="738261"/>
                  </a:lnTo>
                  <a:lnTo>
                    <a:pt x="1140948" y="805375"/>
                  </a:lnTo>
                  <a:lnTo>
                    <a:pt x="1073834" y="872490"/>
                  </a:lnTo>
                  <a:lnTo>
                    <a:pt x="1006719" y="939605"/>
                  </a:lnTo>
                  <a:lnTo>
                    <a:pt x="939605" y="1006719"/>
                  </a:lnTo>
                  <a:lnTo>
                    <a:pt x="872490" y="1073834"/>
                  </a:lnTo>
                  <a:lnTo>
                    <a:pt x="805375" y="1140948"/>
                  </a:lnTo>
                  <a:lnTo>
                    <a:pt x="738261" y="1208063"/>
                  </a:lnTo>
                  <a:lnTo>
                    <a:pt x="671146" y="1275178"/>
                  </a:lnTo>
                  <a:lnTo>
                    <a:pt x="604031" y="1342292"/>
                  </a:lnTo>
                  <a:lnTo>
                    <a:pt x="536917" y="1409407"/>
                  </a:lnTo>
                  <a:lnTo>
                    <a:pt x="469802" y="1476522"/>
                  </a:lnTo>
                  <a:lnTo>
                    <a:pt x="402687" y="1543636"/>
                  </a:lnTo>
                  <a:lnTo>
                    <a:pt x="335573" y="1610751"/>
                  </a:lnTo>
                  <a:lnTo>
                    <a:pt x="268458" y="1677866"/>
                  </a:lnTo>
                  <a:lnTo>
                    <a:pt x="201343" y="1744980"/>
                  </a:lnTo>
                  <a:lnTo>
                    <a:pt x="134229" y="1812095"/>
                  </a:lnTo>
                  <a:lnTo>
                    <a:pt x="67114" y="1879210"/>
                  </a:lnTo>
                  <a:lnTo>
                    <a:pt x="0" y="1946324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84919" y="3715631"/>
              <a:ext cx="2752518" cy="0"/>
            </a:xfrm>
            <a:custGeom>
              <a:avLst/>
              <a:pathLst>
                <a:path w="2752518" h="0">
                  <a:moveTo>
                    <a:pt x="2752518" y="0"/>
                  </a:moveTo>
                  <a:lnTo>
                    <a:pt x="2657604" y="0"/>
                  </a:lnTo>
                  <a:lnTo>
                    <a:pt x="2562689" y="0"/>
                  </a:lnTo>
                  <a:lnTo>
                    <a:pt x="2467775" y="0"/>
                  </a:lnTo>
                  <a:lnTo>
                    <a:pt x="2372861" y="0"/>
                  </a:lnTo>
                  <a:lnTo>
                    <a:pt x="2277946" y="0"/>
                  </a:lnTo>
                  <a:lnTo>
                    <a:pt x="2183032" y="0"/>
                  </a:lnTo>
                  <a:lnTo>
                    <a:pt x="2088117" y="0"/>
                  </a:lnTo>
                  <a:lnTo>
                    <a:pt x="1993203" y="0"/>
                  </a:lnTo>
                  <a:lnTo>
                    <a:pt x="1898288" y="0"/>
                  </a:lnTo>
                  <a:lnTo>
                    <a:pt x="1803374" y="0"/>
                  </a:lnTo>
                  <a:lnTo>
                    <a:pt x="1708459" y="0"/>
                  </a:lnTo>
                  <a:lnTo>
                    <a:pt x="1613545" y="0"/>
                  </a:lnTo>
                  <a:lnTo>
                    <a:pt x="1518631" y="0"/>
                  </a:lnTo>
                  <a:lnTo>
                    <a:pt x="1423716" y="0"/>
                  </a:lnTo>
                  <a:lnTo>
                    <a:pt x="1328802" y="0"/>
                  </a:lnTo>
                  <a:lnTo>
                    <a:pt x="1233887" y="0"/>
                  </a:lnTo>
                  <a:lnTo>
                    <a:pt x="1138973" y="0"/>
                  </a:lnTo>
                  <a:lnTo>
                    <a:pt x="1044058" y="0"/>
                  </a:lnTo>
                  <a:lnTo>
                    <a:pt x="949144" y="0"/>
                  </a:lnTo>
                  <a:lnTo>
                    <a:pt x="854229" y="0"/>
                  </a:lnTo>
                  <a:lnTo>
                    <a:pt x="759315" y="0"/>
                  </a:lnTo>
                  <a:lnTo>
                    <a:pt x="664401" y="0"/>
                  </a:lnTo>
                  <a:lnTo>
                    <a:pt x="569486" y="0"/>
                  </a:lnTo>
                  <a:lnTo>
                    <a:pt x="474572" y="0"/>
                  </a:lnTo>
                  <a:lnTo>
                    <a:pt x="379657" y="0"/>
                  </a:lnTo>
                  <a:lnTo>
                    <a:pt x="284743" y="0"/>
                  </a:lnTo>
                  <a:lnTo>
                    <a:pt x="189828" y="0"/>
                  </a:lnTo>
                  <a:lnTo>
                    <a:pt x="94914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91113" y="1769307"/>
              <a:ext cx="1946324" cy="1946324"/>
            </a:xfrm>
            <a:custGeom>
              <a:avLst/>
              <a:pathLst>
                <a:path w="1946324" h="1946324">
                  <a:moveTo>
                    <a:pt x="1946324" y="1946324"/>
                  </a:moveTo>
                  <a:lnTo>
                    <a:pt x="1879210" y="1879210"/>
                  </a:lnTo>
                  <a:lnTo>
                    <a:pt x="1812095" y="1812095"/>
                  </a:lnTo>
                  <a:lnTo>
                    <a:pt x="1744980" y="1744980"/>
                  </a:lnTo>
                  <a:lnTo>
                    <a:pt x="1677866" y="1677866"/>
                  </a:lnTo>
                  <a:lnTo>
                    <a:pt x="1610751" y="1610751"/>
                  </a:lnTo>
                  <a:lnTo>
                    <a:pt x="1543636" y="1543636"/>
                  </a:lnTo>
                  <a:lnTo>
                    <a:pt x="1476522" y="1476522"/>
                  </a:lnTo>
                  <a:lnTo>
                    <a:pt x="1409407" y="1409407"/>
                  </a:lnTo>
                  <a:lnTo>
                    <a:pt x="1342292" y="1342292"/>
                  </a:lnTo>
                  <a:lnTo>
                    <a:pt x="1275178" y="1275178"/>
                  </a:lnTo>
                  <a:lnTo>
                    <a:pt x="1208063" y="1208063"/>
                  </a:lnTo>
                  <a:lnTo>
                    <a:pt x="1140948" y="1140948"/>
                  </a:lnTo>
                  <a:lnTo>
                    <a:pt x="1073834" y="1073834"/>
                  </a:lnTo>
                  <a:lnTo>
                    <a:pt x="1006719" y="1006719"/>
                  </a:lnTo>
                  <a:lnTo>
                    <a:pt x="939605" y="939605"/>
                  </a:lnTo>
                  <a:lnTo>
                    <a:pt x="872490" y="872490"/>
                  </a:lnTo>
                  <a:lnTo>
                    <a:pt x="805375" y="805375"/>
                  </a:lnTo>
                  <a:lnTo>
                    <a:pt x="738261" y="738261"/>
                  </a:lnTo>
                  <a:lnTo>
                    <a:pt x="671146" y="671146"/>
                  </a:lnTo>
                  <a:lnTo>
                    <a:pt x="604031" y="604031"/>
                  </a:lnTo>
                  <a:lnTo>
                    <a:pt x="536917" y="536917"/>
                  </a:lnTo>
                  <a:lnTo>
                    <a:pt x="469802" y="469802"/>
                  </a:lnTo>
                  <a:lnTo>
                    <a:pt x="402687" y="402687"/>
                  </a:lnTo>
                  <a:lnTo>
                    <a:pt x="335573" y="335573"/>
                  </a:lnTo>
                  <a:lnTo>
                    <a:pt x="268458" y="268458"/>
                  </a:lnTo>
                  <a:lnTo>
                    <a:pt x="201343" y="201343"/>
                  </a:lnTo>
                  <a:lnTo>
                    <a:pt x="134229" y="134229"/>
                  </a:lnTo>
                  <a:lnTo>
                    <a:pt x="67114" y="67114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68137" y="573556"/>
              <a:ext cx="3386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930559" y="1480525"/>
              <a:ext cx="5929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99834" y="3670140"/>
              <a:ext cx="26837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920044" y="5859755"/>
              <a:ext cx="614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857621" y="6766724"/>
              <a:ext cx="35963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26777" y="5859755"/>
              <a:ext cx="64209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90207" y="3670140"/>
              <a:ext cx="30129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37293" y="1480525"/>
              <a:ext cx="62106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84690" y="3683810"/>
              <a:ext cx="494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35221" y="2985556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35221" y="2287301"/>
              <a:ext cx="9893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85752" y="1589047"/>
              <a:ext cx="14840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43539" y="69589"/>
              <a:ext cx="478779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2 — BOTW_clean (user-curated 466 spp) · reference = centroid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2026-05-11T20:58:34Z</dcterms:modified>
  <cp:category/>
</cp:coreProperties>
</file>