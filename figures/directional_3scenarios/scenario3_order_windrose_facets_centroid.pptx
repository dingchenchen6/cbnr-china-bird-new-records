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3167360" cy="13533120"/>
            <a:chOff x="0" y="0"/>
            <a:chExt cx="13167360" cy="1353312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316736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3167360" y="0"/>
              <a:ext cx="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1051262" y="224458"/>
              <a:ext cx="1583740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 (n=397)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457405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43132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3132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843132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3132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3132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61261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95978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61261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88911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34690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6135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621217" y="1122392"/>
              <a:ext cx="1156023" cy="1055351"/>
            </a:xfrm>
            <a:custGeom>
              <a:avLst/>
              <a:pathLst>
                <a:path w="1156023" h="1055351">
                  <a:moveTo>
                    <a:pt x="221914" y="424934"/>
                  </a:moveTo>
                  <a:lnTo>
                    <a:pt x="235371" y="392689"/>
                  </a:lnTo>
                  <a:lnTo>
                    <a:pt x="251028" y="360979"/>
                  </a:lnTo>
                  <a:lnTo>
                    <a:pt x="268863" y="329917"/>
                  </a:lnTo>
                  <a:lnTo>
                    <a:pt x="288849" y="299614"/>
                  </a:lnTo>
                  <a:lnTo>
                    <a:pt x="310954" y="270180"/>
                  </a:lnTo>
                  <a:lnTo>
                    <a:pt x="335140" y="241726"/>
                  </a:lnTo>
                  <a:lnTo>
                    <a:pt x="361366" y="214358"/>
                  </a:lnTo>
                  <a:lnTo>
                    <a:pt x="389583" y="188182"/>
                  </a:lnTo>
                  <a:lnTo>
                    <a:pt x="419740" y="163302"/>
                  </a:lnTo>
                  <a:lnTo>
                    <a:pt x="451779" y="139820"/>
                  </a:lnTo>
                  <a:lnTo>
                    <a:pt x="485641" y="117835"/>
                  </a:lnTo>
                  <a:lnTo>
                    <a:pt x="521257" y="97442"/>
                  </a:lnTo>
                  <a:lnTo>
                    <a:pt x="558559" y="78737"/>
                  </a:lnTo>
                  <a:lnTo>
                    <a:pt x="597470" y="61809"/>
                  </a:lnTo>
                  <a:lnTo>
                    <a:pt x="637912" y="46747"/>
                  </a:lnTo>
                  <a:lnTo>
                    <a:pt x="679802" y="33634"/>
                  </a:lnTo>
                  <a:lnTo>
                    <a:pt x="723053" y="22551"/>
                  </a:lnTo>
                  <a:lnTo>
                    <a:pt x="767574" y="13575"/>
                  </a:lnTo>
                  <a:lnTo>
                    <a:pt x="813270" y="6779"/>
                  </a:lnTo>
                  <a:lnTo>
                    <a:pt x="860044" y="2232"/>
                  </a:lnTo>
                  <a:lnTo>
                    <a:pt x="907793" y="0"/>
                  </a:lnTo>
                  <a:lnTo>
                    <a:pt x="956414" y="141"/>
                  </a:lnTo>
                  <a:lnTo>
                    <a:pt x="1005800" y="2713"/>
                  </a:lnTo>
                  <a:lnTo>
                    <a:pt x="1027152" y="39447"/>
                  </a:lnTo>
                  <a:lnTo>
                    <a:pt x="1046864" y="76672"/>
                  </a:lnTo>
                  <a:lnTo>
                    <a:pt x="1064928" y="114317"/>
                  </a:lnTo>
                  <a:lnTo>
                    <a:pt x="1081343" y="152311"/>
                  </a:lnTo>
                  <a:lnTo>
                    <a:pt x="1096107" y="190585"/>
                  </a:lnTo>
                  <a:lnTo>
                    <a:pt x="1109222" y="229067"/>
                  </a:lnTo>
                  <a:lnTo>
                    <a:pt x="1120694" y="267688"/>
                  </a:lnTo>
                  <a:lnTo>
                    <a:pt x="1130531" y="306381"/>
                  </a:lnTo>
                  <a:lnTo>
                    <a:pt x="1138744" y="345077"/>
                  </a:lnTo>
                  <a:lnTo>
                    <a:pt x="1145346" y="383709"/>
                  </a:lnTo>
                  <a:lnTo>
                    <a:pt x="1150355" y="422212"/>
                  </a:lnTo>
                  <a:lnTo>
                    <a:pt x="1153789" y="460521"/>
                  </a:lnTo>
                  <a:lnTo>
                    <a:pt x="1155670" y="498573"/>
                  </a:lnTo>
                  <a:lnTo>
                    <a:pt x="1156023" y="536305"/>
                  </a:lnTo>
                  <a:lnTo>
                    <a:pt x="1154873" y="573657"/>
                  </a:lnTo>
                  <a:lnTo>
                    <a:pt x="1152251" y="610570"/>
                  </a:lnTo>
                  <a:lnTo>
                    <a:pt x="1148186" y="646986"/>
                  </a:lnTo>
                  <a:lnTo>
                    <a:pt x="1142714" y="682849"/>
                  </a:lnTo>
                  <a:lnTo>
                    <a:pt x="1135869" y="718107"/>
                  </a:lnTo>
                  <a:lnTo>
                    <a:pt x="1127689" y="752707"/>
                  </a:lnTo>
                  <a:lnTo>
                    <a:pt x="1118214" y="786599"/>
                  </a:lnTo>
                  <a:lnTo>
                    <a:pt x="1084785" y="817416"/>
                  </a:lnTo>
                  <a:lnTo>
                    <a:pt x="1050341" y="845849"/>
                  </a:lnTo>
                  <a:lnTo>
                    <a:pt x="1015008" y="871865"/>
                  </a:lnTo>
                  <a:lnTo>
                    <a:pt x="978915" y="895439"/>
                  </a:lnTo>
                  <a:lnTo>
                    <a:pt x="942192" y="916551"/>
                  </a:lnTo>
                  <a:lnTo>
                    <a:pt x="904967" y="935188"/>
                  </a:lnTo>
                  <a:lnTo>
                    <a:pt x="867371" y="951342"/>
                  </a:lnTo>
                  <a:lnTo>
                    <a:pt x="829533" y="965012"/>
                  </a:lnTo>
                  <a:lnTo>
                    <a:pt x="791582" y="976202"/>
                  </a:lnTo>
                  <a:lnTo>
                    <a:pt x="753646" y="984924"/>
                  </a:lnTo>
                  <a:lnTo>
                    <a:pt x="715853" y="991195"/>
                  </a:lnTo>
                  <a:lnTo>
                    <a:pt x="678328" y="995036"/>
                  </a:lnTo>
                  <a:lnTo>
                    <a:pt x="641197" y="996476"/>
                  </a:lnTo>
                  <a:lnTo>
                    <a:pt x="604582" y="995551"/>
                  </a:lnTo>
                  <a:lnTo>
                    <a:pt x="568604" y="992299"/>
                  </a:lnTo>
                  <a:lnTo>
                    <a:pt x="533382" y="986766"/>
                  </a:lnTo>
                  <a:lnTo>
                    <a:pt x="499032" y="979005"/>
                  </a:lnTo>
                  <a:lnTo>
                    <a:pt x="465667" y="969069"/>
                  </a:lnTo>
                  <a:lnTo>
                    <a:pt x="433398" y="957023"/>
                  </a:lnTo>
                  <a:lnTo>
                    <a:pt x="402332" y="942932"/>
                  </a:lnTo>
                  <a:lnTo>
                    <a:pt x="372574" y="926868"/>
                  </a:lnTo>
                  <a:lnTo>
                    <a:pt x="344223" y="908907"/>
                  </a:lnTo>
                  <a:lnTo>
                    <a:pt x="315265" y="915085"/>
                  </a:lnTo>
                  <a:lnTo>
                    <a:pt x="287591" y="915497"/>
                  </a:lnTo>
                  <a:lnTo>
                    <a:pt x="262245" y="910725"/>
                  </a:lnTo>
                  <a:lnTo>
                    <a:pt x="240117" y="901528"/>
                  </a:lnTo>
                  <a:lnTo>
                    <a:pt x="221914" y="888808"/>
                  </a:lnTo>
                  <a:lnTo>
                    <a:pt x="203465" y="903081"/>
                  </a:lnTo>
                  <a:lnTo>
                    <a:pt x="180612" y="913716"/>
                  </a:lnTo>
                  <a:lnTo>
                    <a:pt x="154096" y="919700"/>
                  </a:lnTo>
                  <a:lnTo>
                    <a:pt x="124866" y="920174"/>
                  </a:lnTo>
                  <a:lnTo>
                    <a:pt x="94047" y="914466"/>
                  </a:lnTo>
                  <a:lnTo>
                    <a:pt x="88339" y="883647"/>
                  </a:lnTo>
                  <a:lnTo>
                    <a:pt x="88813" y="854417"/>
                  </a:lnTo>
                  <a:lnTo>
                    <a:pt x="94797" y="827901"/>
                  </a:lnTo>
                  <a:lnTo>
                    <a:pt x="105432" y="805048"/>
                  </a:lnTo>
                  <a:lnTo>
                    <a:pt x="119705" y="786599"/>
                  </a:lnTo>
                  <a:lnTo>
                    <a:pt x="104989" y="771205"/>
                  </a:lnTo>
                  <a:lnTo>
                    <a:pt x="92810" y="752005"/>
                  </a:lnTo>
                  <a:lnTo>
                    <a:pt x="83902" y="729432"/>
                  </a:lnTo>
                  <a:lnTo>
                    <a:pt x="78927" y="704045"/>
                  </a:lnTo>
                  <a:lnTo>
                    <a:pt x="78450" y="676515"/>
                  </a:lnTo>
                  <a:lnTo>
                    <a:pt x="82928" y="647612"/>
                  </a:lnTo>
                  <a:lnTo>
                    <a:pt x="67953" y="659801"/>
                  </a:lnTo>
                  <a:lnTo>
                    <a:pt x="54055" y="673600"/>
                  </a:lnTo>
                  <a:lnTo>
                    <a:pt x="41405" y="688912"/>
                  </a:lnTo>
                  <a:lnTo>
                    <a:pt x="30168" y="705623"/>
                  </a:lnTo>
                  <a:lnTo>
                    <a:pt x="20497" y="723600"/>
                  </a:lnTo>
                  <a:lnTo>
                    <a:pt x="12531" y="742696"/>
                  </a:lnTo>
                  <a:lnTo>
                    <a:pt x="6397" y="762745"/>
                  </a:lnTo>
                  <a:lnTo>
                    <a:pt x="2205" y="783571"/>
                  </a:lnTo>
                  <a:lnTo>
                    <a:pt x="48" y="804983"/>
                  </a:lnTo>
                  <a:lnTo>
                    <a:pt x="0" y="826780"/>
                  </a:lnTo>
                  <a:lnTo>
                    <a:pt x="2113" y="848752"/>
                  </a:lnTo>
                  <a:lnTo>
                    <a:pt x="6422" y="870684"/>
                  </a:lnTo>
                  <a:lnTo>
                    <a:pt x="12937" y="892354"/>
                  </a:lnTo>
                  <a:lnTo>
                    <a:pt x="21646" y="913538"/>
                  </a:lnTo>
                  <a:lnTo>
                    <a:pt x="32516" y="934014"/>
                  </a:lnTo>
                  <a:lnTo>
                    <a:pt x="45488" y="953559"/>
                  </a:lnTo>
                  <a:lnTo>
                    <a:pt x="60485" y="971958"/>
                  </a:lnTo>
                  <a:lnTo>
                    <a:pt x="77403" y="989000"/>
                  </a:lnTo>
                  <a:lnTo>
                    <a:pt x="96118" y="1004484"/>
                  </a:lnTo>
                  <a:lnTo>
                    <a:pt x="116486" y="1018223"/>
                  </a:lnTo>
                  <a:lnTo>
                    <a:pt x="138341" y="1030039"/>
                  </a:lnTo>
                  <a:lnTo>
                    <a:pt x="161501" y="1039773"/>
                  </a:lnTo>
                  <a:lnTo>
                    <a:pt x="185766" y="1047284"/>
                  </a:lnTo>
                  <a:lnTo>
                    <a:pt x="210919" y="1052447"/>
                  </a:lnTo>
                  <a:lnTo>
                    <a:pt x="236731" y="1055163"/>
                  </a:lnTo>
                  <a:lnTo>
                    <a:pt x="262963" y="1055351"/>
                  </a:lnTo>
                  <a:lnTo>
                    <a:pt x="289365" y="1052957"/>
                  </a:lnTo>
                  <a:lnTo>
                    <a:pt x="315681" y="1047950"/>
                  </a:lnTo>
                  <a:lnTo>
                    <a:pt x="341650" y="1040324"/>
                  </a:lnTo>
                  <a:lnTo>
                    <a:pt x="367011" y="1030102"/>
                  </a:lnTo>
                  <a:lnTo>
                    <a:pt x="391502" y="1017331"/>
                  </a:lnTo>
                  <a:lnTo>
                    <a:pt x="414867" y="1002085"/>
                  </a:lnTo>
                  <a:lnTo>
                    <a:pt x="436853" y="984464"/>
                  </a:lnTo>
                  <a:lnTo>
                    <a:pt x="457219" y="964592"/>
                  </a:lnTo>
                  <a:lnTo>
                    <a:pt x="475734" y="942621"/>
                  </a:lnTo>
                  <a:lnTo>
                    <a:pt x="492182" y="918725"/>
                  </a:lnTo>
                  <a:lnTo>
                    <a:pt x="506363" y="893099"/>
                  </a:lnTo>
                  <a:lnTo>
                    <a:pt x="518095" y="865960"/>
                  </a:lnTo>
                  <a:lnTo>
                    <a:pt x="527218" y="837545"/>
                  </a:lnTo>
                  <a:lnTo>
                    <a:pt x="533595" y="808106"/>
                  </a:lnTo>
                  <a:lnTo>
                    <a:pt x="537113" y="777910"/>
                  </a:lnTo>
                  <a:lnTo>
                    <a:pt x="537686" y="747238"/>
                  </a:lnTo>
                  <a:lnTo>
                    <a:pt x="535254" y="716377"/>
                  </a:lnTo>
                  <a:lnTo>
                    <a:pt x="529788" y="685626"/>
                  </a:lnTo>
                  <a:lnTo>
                    <a:pt x="521286" y="655282"/>
                  </a:lnTo>
                  <a:lnTo>
                    <a:pt x="509776" y="625649"/>
                  </a:lnTo>
                  <a:lnTo>
                    <a:pt x="495319" y="597024"/>
                  </a:lnTo>
                  <a:lnTo>
                    <a:pt x="478002" y="569704"/>
                  </a:lnTo>
                  <a:lnTo>
                    <a:pt x="457944" y="543974"/>
                  </a:lnTo>
                  <a:lnTo>
                    <a:pt x="435292" y="520110"/>
                  </a:lnTo>
                  <a:lnTo>
                    <a:pt x="410220" y="498375"/>
                  </a:lnTo>
                  <a:lnTo>
                    <a:pt x="382932" y="479014"/>
                  </a:lnTo>
                  <a:lnTo>
                    <a:pt x="353652" y="462253"/>
                  </a:lnTo>
                  <a:lnTo>
                    <a:pt x="322631" y="448298"/>
                  </a:lnTo>
                  <a:lnTo>
                    <a:pt x="290139" y="437328"/>
                  </a:lnTo>
                  <a:lnTo>
                    <a:pt x="256465" y="429498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99668" y="1122392"/>
              <a:ext cx="1077572" cy="996476"/>
            </a:xfrm>
            <a:custGeom>
              <a:avLst/>
              <a:pathLst>
                <a:path w="1077572" h="996476">
                  <a:moveTo>
                    <a:pt x="143464" y="424934"/>
                  </a:moveTo>
                  <a:lnTo>
                    <a:pt x="156920" y="392689"/>
                  </a:lnTo>
                  <a:lnTo>
                    <a:pt x="172577" y="360979"/>
                  </a:lnTo>
                  <a:lnTo>
                    <a:pt x="190412" y="329917"/>
                  </a:lnTo>
                  <a:lnTo>
                    <a:pt x="210398" y="299614"/>
                  </a:lnTo>
                  <a:lnTo>
                    <a:pt x="232503" y="270180"/>
                  </a:lnTo>
                  <a:lnTo>
                    <a:pt x="256689" y="241726"/>
                  </a:lnTo>
                  <a:lnTo>
                    <a:pt x="282915" y="214358"/>
                  </a:lnTo>
                  <a:lnTo>
                    <a:pt x="311132" y="188182"/>
                  </a:lnTo>
                  <a:lnTo>
                    <a:pt x="341289" y="163302"/>
                  </a:lnTo>
                  <a:lnTo>
                    <a:pt x="373329" y="139820"/>
                  </a:lnTo>
                  <a:lnTo>
                    <a:pt x="407190" y="117835"/>
                  </a:lnTo>
                  <a:lnTo>
                    <a:pt x="442806" y="97442"/>
                  </a:lnTo>
                  <a:lnTo>
                    <a:pt x="480108" y="78737"/>
                  </a:lnTo>
                  <a:lnTo>
                    <a:pt x="519019" y="61809"/>
                  </a:lnTo>
                  <a:lnTo>
                    <a:pt x="559461" y="46747"/>
                  </a:lnTo>
                  <a:lnTo>
                    <a:pt x="601352" y="33634"/>
                  </a:lnTo>
                  <a:lnTo>
                    <a:pt x="644602" y="22551"/>
                  </a:lnTo>
                  <a:lnTo>
                    <a:pt x="689123" y="13575"/>
                  </a:lnTo>
                  <a:lnTo>
                    <a:pt x="734819" y="6779"/>
                  </a:lnTo>
                  <a:lnTo>
                    <a:pt x="781593" y="2232"/>
                  </a:lnTo>
                  <a:lnTo>
                    <a:pt x="829342" y="0"/>
                  </a:lnTo>
                  <a:lnTo>
                    <a:pt x="877964" y="141"/>
                  </a:lnTo>
                  <a:lnTo>
                    <a:pt x="927349" y="2713"/>
                  </a:lnTo>
                  <a:lnTo>
                    <a:pt x="948701" y="39447"/>
                  </a:lnTo>
                  <a:lnTo>
                    <a:pt x="968413" y="76672"/>
                  </a:lnTo>
                  <a:lnTo>
                    <a:pt x="986478" y="114317"/>
                  </a:lnTo>
                  <a:lnTo>
                    <a:pt x="1002892" y="152311"/>
                  </a:lnTo>
                  <a:lnTo>
                    <a:pt x="1017656" y="190585"/>
                  </a:lnTo>
                  <a:lnTo>
                    <a:pt x="1030771" y="229067"/>
                  </a:lnTo>
                  <a:lnTo>
                    <a:pt x="1042243" y="267688"/>
                  </a:lnTo>
                  <a:lnTo>
                    <a:pt x="1052080" y="306381"/>
                  </a:lnTo>
                  <a:lnTo>
                    <a:pt x="1060293" y="345077"/>
                  </a:lnTo>
                  <a:lnTo>
                    <a:pt x="1066895" y="383709"/>
                  </a:lnTo>
                  <a:lnTo>
                    <a:pt x="1071904" y="422212"/>
                  </a:lnTo>
                  <a:lnTo>
                    <a:pt x="1075338" y="460521"/>
                  </a:lnTo>
                  <a:lnTo>
                    <a:pt x="1077220" y="498573"/>
                  </a:lnTo>
                  <a:lnTo>
                    <a:pt x="1077572" y="536305"/>
                  </a:lnTo>
                  <a:lnTo>
                    <a:pt x="1076422" y="573657"/>
                  </a:lnTo>
                  <a:lnTo>
                    <a:pt x="1073800" y="610570"/>
                  </a:lnTo>
                  <a:lnTo>
                    <a:pt x="1069735" y="646986"/>
                  </a:lnTo>
                  <a:lnTo>
                    <a:pt x="1064263" y="682849"/>
                  </a:lnTo>
                  <a:lnTo>
                    <a:pt x="1057418" y="718107"/>
                  </a:lnTo>
                  <a:lnTo>
                    <a:pt x="1049238" y="752707"/>
                  </a:lnTo>
                  <a:lnTo>
                    <a:pt x="1039763" y="786599"/>
                  </a:lnTo>
                  <a:lnTo>
                    <a:pt x="1006335" y="817416"/>
                  </a:lnTo>
                  <a:lnTo>
                    <a:pt x="971890" y="845849"/>
                  </a:lnTo>
                  <a:lnTo>
                    <a:pt x="936557" y="871865"/>
                  </a:lnTo>
                  <a:lnTo>
                    <a:pt x="900464" y="895439"/>
                  </a:lnTo>
                  <a:lnTo>
                    <a:pt x="863741" y="916551"/>
                  </a:lnTo>
                  <a:lnTo>
                    <a:pt x="826517" y="935188"/>
                  </a:lnTo>
                  <a:lnTo>
                    <a:pt x="788921" y="951342"/>
                  </a:lnTo>
                  <a:lnTo>
                    <a:pt x="751082" y="965012"/>
                  </a:lnTo>
                  <a:lnTo>
                    <a:pt x="713131" y="976202"/>
                  </a:lnTo>
                  <a:lnTo>
                    <a:pt x="675195" y="984924"/>
                  </a:lnTo>
                  <a:lnTo>
                    <a:pt x="637402" y="991195"/>
                  </a:lnTo>
                  <a:lnTo>
                    <a:pt x="599877" y="995036"/>
                  </a:lnTo>
                  <a:lnTo>
                    <a:pt x="562746" y="996476"/>
                  </a:lnTo>
                  <a:lnTo>
                    <a:pt x="526131" y="995551"/>
                  </a:lnTo>
                  <a:lnTo>
                    <a:pt x="490153" y="992299"/>
                  </a:lnTo>
                  <a:lnTo>
                    <a:pt x="454931" y="986766"/>
                  </a:lnTo>
                  <a:lnTo>
                    <a:pt x="420581" y="979005"/>
                  </a:lnTo>
                  <a:lnTo>
                    <a:pt x="387216" y="969069"/>
                  </a:lnTo>
                  <a:lnTo>
                    <a:pt x="354947" y="957023"/>
                  </a:lnTo>
                  <a:lnTo>
                    <a:pt x="323882" y="942932"/>
                  </a:lnTo>
                  <a:lnTo>
                    <a:pt x="294123" y="926868"/>
                  </a:lnTo>
                  <a:lnTo>
                    <a:pt x="265772" y="908907"/>
                  </a:lnTo>
                  <a:lnTo>
                    <a:pt x="236814" y="915085"/>
                  </a:lnTo>
                  <a:lnTo>
                    <a:pt x="209140" y="915497"/>
                  </a:lnTo>
                  <a:lnTo>
                    <a:pt x="183795" y="910725"/>
                  </a:lnTo>
                  <a:lnTo>
                    <a:pt x="161666" y="901528"/>
                  </a:lnTo>
                  <a:lnTo>
                    <a:pt x="143464" y="888808"/>
                  </a:lnTo>
                  <a:lnTo>
                    <a:pt x="125015" y="903081"/>
                  </a:lnTo>
                  <a:lnTo>
                    <a:pt x="102161" y="913716"/>
                  </a:lnTo>
                  <a:lnTo>
                    <a:pt x="75645" y="919700"/>
                  </a:lnTo>
                  <a:lnTo>
                    <a:pt x="46416" y="920174"/>
                  </a:lnTo>
                  <a:lnTo>
                    <a:pt x="15596" y="914466"/>
                  </a:lnTo>
                  <a:lnTo>
                    <a:pt x="9888" y="883647"/>
                  </a:lnTo>
                  <a:lnTo>
                    <a:pt x="10362" y="854417"/>
                  </a:lnTo>
                  <a:lnTo>
                    <a:pt x="16346" y="827901"/>
                  </a:lnTo>
                  <a:lnTo>
                    <a:pt x="26981" y="805048"/>
                  </a:lnTo>
                  <a:lnTo>
                    <a:pt x="41254" y="786599"/>
                  </a:lnTo>
                  <a:lnTo>
                    <a:pt x="26538" y="771205"/>
                  </a:lnTo>
                  <a:lnTo>
                    <a:pt x="14359" y="752005"/>
                  </a:lnTo>
                  <a:lnTo>
                    <a:pt x="5451" y="729432"/>
                  </a:lnTo>
                  <a:lnTo>
                    <a:pt x="476" y="704045"/>
                  </a:lnTo>
                  <a:lnTo>
                    <a:pt x="0" y="676515"/>
                  </a:lnTo>
                  <a:lnTo>
                    <a:pt x="4477" y="647612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811531" y="1515725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595416" y="109350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07831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933839" y="199969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811531" y="197959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683663" y="200525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709321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672544" y="173840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43132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43132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43132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43132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843132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059247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34551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59247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711093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490871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982204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81773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01994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09069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7390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18168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16833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364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3326634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326634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4633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4287870" y="224458"/>
              <a:ext cx="162461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 (n=81)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3714451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00177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00177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00177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00177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00177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18306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853023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218306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45957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991736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853180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897712" y="1122902"/>
              <a:ext cx="987624" cy="1037961"/>
            </a:xfrm>
            <a:custGeom>
              <a:avLst/>
              <a:pathLst>
                <a:path w="987624" h="1037961">
                  <a:moveTo>
                    <a:pt x="202465" y="436011"/>
                  </a:moveTo>
                  <a:lnTo>
                    <a:pt x="215543" y="403255"/>
                  </a:lnTo>
                  <a:lnTo>
                    <a:pt x="230856" y="371024"/>
                  </a:lnTo>
                  <a:lnTo>
                    <a:pt x="248383" y="339429"/>
                  </a:lnTo>
                  <a:lnTo>
                    <a:pt x="268096" y="308586"/>
                  </a:lnTo>
                  <a:lnTo>
                    <a:pt x="289964" y="278606"/>
                  </a:lnTo>
                  <a:lnTo>
                    <a:pt x="313948" y="249601"/>
                  </a:lnTo>
                  <a:lnTo>
                    <a:pt x="340008" y="221679"/>
                  </a:lnTo>
                  <a:lnTo>
                    <a:pt x="368095" y="194949"/>
                  </a:lnTo>
                  <a:lnTo>
                    <a:pt x="398157" y="169515"/>
                  </a:lnTo>
                  <a:lnTo>
                    <a:pt x="430137" y="145481"/>
                  </a:lnTo>
                  <a:lnTo>
                    <a:pt x="463973" y="122949"/>
                  </a:lnTo>
                  <a:lnTo>
                    <a:pt x="499600" y="102015"/>
                  </a:lnTo>
                  <a:lnTo>
                    <a:pt x="536945" y="82777"/>
                  </a:lnTo>
                  <a:lnTo>
                    <a:pt x="575934" y="65325"/>
                  </a:lnTo>
                  <a:lnTo>
                    <a:pt x="616487" y="49750"/>
                  </a:lnTo>
                  <a:lnTo>
                    <a:pt x="658521" y="36137"/>
                  </a:lnTo>
                  <a:lnTo>
                    <a:pt x="701946" y="24569"/>
                  </a:lnTo>
                  <a:lnTo>
                    <a:pt x="746672" y="15123"/>
                  </a:lnTo>
                  <a:lnTo>
                    <a:pt x="792603" y="7875"/>
                  </a:lnTo>
                  <a:lnTo>
                    <a:pt x="839640" y="2895"/>
                  </a:lnTo>
                  <a:lnTo>
                    <a:pt x="887682" y="249"/>
                  </a:lnTo>
                  <a:lnTo>
                    <a:pt x="936621" y="0"/>
                  </a:lnTo>
                  <a:lnTo>
                    <a:pt x="986350" y="2203"/>
                  </a:lnTo>
                  <a:lnTo>
                    <a:pt x="987624" y="50707"/>
                  </a:lnTo>
                  <a:lnTo>
                    <a:pt x="986590" y="98430"/>
                  </a:lnTo>
                  <a:lnTo>
                    <a:pt x="983300" y="145274"/>
                  </a:lnTo>
                  <a:lnTo>
                    <a:pt x="977811" y="191145"/>
                  </a:lnTo>
                  <a:lnTo>
                    <a:pt x="970184" y="235949"/>
                  </a:lnTo>
                  <a:lnTo>
                    <a:pt x="960484" y="279596"/>
                  </a:lnTo>
                  <a:lnTo>
                    <a:pt x="948780" y="322000"/>
                  </a:lnTo>
                  <a:lnTo>
                    <a:pt x="935142" y="363078"/>
                  </a:lnTo>
                  <a:lnTo>
                    <a:pt x="919646" y="402748"/>
                  </a:lnTo>
                  <a:lnTo>
                    <a:pt x="902369" y="440934"/>
                  </a:lnTo>
                  <a:lnTo>
                    <a:pt x="883393" y="477564"/>
                  </a:lnTo>
                  <a:lnTo>
                    <a:pt x="862801" y="512568"/>
                  </a:lnTo>
                  <a:lnTo>
                    <a:pt x="840681" y="545881"/>
                  </a:lnTo>
                  <a:lnTo>
                    <a:pt x="817121" y="577441"/>
                  </a:lnTo>
                  <a:lnTo>
                    <a:pt x="792212" y="607191"/>
                  </a:lnTo>
                  <a:lnTo>
                    <a:pt x="766048" y="635077"/>
                  </a:lnTo>
                  <a:lnTo>
                    <a:pt x="738724" y="661051"/>
                  </a:lnTo>
                  <a:lnTo>
                    <a:pt x="710339" y="685066"/>
                  </a:lnTo>
                  <a:lnTo>
                    <a:pt x="680991" y="707084"/>
                  </a:lnTo>
                  <a:lnTo>
                    <a:pt x="650781" y="727067"/>
                  </a:lnTo>
                  <a:lnTo>
                    <a:pt x="619810" y="744984"/>
                  </a:lnTo>
                  <a:lnTo>
                    <a:pt x="588182" y="760808"/>
                  </a:lnTo>
                  <a:lnTo>
                    <a:pt x="556000" y="774515"/>
                  </a:lnTo>
                  <a:lnTo>
                    <a:pt x="523370" y="786089"/>
                  </a:lnTo>
                  <a:lnTo>
                    <a:pt x="499545" y="812080"/>
                  </a:lnTo>
                  <a:lnTo>
                    <a:pt x="473804" y="833933"/>
                  </a:lnTo>
                  <a:lnTo>
                    <a:pt x="446684" y="851527"/>
                  </a:lnTo>
                  <a:lnTo>
                    <a:pt x="418729" y="864803"/>
                  </a:lnTo>
                  <a:lnTo>
                    <a:pt x="390482" y="873763"/>
                  </a:lnTo>
                  <a:lnTo>
                    <a:pt x="362475" y="878471"/>
                  </a:lnTo>
                  <a:lnTo>
                    <a:pt x="335227" y="879050"/>
                  </a:lnTo>
                  <a:lnTo>
                    <a:pt x="309238" y="875683"/>
                  </a:lnTo>
                  <a:lnTo>
                    <a:pt x="284979" y="868603"/>
                  </a:lnTo>
                  <a:lnTo>
                    <a:pt x="259192" y="870987"/>
                  </a:lnTo>
                  <a:lnTo>
                    <a:pt x="235957" y="866946"/>
                  </a:lnTo>
                  <a:lnTo>
                    <a:pt x="216693" y="857620"/>
                  </a:lnTo>
                  <a:lnTo>
                    <a:pt x="202465" y="844435"/>
                  </a:lnTo>
                  <a:lnTo>
                    <a:pt x="189686" y="866768"/>
                  </a:lnTo>
                  <a:lnTo>
                    <a:pt x="170011" y="885972"/>
                  </a:lnTo>
                  <a:lnTo>
                    <a:pt x="144190" y="900460"/>
                  </a:lnTo>
                  <a:lnTo>
                    <a:pt x="113297" y="908817"/>
                  </a:lnTo>
                  <a:lnTo>
                    <a:pt x="78693" y="909860"/>
                  </a:lnTo>
                  <a:lnTo>
                    <a:pt x="79736" y="875256"/>
                  </a:lnTo>
                  <a:lnTo>
                    <a:pt x="88093" y="844364"/>
                  </a:lnTo>
                  <a:lnTo>
                    <a:pt x="102582" y="818543"/>
                  </a:lnTo>
                  <a:lnTo>
                    <a:pt x="121786" y="798867"/>
                  </a:lnTo>
                  <a:lnTo>
                    <a:pt x="144118" y="786089"/>
                  </a:lnTo>
                  <a:lnTo>
                    <a:pt x="121786" y="773311"/>
                  </a:lnTo>
                  <a:lnTo>
                    <a:pt x="102582" y="753635"/>
                  </a:lnTo>
                  <a:lnTo>
                    <a:pt x="88093" y="727814"/>
                  </a:lnTo>
                  <a:lnTo>
                    <a:pt x="79736" y="696921"/>
                  </a:lnTo>
                  <a:lnTo>
                    <a:pt x="78693" y="662317"/>
                  </a:lnTo>
                  <a:lnTo>
                    <a:pt x="64242" y="673491"/>
                  </a:lnTo>
                  <a:lnTo>
                    <a:pt x="50805" y="686341"/>
                  </a:lnTo>
                  <a:lnTo>
                    <a:pt x="38578" y="700775"/>
                  </a:lnTo>
                  <a:lnTo>
                    <a:pt x="27743" y="716676"/>
                  </a:lnTo>
                  <a:lnTo>
                    <a:pt x="18474" y="733909"/>
                  </a:lnTo>
                  <a:lnTo>
                    <a:pt x="10932" y="752316"/>
                  </a:lnTo>
                  <a:lnTo>
                    <a:pt x="5258" y="771722"/>
                  </a:lnTo>
                  <a:lnTo>
                    <a:pt x="1579" y="791934"/>
                  </a:lnTo>
                  <a:lnTo>
                    <a:pt x="0" y="812744"/>
                  </a:lnTo>
                  <a:lnTo>
                    <a:pt x="603" y="833931"/>
                  </a:lnTo>
                  <a:lnTo>
                    <a:pt x="3449" y="855264"/>
                  </a:lnTo>
                  <a:lnTo>
                    <a:pt x="8572" y="876502"/>
                  </a:lnTo>
                  <a:lnTo>
                    <a:pt x="15982" y="897402"/>
                  </a:lnTo>
                  <a:lnTo>
                    <a:pt x="25661" y="917714"/>
                  </a:lnTo>
                  <a:lnTo>
                    <a:pt x="37564" y="937192"/>
                  </a:lnTo>
                  <a:lnTo>
                    <a:pt x="51621" y="955591"/>
                  </a:lnTo>
                  <a:lnTo>
                    <a:pt x="67732" y="972672"/>
                  </a:lnTo>
                  <a:lnTo>
                    <a:pt x="85772" y="988207"/>
                  </a:lnTo>
                  <a:lnTo>
                    <a:pt x="105592" y="1001978"/>
                  </a:lnTo>
                  <a:lnTo>
                    <a:pt x="127015" y="1013782"/>
                  </a:lnTo>
                  <a:lnTo>
                    <a:pt x="149846" y="1023436"/>
                  </a:lnTo>
                  <a:lnTo>
                    <a:pt x="173865" y="1030775"/>
                  </a:lnTo>
                  <a:lnTo>
                    <a:pt x="198835" y="1035655"/>
                  </a:lnTo>
                  <a:lnTo>
                    <a:pt x="224501" y="1037961"/>
                  </a:lnTo>
                  <a:lnTo>
                    <a:pt x="250595" y="1037601"/>
                  </a:lnTo>
                  <a:lnTo>
                    <a:pt x="276838" y="1034512"/>
                  </a:lnTo>
                  <a:lnTo>
                    <a:pt x="302942" y="1028661"/>
                  </a:lnTo>
                  <a:lnTo>
                    <a:pt x="328614" y="1020047"/>
                  </a:lnTo>
                  <a:lnTo>
                    <a:pt x="353559" y="1008696"/>
                  </a:lnTo>
                  <a:lnTo>
                    <a:pt x="377485" y="994670"/>
                  </a:lnTo>
                  <a:lnTo>
                    <a:pt x="400103" y="978060"/>
                  </a:lnTo>
                  <a:lnTo>
                    <a:pt x="421133" y="958989"/>
                  </a:lnTo>
                  <a:lnTo>
                    <a:pt x="440308" y="937611"/>
                  </a:lnTo>
                  <a:lnTo>
                    <a:pt x="457373" y="914108"/>
                  </a:lnTo>
                  <a:lnTo>
                    <a:pt x="472093" y="888691"/>
                  </a:lnTo>
                  <a:lnTo>
                    <a:pt x="484256" y="861595"/>
                  </a:lnTo>
                  <a:lnTo>
                    <a:pt x="493671" y="833080"/>
                  </a:lnTo>
                  <a:lnTo>
                    <a:pt x="500175" y="803428"/>
                  </a:lnTo>
                  <a:lnTo>
                    <a:pt x="503634" y="772940"/>
                  </a:lnTo>
                  <a:lnTo>
                    <a:pt x="503945" y="741928"/>
                  </a:lnTo>
                  <a:lnTo>
                    <a:pt x="501039" y="710723"/>
                  </a:lnTo>
                  <a:lnTo>
                    <a:pt x="494879" y="679659"/>
                  </a:lnTo>
                  <a:lnTo>
                    <a:pt x="485465" y="649078"/>
                  </a:lnTo>
                  <a:lnTo>
                    <a:pt x="472834" y="619323"/>
                  </a:lnTo>
                  <a:lnTo>
                    <a:pt x="457056" y="590734"/>
                  </a:lnTo>
                  <a:lnTo>
                    <a:pt x="438240" y="563646"/>
                  </a:lnTo>
                  <a:lnTo>
                    <a:pt x="416531" y="538382"/>
                  </a:lnTo>
                  <a:lnTo>
                    <a:pt x="392106" y="515253"/>
                  </a:lnTo>
                  <a:lnTo>
                    <a:pt x="365177" y="494551"/>
                  </a:lnTo>
                  <a:lnTo>
                    <a:pt x="335988" y="476547"/>
                  </a:lnTo>
                  <a:lnTo>
                    <a:pt x="304811" y="461488"/>
                  </a:lnTo>
                  <a:lnTo>
                    <a:pt x="271946" y="449592"/>
                  </a:lnTo>
                  <a:lnTo>
                    <a:pt x="237716" y="441048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976406" y="1122902"/>
              <a:ext cx="908931" cy="909860"/>
            </a:xfrm>
            <a:custGeom>
              <a:avLst/>
              <a:pathLst>
                <a:path w="908931" h="909860">
                  <a:moveTo>
                    <a:pt x="123771" y="436011"/>
                  </a:moveTo>
                  <a:lnTo>
                    <a:pt x="136849" y="403255"/>
                  </a:lnTo>
                  <a:lnTo>
                    <a:pt x="152162" y="371024"/>
                  </a:lnTo>
                  <a:lnTo>
                    <a:pt x="169689" y="339429"/>
                  </a:lnTo>
                  <a:lnTo>
                    <a:pt x="189402" y="308586"/>
                  </a:lnTo>
                  <a:lnTo>
                    <a:pt x="211270" y="278606"/>
                  </a:lnTo>
                  <a:lnTo>
                    <a:pt x="235254" y="249601"/>
                  </a:lnTo>
                  <a:lnTo>
                    <a:pt x="261314" y="221679"/>
                  </a:lnTo>
                  <a:lnTo>
                    <a:pt x="289401" y="194949"/>
                  </a:lnTo>
                  <a:lnTo>
                    <a:pt x="319463" y="169515"/>
                  </a:lnTo>
                  <a:lnTo>
                    <a:pt x="351443" y="145481"/>
                  </a:lnTo>
                  <a:lnTo>
                    <a:pt x="385279" y="122949"/>
                  </a:lnTo>
                  <a:lnTo>
                    <a:pt x="420906" y="102015"/>
                  </a:lnTo>
                  <a:lnTo>
                    <a:pt x="458251" y="82777"/>
                  </a:lnTo>
                  <a:lnTo>
                    <a:pt x="497241" y="65325"/>
                  </a:lnTo>
                  <a:lnTo>
                    <a:pt x="537794" y="49750"/>
                  </a:lnTo>
                  <a:lnTo>
                    <a:pt x="579827" y="36137"/>
                  </a:lnTo>
                  <a:lnTo>
                    <a:pt x="623252" y="24569"/>
                  </a:lnTo>
                  <a:lnTo>
                    <a:pt x="667978" y="15123"/>
                  </a:lnTo>
                  <a:lnTo>
                    <a:pt x="713909" y="7875"/>
                  </a:lnTo>
                  <a:lnTo>
                    <a:pt x="760946" y="2895"/>
                  </a:lnTo>
                  <a:lnTo>
                    <a:pt x="808988" y="249"/>
                  </a:lnTo>
                  <a:lnTo>
                    <a:pt x="857927" y="0"/>
                  </a:lnTo>
                  <a:lnTo>
                    <a:pt x="907656" y="2203"/>
                  </a:lnTo>
                  <a:lnTo>
                    <a:pt x="908931" y="50707"/>
                  </a:lnTo>
                  <a:lnTo>
                    <a:pt x="907896" y="98430"/>
                  </a:lnTo>
                  <a:lnTo>
                    <a:pt x="904606" y="145274"/>
                  </a:lnTo>
                  <a:lnTo>
                    <a:pt x="899117" y="191145"/>
                  </a:lnTo>
                  <a:lnTo>
                    <a:pt x="891490" y="235949"/>
                  </a:lnTo>
                  <a:lnTo>
                    <a:pt x="881790" y="279596"/>
                  </a:lnTo>
                  <a:lnTo>
                    <a:pt x="870086" y="322000"/>
                  </a:lnTo>
                  <a:lnTo>
                    <a:pt x="856448" y="363078"/>
                  </a:lnTo>
                  <a:lnTo>
                    <a:pt x="840952" y="402748"/>
                  </a:lnTo>
                  <a:lnTo>
                    <a:pt x="823675" y="440934"/>
                  </a:lnTo>
                  <a:lnTo>
                    <a:pt x="804699" y="477564"/>
                  </a:lnTo>
                  <a:lnTo>
                    <a:pt x="784108" y="512568"/>
                  </a:lnTo>
                  <a:lnTo>
                    <a:pt x="761987" y="545881"/>
                  </a:lnTo>
                  <a:lnTo>
                    <a:pt x="738427" y="577441"/>
                  </a:lnTo>
                  <a:lnTo>
                    <a:pt x="713518" y="607191"/>
                  </a:lnTo>
                  <a:lnTo>
                    <a:pt x="687354" y="635077"/>
                  </a:lnTo>
                  <a:lnTo>
                    <a:pt x="660030" y="661051"/>
                  </a:lnTo>
                  <a:lnTo>
                    <a:pt x="631645" y="685066"/>
                  </a:lnTo>
                  <a:lnTo>
                    <a:pt x="602297" y="707084"/>
                  </a:lnTo>
                  <a:lnTo>
                    <a:pt x="572087" y="727067"/>
                  </a:lnTo>
                  <a:lnTo>
                    <a:pt x="541116" y="744984"/>
                  </a:lnTo>
                  <a:lnTo>
                    <a:pt x="509488" y="760808"/>
                  </a:lnTo>
                  <a:lnTo>
                    <a:pt x="477306" y="774515"/>
                  </a:lnTo>
                  <a:lnTo>
                    <a:pt x="444676" y="786089"/>
                  </a:lnTo>
                  <a:lnTo>
                    <a:pt x="420851" y="812080"/>
                  </a:lnTo>
                  <a:lnTo>
                    <a:pt x="395110" y="833933"/>
                  </a:lnTo>
                  <a:lnTo>
                    <a:pt x="367990" y="851527"/>
                  </a:lnTo>
                  <a:lnTo>
                    <a:pt x="340036" y="864803"/>
                  </a:lnTo>
                  <a:lnTo>
                    <a:pt x="311788" y="873763"/>
                  </a:lnTo>
                  <a:lnTo>
                    <a:pt x="283781" y="878471"/>
                  </a:lnTo>
                  <a:lnTo>
                    <a:pt x="256534" y="879050"/>
                  </a:lnTo>
                  <a:lnTo>
                    <a:pt x="230544" y="875683"/>
                  </a:lnTo>
                  <a:lnTo>
                    <a:pt x="206285" y="868603"/>
                  </a:lnTo>
                  <a:lnTo>
                    <a:pt x="180498" y="870987"/>
                  </a:lnTo>
                  <a:lnTo>
                    <a:pt x="157263" y="866946"/>
                  </a:lnTo>
                  <a:lnTo>
                    <a:pt x="137999" y="857620"/>
                  </a:lnTo>
                  <a:lnTo>
                    <a:pt x="123771" y="844435"/>
                  </a:lnTo>
                  <a:lnTo>
                    <a:pt x="110993" y="866768"/>
                  </a:lnTo>
                  <a:lnTo>
                    <a:pt x="91317" y="885972"/>
                  </a:lnTo>
                  <a:lnTo>
                    <a:pt x="65496" y="900460"/>
                  </a:lnTo>
                  <a:lnTo>
                    <a:pt x="34603" y="908817"/>
                  </a:lnTo>
                  <a:lnTo>
                    <a:pt x="0" y="909860"/>
                  </a:lnTo>
                  <a:lnTo>
                    <a:pt x="1043" y="875256"/>
                  </a:lnTo>
                  <a:lnTo>
                    <a:pt x="9399" y="844364"/>
                  </a:lnTo>
                  <a:lnTo>
                    <a:pt x="23888" y="818543"/>
                  </a:lnTo>
                  <a:lnTo>
                    <a:pt x="43092" y="798867"/>
                  </a:lnTo>
                  <a:lnTo>
                    <a:pt x="65424" y="786089"/>
                  </a:lnTo>
                  <a:lnTo>
                    <a:pt x="43092" y="773311"/>
                  </a:lnTo>
                  <a:lnTo>
                    <a:pt x="23888" y="753635"/>
                  </a:lnTo>
                  <a:lnTo>
                    <a:pt x="9399" y="727814"/>
                  </a:lnTo>
                  <a:lnTo>
                    <a:pt x="1043" y="696921"/>
                  </a:lnTo>
                  <a:lnTo>
                    <a:pt x="0" y="662317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068576" y="152731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852462" y="1093504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389481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151090" y="1959904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068576" y="193573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944805" y="200116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010230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944805" y="1753618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100177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100177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100177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100177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100177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316292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991596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316292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4968138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747916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239249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738818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959040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966115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730951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975213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473878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424409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6583680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583680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911679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7573719" y="224458"/>
              <a:ext cx="156700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 (n=43)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6971496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357223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357223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357223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357223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357223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475352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110069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475352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803002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248781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110226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7976437" y="1021187"/>
              <a:ext cx="1236898" cy="1413387"/>
            </a:xfrm>
            <a:custGeom>
              <a:avLst/>
              <a:pathLst>
                <a:path w="1236898" h="1413387">
                  <a:moveTo>
                    <a:pt x="380786" y="74844"/>
                  </a:moveTo>
                  <a:lnTo>
                    <a:pt x="411710" y="61345"/>
                  </a:lnTo>
                  <a:lnTo>
                    <a:pt x="443642" y="49041"/>
                  </a:lnTo>
                  <a:lnTo>
                    <a:pt x="476537" y="37989"/>
                  </a:lnTo>
                  <a:lnTo>
                    <a:pt x="510344" y="28244"/>
                  </a:lnTo>
                  <a:lnTo>
                    <a:pt x="545010" y="19858"/>
                  </a:lnTo>
                  <a:lnTo>
                    <a:pt x="580481" y="12881"/>
                  </a:lnTo>
                  <a:lnTo>
                    <a:pt x="616699" y="7362"/>
                  </a:lnTo>
                  <a:lnTo>
                    <a:pt x="653605" y="3347"/>
                  </a:lnTo>
                  <a:lnTo>
                    <a:pt x="691134" y="879"/>
                  </a:lnTo>
                  <a:lnTo>
                    <a:pt x="729223" y="0"/>
                  </a:lnTo>
                  <a:lnTo>
                    <a:pt x="767805" y="746"/>
                  </a:lnTo>
                  <a:lnTo>
                    <a:pt x="806810" y="3154"/>
                  </a:lnTo>
                  <a:lnTo>
                    <a:pt x="846168" y="7257"/>
                  </a:lnTo>
                  <a:lnTo>
                    <a:pt x="885806" y="13083"/>
                  </a:lnTo>
                  <a:lnTo>
                    <a:pt x="925649" y="20658"/>
                  </a:lnTo>
                  <a:lnTo>
                    <a:pt x="965622" y="30006"/>
                  </a:lnTo>
                  <a:lnTo>
                    <a:pt x="1005646" y="41147"/>
                  </a:lnTo>
                  <a:lnTo>
                    <a:pt x="1045644" y="54098"/>
                  </a:lnTo>
                  <a:lnTo>
                    <a:pt x="1085535" y="68870"/>
                  </a:lnTo>
                  <a:lnTo>
                    <a:pt x="1125238" y="85475"/>
                  </a:lnTo>
                  <a:lnTo>
                    <a:pt x="1164671" y="103918"/>
                  </a:lnTo>
                  <a:lnTo>
                    <a:pt x="1180534" y="145745"/>
                  </a:lnTo>
                  <a:lnTo>
                    <a:pt x="1194384" y="187646"/>
                  </a:lnTo>
                  <a:lnTo>
                    <a:pt x="1206237" y="229528"/>
                  </a:lnTo>
                  <a:lnTo>
                    <a:pt x="1216115" y="271302"/>
                  </a:lnTo>
                  <a:lnTo>
                    <a:pt x="1224044" y="312880"/>
                  </a:lnTo>
                  <a:lnTo>
                    <a:pt x="1230052" y="354174"/>
                  </a:lnTo>
                  <a:lnTo>
                    <a:pt x="1234172" y="395101"/>
                  </a:lnTo>
                  <a:lnTo>
                    <a:pt x="1236441" y="435577"/>
                  </a:lnTo>
                  <a:lnTo>
                    <a:pt x="1236898" y="475522"/>
                  </a:lnTo>
                  <a:lnTo>
                    <a:pt x="1235587" y="514858"/>
                  </a:lnTo>
                  <a:lnTo>
                    <a:pt x="1232553" y="553509"/>
                  </a:lnTo>
                  <a:lnTo>
                    <a:pt x="1227848" y="591403"/>
                  </a:lnTo>
                  <a:lnTo>
                    <a:pt x="1221524" y="628470"/>
                  </a:lnTo>
                  <a:lnTo>
                    <a:pt x="1213636" y="664642"/>
                  </a:lnTo>
                  <a:lnTo>
                    <a:pt x="1204243" y="699855"/>
                  </a:lnTo>
                  <a:lnTo>
                    <a:pt x="1193405" y="734048"/>
                  </a:lnTo>
                  <a:lnTo>
                    <a:pt x="1181185" y="767163"/>
                  </a:lnTo>
                  <a:lnTo>
                    <a:pt x="1167651" y="799145"/>
                  </a:lnTo>
                  <a:lnTo>
                    <a:pt x="1152868" y="829944"/>
                  </a:lnTo>
                  <a:lnTo>
                    <a:pt x="1136907" y="859511"/>
                  </a:lnTo>
                  <a:lnTo>
                    <a:pt x="1119840" y="887804"/>
                  </a:lnTo>
                  <a:lnTo>
                    <a:pt x="1088117" y="917059"/>
                  </a:lnTo>
                  <a:lnTo>
                    <a:pt x="1055292" y="943695"/>
                  </a:lnTo>
                  <a:lnTo>
                    <a:pt x="1021527" y="967672"/>
                  </a:lnTo>
                  <a:lnTo>
                    <a:pt x="986986" y="988960"/>
                  </a:lnTo>
                  <a:lnTo>
                    <a:pt x="951832" y="1007539"/>
                  </a:lnTo>
                  <a:lnTo>
                    <a:pt x="916230" y="1023396"/>
                  </a:lnTo>
                  <a:lnTo>
                    <a:pt x="880345" y="1036529"/>
                  </a:lnTo>
                  <a:lnTo>
                    <a:pt x="844340" y="1046942"/>
                  </a:lnTo>
                  <a:lnTo>
                    <a:pt x="808378" y="1054651"/>
                  </a:lnTo>
                  <a:lnTo>
                    <a:pt x="772621" y="1059678"/>
                  </a:lnTo>
                  <a:lnTo>
                    <a:pt x="737227" y="1062057"/>
                  </a:lnTo>
                  <a:lnTo>
                    <a:pt x="702354" y="1061828"/>
                  </a:lnTo>
                  <a:lnTo>
                    <a:pt x="668156" y="1059039"/>
                  </a:lnTo>
                  <a:lnTo>
                    <a:pt x="634783" y="1053748"/>
                  </a:lnTo>
                  <a:lnTo>
                    <a:pt x="602383" y="1046021"/>
                  </a:lnTo>
                  <a:lnTo>
                    <a:pt x="571099" y="1035930"/>
                  </a:lnTo>
                  <a:lnTo>
                    <a:pt x="541069" y="1023557"/>
                  </a:lnTo>
                  <a:lnTo>
                    <a:pt x="512428" y="1008989"/>
                  </a:lnTo>
                  <a:lnTo>
                    <a:pt x="485304" y="992322"/>
                  </a:lnTo>
                  <a:lnTo>
                    <a:pt x="459779" y="986858"/>
                  </a:lnTo>
                  <a:lnTo>
                    <a:pt x="436957" y="977200"/>
                  </a:lnTo>
                  <a:lnTo>
                    <a:pt x="417433" y="963902"/>
                  </a:lnTo>
                  <a:lnTo>
                    <a:pt x="401708" y="947596"/>
                  </a:lnTo>
                  <a:lnTo>
                    <a:pt x="390183" y="928976"/>
                  </a:lnTo>
                  <a:lnTo>
                    <a:pt x="383150" y="908787"/>
                  </a:lnTo>
                  <a:lnTo>
                    <a:pt x="380786" y="887804"/>
                  </a:lnTo>
                  <a:lnTo>
                    <a:pt x="377181" y="905925"/>
                  </a:lnTo>
                  <a:lnTo>
                    <a:pt x="366645" y="921943"/>
                  </a:lnTo>
                  <a:lnTo>
                    <a:pt x="349991" y="933891"/>
                  </a:lnTo>
                  <a:lnTo>
                    <a:pt x="328527" y="940063"/>
                  </a:lnTo>
                  <a:lnTo>
                    <a:pt x="334698" y="918598"/>
                  </a:lnTo>
                  <a:lnTo>
                    <a:pt x="346646" y="901945"/>
                  </a:lnTo>
                  <a:lnTo>
                    <a:pt x="362664" y="891408"/>
                  </a:lnTo>
                  <a:lnTo>
                    <a:pt x="380786" y="887804"/>
                  </a:lnTo>
                  <a:lnTo>
                    <a:pt x="356203" y="886192"/>
                  </a:lnTo>
                  <a:lnTo>
                    <a:pt x="331937" y="881372"/>
                  </a:lnTo>
                  <a:lnTo>
                    <a:pt x="308300" y="873385"/>
                  </a:lnTo>
                  <a:lnTo>
                    <a:pt x="285603" y="862299"/>
                  </a:lnTo>
                  <a:lnTo>
                    <a:pt x="264147" y="848210"/>
                  </a:lnTo>
                  <a:lnTo>
                    <a:pt x="244226" y="831239"/>
                  </a:lnTo>
                  <a:lnTo>
                    <a:pt x="226124" y="811533"/>
                  </a:lnTo>
                  <a:lnTo>
                    <a:pt x="210109" y="789263"/>
                  </a:lnTo>
                  <a:lnTo>
                    <a:pt x="196435" y="764625"/>
                  </a:lnTo>
                  <a:lnTo>
                    <a:pt x="185342" y="737834"/>
                  </a:lnTo>
                  <a:lnTo>
                    <a:pt x="177047" y="709130"/>
                  </a:lnTo>
                  <a:lnTo>
                    <a:pt x="171750" y="678767"/>
                  </a:lnTo>
                  <a:lnTo>
                    <a:pt x="155942" y="687586"/>
                  </a:lnTo>
                  <a:lnTo>
                    <a:pt x="140469" y="697546"/>
                  </a:lnTo>
                  <a:lnTo>
                    <a:pt x="125409" y="708637"/>
                  </a:lnTo>
                  <a:lnTo>
                    <a:pt x="110842" y="720843"/>
                  </a:lnTo>
                  <a:lnTo>
                    <a:pt x="96848" y="734144"/>
                  </a:lnTo>
                  <a:lnTo>
                    <a:pt x="83504" y="748513"/>
                  </a:lnTo>
                  <a:lnTo>
                    <a:pt x="70889" y="763920"/>
                  </a:lnTo>
                  <a:lnTo>
                    <a:pt x="59077" y="780326"/>
                  </a:lnTo>
                  <a:lnTo>
                    <a:pt x="48143" y="797689"/>
                  </a:lnTo>
                  <a:lnTo>
                    <a:pt x="38158" y="815962"/>
                  </a:lnTo>
                  <a:lnTo>
                    <a:pt x="29191" y="835092"/>
                  </a:lnTo>
                  <a:lnTo>
                    <a:pt x="21308" y="855022"/>
                  </a:lnTo>
                  <a:lnTo>
                    <a:pt x="14571" y="875689"/>
                  </a:lnTo>
                  <a:lnTo>
                    <a:pt x="9039" y="897025"/>
                  </a:lnTo>
                  <a:lnTo>
                    <a:pt x="4768" y="918961"/>
                  </a:lnTo>
                  <a:lnTo>
                    <a:pt x="1808" y="941420"/>
                  </a:lnTo>
                  <a:lnTo>
                    <a:pt x="204" y="964324"/>
                  </a:lnTo>
                  <a:lnTo>
                    <a:pt x="0" y="987589"/>
                  </a:lnTo>
                  <a:lnTo>
                    <a:pt x="1229" y="1011129"/>
                  </a:lnTo>
                  <a:lnTo>
                    <a:pt x="3925" y="1034855"/>
                  </a:lnTo>
                  <a:lnTo>
                    <a:pt x="8111" y="1058676"/>
                  </a:lnTo>
                  <a:lnTo>
                    <a:pt x="13807" y="1082497"/>
                  </a:lnTo>
                  <a:lnTo>
                    <a:pt x="21028" y="1106223"/>
                  </a:lnTo>
                  <a:lnTo>
                    <a:pt x="29779" y="1129756"/>
                  </a:lnTo>
                  <a:lnTo>
                    <a:pt x="40064" y="1152998"/>
                  </a:lnTo>
                  <a:lnTo>
                    <a:pt x="51876" y="1175849"/>
                  </a:lnTo>
                  <a:lnTo>
                    <a:pt x="65205" y="1198209"/>
                  </a:lnTo>
                  <a:lnTo>
                    <a:pt x="80032" y="1219979"/>
                  </a:lnTo>
                  <a:lnTo>
                    <a:pt x="96333" y="1241060"/>
                  </a:lnTo>
                  <a:lnTo>
                    <a:pt x="114076" y="1261353"/>
                  </a:lnTo>
                  <a:lnTo>
                    <a:pt x="133226" y="1280762"/>
                  </a:lnTo>
                  <a:lnTo>
                    <a:pt x="153737" y="1299190"/>
                  </a:lnTo>
                  <a:lnTo>
                    <a:pt x="175561" y="1316546"/>
                  </a:lnTo>
                  <a:lnTo>
                    <a:pt x="198639" y="1332738"/>
                  </a:lnTo>
                  <a:lnTo>
                    <a:pt x="222910" y="1347679"/>
                  </a:lnTo>
                  <a:lnTo>
                    <a:pt x="248306" y="1361284"/>
                  </a:lnTo>
                  <a:lnTo>
                    <a:pt x="274752" y="1373475"/>
                  </a:lnTo>
                  <a:lnTo>
                    <a:pt x="302169" y="1384173"/>
                  </a:lnTo>
                  <a:lnTo>
                    <a:pt x="330470" y="1393308"/>
                  </a:lnTo>
                  <a:lnTo>
                    <a:pt x="359568" y="1400813"/>
                  </a:lnTo>
                  <a:lnTo>
                    <a:pt x="389365" y="1406626"/>
                  </a:lnTo>
                  <a:lnTo>
                    <a:pt x="419764" y="1410692"/>
                  </a:lnTo>
                  <a:lnTo>
                    <a:pt x="450660" y="1412961"/>
                  </a:lnTo>
                  <a:lnTo>
                    <a:pt x="481947" y="1413387"/>
                  </a:lnTo>
                  <a:lnTo>
                    <a:pt x="513514" y="1411935"/>
                  </a:lnTo>
                  <a:lnTo>
                    <a:pt x="545247" y="1408574"/>
                  </a:lnTo>
                  <a:lnTo>
                    <a:pt x="577030" y="1403279"/>
                  </a:lnTo>
                  <a:lnTo>
                    <a:pt x="608745" y="1396034"/>
                  </a:lnTo>
                  <a:lnTo>
                    <a:pt x="640271" y="1386830"/>
                  </a:lnTo>
                  <a:lnTo>
                    <a:pt x="671488" y="1375664"/>
                  </a:lnTo>
                  <a:lnTo>
                    <a:pt x="702272" y="1362543"/>
                  </a:lnTo>
                  <a:lnTo>
                    <a:pt x="732502" y="1347478"/>
                  </a:lnTo>
                  <a:lnTo>
                    <a:pt x="762054" y="1330492"/>
                  </a:lnTo>
                  <a:lnTo>
                    <a:pt x="790807" y="1311613"/>
                  </a:lnTo>
                  <a:lnTo>
                    <a:pt x="818640" y="1290876"/>
                  </a:lnTo>
                  <a:lnTo>
                    <a:pt x="845433" y="1268327"/>
                  </a:lnTo>
                  <a:lnTo>
                    <a:pt x="871070" y="1244016"/>
                  </a:lnTo>
                  <a:lnTo>
                    <a:pt x="895436" y="1218003"/>
                  </a:lnTo>
                  <a:lnTo>
                    <a:pt x="918418" y="1190354"/>
                  </a:lnTo>
                  <a:lnTo>
                    <a:pt x="939910" y="1161143"/>
                  </a:lnTo>
                  <a:lnTo>
                    <a:pt x="959806" y="1130450"/>
                  </a:lnTo>
                  <a:lnTo>
                    <a:pt x="978007" y="1098365"/>
                  </a:lnTo>
                  <a:lnTo>
                    <a:pt x="994418" y="1064980"/>
                  </a:lnTo>
                  <a:lnTo>
                    <a:pt x="1008949" y="1030397"/>
                  </a:lnTo>
                  <a:lnTo>
                    <a:pt x="1021516" y="994722"/>
                  </a:lnTo>
                  <a:lnTo>
                    <a:pt x="1032042" y="958068"/>
                  </a:lnTo>
                  <a:lnTo>
                    <a:pt x="1040455" y="920553"/>
                  </a:lnTo>
                  <a:lnTo>
                    <a:pt x="1046690" y="882298"/>
                  </a:lnTo>
                  <a:lnTo>
                    <a:pt x="1050690" y="843432"/>
                  </a:lnTo>
                  <a:lnTo>
                    <a:pt x="1052406" y="804086"/>
                  </a:lnTo>
                  <a:lnTo>
                    <a:pt x="1051796" y="764395"/>
                  </a:lnTo>
                  <a:lnTo>
                    <a:pt x="1048824" y="724498"/>
                  </a:lnTo>
                  <a:lnTo>
                    <a:pt x="1043467" y="684536"/>
                  </a:lnTo>
                  <a:lnTo>
                    <a:pt x="1035706" y="644652"/>
                  </a:lnTo>
                  <a:lnTo>
                    <a:pt x="1025533" y="604991"/>
                  </a:lnTo>
                  <a:lnTo>
                    <a:pt x="1012948" y="565701"/>
                  </a:lnTo>
                  <a:lnTo>
                    <a:pt x="997960" y="526928"/>
                  </a:lnTo>
                  <a:lnTo>
                    <a:pt x="980589" y="488819"/>
                  </a:lnTo>
                  <a:lnTo>
                    <a:pt x="960860" y="451521"/>
                  </a:lnTo>
                  <a:lnTo>
                    <a:pt x="938810" y="415181"/>
                  </a:lnTo>
                  <a:lnTo>
                    <a:pt x="914485" y="379943"/>
                  </a:lnTo>
                  <a:lnTo>
                    <a:pt x="887938" y="345948"/>
                  </a:lnTo>
                  <a:lnTo>
                    <a:pt x="859234" y="313338"/>
                  </a:lnTo>
                  <a:lnTo>
                    <a:pt x="828443" y="282247"/>
                  </a:lnTo>
                  <a:lnTo>
                    <a:pt x="795648" y="252810"/>
                  </a:lnTo>
                  <a:lnTo>
                    <a:pt x="760935" y="225154"/>
                  </a:lnTo>
                  <a:lnTo>
                    <a:pt x="724404" y="199404"/>
                  </a:lnTo>
                  <a:lnTo>
                    <a:pt x="686159" y="175677"/>
                  </a:lnTo>
                  <a:lnTo>
                    <a:pt x="646312" y="154086"/>
                  </a:lnTo>
                  <a:lnTo>
                    <a:pt x="604983" y="134737"/>
                  </a:lnTo>
                  <a:lnTo>
                    <a:pt x="562301" y="117730"/>
                  </a:lnTo>
                  <a:lnTo>
                    <a:pt x="518397" y="103157"/>
                  </a:lnTo>
                  <a:lnTo>
                    <a:pt x="473412" y="91102"/>
                  </a:lnTo>
                  <a:lnTo>
                    <a:pt x="427492" y="81641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48187" y="1021187"/>
              <a:ext cx="1065148" cy="1062057"/>
            </a:xfrm>
            <a:custGeom>
              <a:avLst/>
              <a:pathLst>
                <a:path w="1065148" h="1062057">
                  <a:moveTo>
                    <a:pt x="209036" y="74844"/>
                  </a:moveTo>
                  <a:lnTo>
                    <a:pt x="239960" y="61345"/>
                  </a:lnTo>
                  <a:lnTo>
                    <a:pt x="271892" y="49041"/>
                  </a:lnTo>
                  <a:lnTo>
                    <a:pt x="304787" y="37989"/>
                  </a:lnTo>
                  <a:lnTo>
                    <a:pt x="338593" y="28244"/>
                  </a:lnTo>
                  <a:lnTo>
                    <a:pt x="373260" y="19858"/>
                  </a:lnTo>
                  <a:lnTo>
                    <a:pt x="408731" y="12881"/>
                  </a:lnTo>
                  <a:lnTo>
                    <a:pt x="444949" y="7362"/>
                  </a:lnTo>
                  <a:lnTo>
                    <a:pt x="481854" y="3347"/>
                  </a:lnTo>
                  <a:lnTo>
                    <a:pt x="519384" y="879"/>
                  </a:lnTo>
                  <a:lnTo>
                    <a:pt x="557473" y="0"/>
                  </a:lnTo>
                  <a:lnTo>
                    <a:pt x="596055" y="746"/>
                  </a:lnTo>
                  <a:lnTo>
                    <a:pt x="635060" y="3154"/>
                  </a:lnTo>
                  <a:lnTo>
                    <a:pt x="674418" y="7257"/>
                  </a:lnTo>
                  <a:lnTo>
                    <a:pt x="714056" y="13083"/>
                  </a:lnTo>
                  <a:lnTo>
                    <a:pt x="753899" y="20658"/>
                  </a:lnTo>
                  <a:lnTo>
                    <a:pt x="793872" y="30006"/>
                  </a:lnTo>
                  <a:lnTo>
                    <a:pt x="833896" y="41147"/>
                  </a:lnTo>
                  <a:lnTo>
                    <a:pt x="873894" y="54098"/>
                  </a:lnTo>
                  <a:lnTo>
                    <a:pt x="913784" y="68870"/>
                  </a:lnTo>
                  <a:lnTo>
                    <a:pt x="953487" y="85475"/>
                  </a:lnTo>
                  <a:lnTo>
                    <a:pt x="992921" y="103918"/>
                  </a:lnTo>
                  <a:lnTo>
                    <a:pt x="1008784" y="145745"/>
                  </a:lnTo>
                  <a:lnTo>
                    <a:pt x="1022634" y="187646"/>
                  </a:lnTo>
                  <a:lnTo>
                    <a:pt x="1034487" y="229528"/>
                  </a:lnTo>
                  <a:lnTo>
                    <a:pt x="1044365" y="271302"/>
                  </a:lnTo>
                  <a:lnTo>
                    <a:pt x="1052294" y="312880"/>
                  </a:lnTo>
                  <a:lnTo>
                    <a:pt x="1058302" y="354174"/>
                  </a:lnTo>
                  <a:lnTo>
                    <a:pt x="1062422" y="395101"/>
                  </a:lnTo>
                  <a:lnTo>
                    <a:pt x="1064691" y="435577"/>
                  </a:lnTo>
                  <a:lnTo>
                    <a:pt x="1065148" y="475522"/>
                  </a:lnTo>
                  <a:lnTo>
                    <a:pt x="1063836" y="514858"/>
                  </a:lnTo>
                  <a:lnTo>
                    <a:pt x="1060803" y="553509"/>
                  </a:lnTo>
                  <a:lnTo>
                    <a:pt x="1056098" y="591403"/>
                  </a:lnTo>
                  <a:lnTo>
                    <a:pt x="1049774" y="628470"/>
                  </a:lnTo>
                  <a:lnTo>
                    <a:pt x="1041886" y="664642"/>
                  </a:lnTo>
                  <a:lnTo>
                    <a:pt x="1032492" y="699855"/>
                  </a:lnTo>
                  <a:lnTo>
                    <a:pt x="1021654" y="734048"/>
                  </a:lnTo>
                  <a:lnTo>
                    <a:pt x="1009435" y="767163"/>
                  </a:lnTo>
                  <a:lnTo>
                    <a:pt x="995901" y="799145"/>
                  </a:lnTo>
                  <a:lnTo>
                    <a:pt x="981118" y="829944"/>
                  </a:lnTo>
                  <a:lnTo>
                    <a:pt x="965157" y="859511"/>
                  </a:lnTo>
                  <a:lnTo>
                    <a:pt x="948090" y="887804"/>
                  </a:lnTo>
                  <a:lnTo>
                    <a:pt x="916367" y="917059"/>
                  </a:lnTo>
                  <a:lnTo>
                    <a:pt x="883542" y="943695"/>
                  </a:lnTo>
                  <a:lnTo>
                    <a:pt x="849777" y="967672"/>
                  </a:lnTo>
                  <a:lnTo>
                    <a:pt x="815235" y="988960"/>
                  </a:lnTo>
                  <a:lnTo>
                    <a:pt x="780082" y="1007539"/>
                  </a:lnTo>
                  <a:lnTo>
                    <a:pt x="744480" y="1023396"/>
                  </a:lnTo>
                  <a:lnTo>
                    <a:pt x="708595" y="1036529"/>
                  </a:lnTo>
                  <a:lnTo>
                    <a:pt x="672590" y="1046942"/>
                  </a:lnTo>
                  <a:lnTo>
                    <a:pt x="636628" y="1054651"/>
                  </a:lnTo>
                  <a:lnTo>
                    <a:pt x="600871" y="1059678"/>
                  </a:lnTo>
                  <a:lnTo>
                    <a:pt x="565477" y="1062057"/>
                  </a:lnTo>
                  <a:lnTo>
                    <a:pt x="530604" y="1061828"/>
                  </a:lnTo>
                  <a:lnTo>
                    <a:pt x="496406" y="1059039"/>
                  </a:lnTo>
                  <a:lnTo>
                    <a:pt x="463033" y="1053748"/>
                  </a:lnTo>
                  <a:lnTo>
                    <a:pt x="430633" y="1046021"/>
                  </a:lnTo>
                  <a:lnTo>
                    <a:pt x="399349" y="1035930"/>
                  </a:lnTo>
                  <a:lnTo>
                    <a:pt x="369319" y="1023557"/>
                  </a:lnTo>
                  <a:lnTo>
                    <a:pt x="340678" y="1008989"/>
                  </a:lnTo>
                  <a:lnTo>
                    <a:pt x="313554" y="992322"/>
                  </a:lnTo>
                  <a:lnTo>
                    <a:pt x="288029" y="986858"/>
                  </a:lnTo>
                  <a:lnTo>
                    <a:pt x="265207" y="977200"/>
                  </a:lnTo>
                  <a:lnTo>
                    <a:pt x="245683" y="963902"/>
                  </a:lnTo>
                  <a:lnTo>
                    <a:pt x="229958" y="947596"/>
                  </a:lnTo>
                  <a:lnTo>
                    <a:pt x="218433" y="928976"/>
                  </a:lnTo>
                  <a:lnTo>
                    <a:pt x="211400" y="908787"/>
                  </a:lnTo>
                  <a:lnTo>
                    <a:pt x="209036" y="887804"/>
                  </a:lnTo>
                  <a:lnTo>
                    <a:pt x="205431" y="905925"/>
                  </a:lnTo>
                  <a:lnTo>
                    <a:pt x="194894" y="921943"/>
                  </a:lnTo>
                  <a:lnTo>
                    <a:pt x="178241" y="933891"/>
                  </a:lnTo>
                  <a:lnTo>
                    <a:pt x="156777" y="940063"/>
                  </a:lnTo>
                  <a:lnTo>
                    <a:pt x="162948" y="918598"/>
                  </a:lnTo>
                  <a:lnTo>
                    <a:pt x="174896" y="901945"/>
                  </a:lnTo>
                  <a:lnTo>
                    <a:pt x="190914" y="891408"/>
                  </a:lnTo>
                  <a:lnTo>
                    <a:pt x="209036" y="887804"/>
                  </a:lnTo>
                  <a:lnTo>
                    <a:pt x="184453" y="886192"/>
                  </a:lnTo>
                  <a:lnTo>
                    <a:pt x="160187" y="881372"/>
                  </a:lnTo>
                  <a:lnTo>
                    <a:pt x="136550" y="873385"/>
                  </a:lnTo>
                  <a:lnTo>
                    <a:pt x="113853" y="862299"/>
                  </a:lnTo>
                  <a:lnTo>
                    <a:pt x="92397" y="848210"/>
                  </a:lnTo>
                  <a:lnTo>
                    <a:pt x="72476" y="831239"/>
                  </a:lnTo>
                  <a:lnTo>
                    <a:pt x="54373" y="811533"/>
                  </a:lnTo>
                  <a:lnTo>
                    <a:pt x="38358" y="789263"/>
                  </a:lnTo>
                  <a:lnTo>
                    <a:pt x="24685" y="764625"/>
                  </a:lnTo>
                  <a:lnTo>
                    <a:pt x="13592" y="737834"/>
                  </a:lnTo>
                  <a:lnTo>
                    <a:pt x="5297" y="709130"/>
                  </a:lnTo>
                  <a:lnTo>
                    <a:pt x="0" y="678767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325622" y="106443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9109507" y="109350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9064676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430140" y="1981908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325622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273363" y="192964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325622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116586" y="166835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357223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357223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357223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357223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357223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573338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248642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573338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8225184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9004962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9496295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95864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216085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223160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98799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232259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30924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681455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9840725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9840725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10168724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10896556" y="224458"/>
              <a:ext cx="143542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 (n=33)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10228542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1614268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1614268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1614268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1614268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1614268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10732397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0367114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0732397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1060048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0505827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0367271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1380958" y="1125106"/>
              <a:ext cx="1174322" cy="1080355"/>
            </a:xfrm>
            <a:custGeom>
              <a:avLst/>
              <a:pathLst>
                <a:path w="1174322" h="1080355">
                  <a:moveTo>
                    <a:pt x="233310" y="582325"/>
                  </a:moveTo>
                  <a:lnTo>
                    <a:pt x="240451" y="547547"/>
                  </a:lnTo>
                  <a:lnTo>
                    <a:pt x="249692" y="513049"/>
                  </a:lnTo>
                  <a:lnTo>
                    <a:pt x="261022" y="478925"/>
                  </a:lnTo>
                  <a:lnTo>
                    <a:pt x="274425" y="445270"/>
                  </a:lnTo>
                  <a:lnTo>
                    <a:pt x="289883" y="412178"/>
                  </a:lnTo>
                  <a:lnTo>
                    <a:pt x="307372" y="379742"/>
                  </a:lnTo>
                  <a:lnTo>
                    <a:pt x="326866" y="348055"/>
                  </a:lnTo>
                  <a:lnTo>
                    <a:pt x="348335" y="317208"/>
                  </a:lnTo>
                  <a:lnTo>
                    <a:pt x="371746" y="287291"/>
                  </a:lnTo>
                  <a:lnTo>
                    <a:pt x="397060" y="258393"/>
                  </a:lnTo>
                  <a:lnTo>
                    <a:pt x="424236" y="230601"/>
                  </a:lnTo>
                  <a:lnTo>
                    <a:pt x="453231" y="204002"/>
                  </a:lnTo>
                  <a:lnTo>
                    <a:pt x="483995" y="178678"/>
                  </a:lnTo>
                  <a:lnTo>
                    <a:pt x="516477" y="154714"/>
                  </a:lnTo>
                  <a:lnTo>
                    <a:pt x="550622" y="132188"/>
                  </a:lnTo>
                  <a:lnTo>
                    <a:pt x="586373" y="111180"/>
                  </a:lnTo>
                  <a:lnTo>
                    <a:pt x="623667" y="91765"/>
                  </a:lnTo>
                  <a:lnTo>
                    <a:pt x="662441" y="74016"/>
                  </a:lnTo>
                  <a:lnTo>
                    <a:pt x="702626" y="58005"/>
                  </a:lnTo>
                  <a:lnTo>
                    <a:pt x="744153" y="43801"/>
                  </a:lnTo>
                  <a:lnTo>
                    <a:pt x="786948" y="31469"/>
                  </a:lnTo>
                  <a:lnTo>
                    <a:pt x="830935" y="21073"/>
                  </a:lnTo>
                  <a:lnTo>
                    <a:pt x="876036" y="12672"/>
                  </a:lnTo>
                  <a:lnTo>
                    <a:pt x="922169" y="6324"/>
                  </a:lnTo>
                  <a:lnTo>
                    <a:pt x="969251" y="2083"/>
                  </a:lnTo>
                  <a:lnTo>
                    <a:pt x="1017195" y="0"/>
                  </a:lnTo>
                  <a:lnTo>
                    <a:pt x="1038922" y="36386"/>
                  </a:lnTo>
                  <a:lnTo>
                    <a:pt x="1059033" y="73293"/>
                  </a:lnTo>
                  <a:lnTo>
                    <a:pt x="1077521" y="110649"/>
                  </a:lnTo>
                  <a:lnTo>
                    <a:pt x="1094382" y="148385"/>
                  </a:lnTo>
                  <a:lnTo>
                    <a:pt x="1109611" y="186433"/>
                  </a:lnTo>
                  <a:lnTo>
                    <a:pt x="1123211" y="224723"/>
                  </a:lnTo>
                  <a:lnTo>
                    <a:pt x="1135184" y="263188"/>
                  </a:lnTo>
                  <a:lnTo>
                    <a:pt x="1145537" y="301759"/>
                  </a:lnTo>
                  <a:lnTo>
                    <a:pt x="1154279" y="340370"/>
                  </a:lnTo>
                  <a:lnTo>
                    <a:pt x="1161421" y="378954"/>
                  </a:lnTo>
                  <a:lnTo>
                    <a:pt x="1166978" y="417447"/>
                  </a:lnTo>
                  <a:lnTo>
                    <a:pt x="1170967" y="455784"/>
                  </a:lnTo>
                  <a:lnTo>
                    <a:pt x="1173408" y="493903"/>
                  </a:lnTo>
                  <a:lnTo>
                    <a:pt x="1174322" y="531741"/>
                  </a:lnTo>
                  <a:lnTo>
                    <a:pt x="1173735" y="569239"/>
                  </a:lnTo>
                  <a:lnTo>
                    <a:pt x="1171672" y="606337"/>
                  </a:lnTo>
                  <a:lnTo>
                    <a:pt x="1168164" y="642978"/>
                  </a:lnTo>
                  <a:lnTo>
                    <a:pt x="1163241" y="679107"/>
                  </a:lnTo>
                  <a:lnTo>
                    <a:pt x="1156937" y="714669"/>
                  </a:lnTo>
                  <a:lnTo>
                    <a:pt x="1149288" y="749611"/>
                  </a:lnTo>
                  <a:lnTo>
                    <a:pt x="1140331" y="783885"/>
                  </a:lnTo>
                  <a:lnTo>
                    <a:pt x="1113058" y="820272"/>
                  </a:lnTo>
                  <a:lnTo>
                    <a:pt x="1084372" y="854406"/>
                  </a:lnTo>
                  <a:lnTo>
                    <a:pt x="1054413" y="886235"/>
                  </a:lnTo>
                  <a:lnTo>
                    <a:pt x="1023323" y="915715"/>
                  </a:lnTo>
                  <a:lnTo>
                    <a:pt x="991244" y="942807"/>
                  </a:lnTo>
                  <a:lnTo>
                    <a:pt x="958319" y="967482"/>
                  </a:lnTo>
                  <a:lnTo>
                    <a:pt x="924694" y="989719"/>
                  </a:lnTo>
                  <a:lnTo>
                    <a:pt x="890513" y="1009503"/>
                  </a:lnTo>
                  <a:lnTo>
                    <a:pt x="855921" y="1026829"/>
                  </a:lnTo>
                  <a:lnTo>
                    <a:pt x="821063" y="1041697"/>
                  </a:lnTo>
                  <a:lnTo>
                    <a:pt x="786080" y="1054118"/>
                  </a:lnTo>
                  <a:lnTo>
                    <a:pt x="751116" y="1064108"/>
                  </a:lnTo>
                  <a:lnTo>
                    <a:pt x="716310" y="1071691"/>
                  </a:lnTo>
                  <a:lnTo>
                    <a:pt x="681802" y="1076899"/>
                  </a:lnTo>
                  <a:lnTo>
                    <a:pt x="647726" y="1079772"/>
                  </a:lnTo>
                  <a:lnTo>
                    <a:pt x="614215" y="1080355"/>
                  </a:lnTo>
                  <a:lnTo>
                    <a:pt x="581400" y="1078702"/>
                  </a:lnTo>
                  <a:lnTo>
                    <a:pt x="549407" y="1074873"/>
                  </a:lnTo>
                  <a:lnTo>
                    <a:pt x="518359" y="1068934"/>
                  </a:lnTo>
                  <a:lnTo>
                    <a:pt x="482025" y="1075093"/>
                  </a:lnTo>
                  <a:lnTo>
                    <a:pt x="446563" y="1077403"/>
                  </a:lnTo>
                  <a:lnTo>
                    <a:pt x="412345" y="1076044"/>
                  </a:lnTo>
                  <a:lnTo>
                    <a:pt x="379720" y="1071231"/>
                  </a:lnTo>
                  <a:lnTo>
                    <a:pt x="349011" y="1063211"/>
                  </a:lnTo>
                  <a:lnTo>
                    <a:pt x="320510" y="1052258"/>
                  </a:lnTo>
                  <a:lnTo>
                    <a:pt x="294479" y="1038673"/>
                  </a:lnTo>
                  <a:lnTo>
                    <a:pt x="271147" y="1022779"/>
                  </a:lnTo>
                  <a:lnTo>
                    <a:pt x="250706" y="1004918"/>
                  </a:lnTo>
                  <a:lnTo>
                    <a:pt x="233310" y="985445"/>
                  </a:lnTo>
                  <a:lnTo>
                    <a:pt x="212319" y="997011"/>
                  </a:lnTo>
                  <a:lnTo>
                    <a:pt x="189072" y="1006283"/>
                  </a:lnTo>
                  <a:lnTo>
                    <a:pt x="163829" y="1012931"/>
                  </a:lnTo>
                  <a:lnTo>
                    <a:pt x="136893" y="1016657"/>
                  </a:lnTo>
                  <a:lnTo>
                    <a:pt x="108603" y="1017195"/>
                  </a:lnTo>
                  <a:lnTo>
                    <a:pt x="79336" y="1014323"/>
                  </a:lnTo>
                  <a:lnTo>
                    <a:pt x="49499" y="1007859"/>
                  </a:lnTo>
                  <a:lnTo>
                    <a:pt x="19523" y="997672"/>
                  </a:lnTo>
                  <a:lnTo>
                    <a:pt x="9336" y="967696"/>
                  </a:lnTo>
                  <a:lnTo>
                    <a:pt x="2872" y="937859"/>
                  </a:lnTo>
                  <a:lnTo>
                    <a:pt x="0" y="908592"/>
                  </a:lnTo>
                  <a:lnTo>
                    <a:pt x="538" y="880302"/>
                  </a:lnTo>
                  <a:lnTo>
                    <a:pt x="4264" y="853365"/>
                  </a:lnTo>
                  <a:lnTo>
                    <a:pt x="10912" y="828123"/>
                  </a:lnTo>
                  <a:lnTo>
                    <a:pt x="20183" y="804876"/>
                  </a:lnTo>
                  <a:lnTo>
                    <a:pt x="31750" y="783885"/>
                  </a:lnTo>
                  <a:lnTo>
                    <a:pt x="54827" y="768270"/>
                  </a:lnTo>
                  <a:lnTo>
                    <a:pt x="78922" y="756662"/>
                  </a:lnTo>
                  <a:lnTo>
                    <a:pt x="103515" y="749106"/>
                  </a:lnTo>
                  <a:lnTo>
                    <a:pt x="128085" y="745586"/>
                  </a:lnTo>
                  <a:lnTo>
                    <a:pt x="152121" y="746026"/>
                  </a:lnTo>
                  <a:lnTo>
                    <a:pt x="175124" y="750292"/>
                  </a:lnTo>
                  <a:lnTo>
                    <a:pt x="196619" y="758194"/>
                  </a:lnTo>
                  <a:lnTo>
                    <a:pt x="216154" y="769489"/>
                  </a:lnTo>
                  <a:lnTo>
                    <a:pt x="233310" y="783885"/>
                  </a:lnTo>
                  <a:lnTo>
                    <a:pt x="226178" y="779450"/>
                  </a:lnTo>
                  <a:lnTo>
                    <a:pt x="217405" y="778486"/>
                  </a:lnTo>
                  <a:lnTo>
                    <a:pt x="208236" y="781415"/>
                  </a:lnTo>
                  <a:lnTo>
                    <a:pt x="200004" y="788270"/>
                  </a:lnTo>
                  <a:lnTo>
                    <a:pt x="194010" y="798676"/>
                  </a:lnTo>
                  <a:lnTo>
                    <a:pt x="191412" y="811880"/>
                  </a:lnTo>
                  <a:lnTo>
                    <a:pt x="193123" y="826792"/>
                  </a:lnTo>
                  <a:lnTo>
                    <a:pt x="199716" y="842070"/>
                  </a:lnTo>
                  <a:lnTo>
                    <a:pt x="211369" y="856215"/>
                  </a:lnTo>
                  <a:lnTo>
                    <a:pt x="227817" y="867689"/>
                  </a:lnTo>
                  <a:lnTo>
                    <a:pt x="248358" y="875033"/>
                  </a:lnTo>
                  <a:lnTo>
                    <a:pt x="271877" y="876994"/>
                  </a:lnTo>
                  <a:lnTo>
                    <a:pt x="296904" y="872630"/>
                  </a:lnTo>
                  <a:lnTo>
                    <a:pt x="321709" y="861409"/>
                  </a:lnTo>
                  <a:lnTo>
                    <a:pt x="344410" y="843269"/>
                  </a:lnTo>
                  <a:lnTo>
                    <a:pt x="363105" y="818663"/>
                  </a:lnTo>
                  <a:lnTo>
                    <a:pt x="376005" y="788556"/>
                  </a:lnTo>
                  <a:lnTo>
                    <a:pt x="381575" y="754393"/>
                  </a:lnTo>
                  <a:lnTo>
                    <a:pt x="378655" y="718030"/>
                  </a:lnTo>
                  <a:lnTo>
                    <a:pt x="366567" y="681633"/>
                  </a:lnTo>
                  <a:lnTo>
                    <a:pt x="345195" y="647553"/>
                  </a:lnTo>
                  <a:lnTo>
                    <a:pt x="315029" y="618176"/>
                  </a:lnTo>
                  <a:lnTo>
                    <a:pt x="277172" y="595769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1380958" y="1125106"/>
              <a:ext cx="1174322" cy="1080355"/>
            </a:xfrm>
            <a:custGeom>
              <a:avLst/>
              <a:pathLst>
                <a:path w="1174322" h="1080355">
                  <a:moveTo>
                    <a:pt x="233310" y="582325"/>
                  </a:moveTo>
                  <a:lnTo>
                    <a:pt x="240451" y="547547"/>
                  </a:lnTo>
                  <a:lnTo>
                    <a:pt x="249692" y="513049"/>
                  </a:lnTo>
                  <a:lnTo>
                    <a:pt x="261022" y="478925"/>
                  </a:lnTo>
                  <a:lnTo>
                    <a:pt x="274425" y="445270"/>
                  </a:lnTo>
                  <a:lnTo>
                    <a:pt x="289883" y="412178"/>
                  </a:lnTo>
                  <a:lnTo>
                    <a:pt x="307372" y="379742"/>
                  </a:lnTo>
                  <a:lnTo>
                    <a:pt x="326866" y="348055"/>
                  </a:lnTo>
                  <a:lnTo>
                    <a:pt x="348335" y="317208"/>
                  </a:lnTo>
                  <a:lnTo>
                    <a:pt x="371746" y="287291"/>
                  </a:lnTo>
                  <a:lnTo>
                    <a:pt x="397060" y="258393"/>
                  </a:lnTo>
                  <a:lnTo>
                    <a:pt x="424236" y="230601"/>
                  </a:lnTo>
                  <a:lnTo>
                    <a:pt x="453231" y="204002"/>
                  </a:lnTo>
                  <a:lnTo>
                    <a:pt x="483995" y="178678"/>
                  </a:lnTo>
                  <a:lnTo>
                    <a:pt x="516477" y="154714"/>
                  </a:lnTo>
                  <a:lnTo>
                    <a:pt x="550622" y="132188"/>
                  </a:lnTo>
                  <a:lnTo>
                    <a:pt x="586373" y="111180"/>
                  </a:lnTo>
                  <a:lnTo>
                    <a:pt x="623667" y="91765"/>
                  </a:lnTo>
                  <a:lnTo>
                    <a:pt x="662441" y="74016"/>
                  </a:lnTo>
                  <a:lnTo>
                    <a:pt x="702626" y="58005"/>
                  </a:lnTo>
                  <a:lnTo>
                    <a:pt x="744153" y="43801"/>
                  </a:lnTo>
                  <a:lnTo>
                    <a:pt x="786948" y="31469"/>
                  </a:lnTo>
                  <a:lnTo>
                    <a:pt x="830935" y="21073"/>
                  </a:lnTo>
                  <a:lnTo>
                    <a:pt x="876036" y="12672"/>
                  </a:lnTo>
                  <a:lnTo>
                    <a:pt x="922169" y="6324"/>
                  </a:lnTo>
                  <a:lnTo>
                    <a:pt x="969251" y="2083"/>
                  </a:lnTo>
                  <a:lnTo>
                    <a:pt x="1017195" y="0"/>
                  </a:lnTo>
                  <a:lnTo>
                    <a:pt x="1038922" y="36386"/>
                  </a:lnTo>
                  <a:lnTo>
                    <a:pt x="1059033" y="73293"/>
                  </a:lnTo>
                  <a:lnTo>
                    <a:pt x="1077521" y="110649"/>
                  </a:lnTo>
                  <a:lnTo>
                    <a:pt x="1094382" y="148385"/>
                  </a:lnTo>
                  <a:lnTo>
                    <a:pt x="1109611" y="186433"/>
                  </a:lnTo>
                  <a:lnTo>
                    <a:pt x="1123211" y="224723"/>
                  </a:lnTo>
                  <a:lnTo>
                    <a:pt x="1135184" y="263188"/>
                  </a:lnTo>
                  <a:lnTo>
                    <a:pt x="1145537" y="301759"/>
                  </a:lnTo>
                  <a:lnTo>
                    <a:pt x="1154279" y="340370"/>
                  </a:lnTo>
                  <a:lnTo>
                    <a:pt x="1161421" y="378954"/>
                  </a:lnTo>
                  <a:lnTo>
                    <a:pt x="1166978" y="417447"/>
                  </a:lnTo>
                  <a:lnTo>
                    <a:pt x="1170967" y="455784"/>
                  </a:lnTo>
                  <a:lnTo>
                    <a:pt x="1173408" y="493903"/>
                  </a:lnTo>
                  <a:lnTo>
                    <a:pt x="1174322" y="531741"/>
                  </a:lnTo>
                  <a:lnTo>
                    <a:pt x="1173735" y="569239"/>
                  </a:lnTo>
                  <a:lnTo>
                    <a:pt x="1171672" y="606337"/>
                  </a:lnTo>
                  <a:lnTo>
                    <a:pt x="1168164" y="642978"/>
                  </a:lnTo>
                  <a:lnTo>
                    <a:pt x="1163241" y="679107"/>
                  </a:lnTo>
                  <a:lnTo>
                    <a:pt x="1156937" y="714669"/>
                  </a:lnTo>
                  <a:lnTo>
                    <a:pt x="1149288" y="749611"/>
                  </a:lnTo>
                  <a:lnTo>
                    <a:pt x="1140331" y="783885"/>
                  </a:lnTo>
                  <a:lnTo>
                    <a:pt x="1113058" y="820272"/>
                  </a:lnTo>
                  <a:lnTo>
                    <a:pt x="1084372" y="854406"/>
                  </a:lnTo>
                  <a:lnTo>
                    <a:pt x="1054413" y="886235"/>
                  </a:lnTo>
                  <a:lnTo>
                    <a:pt x="1023323" y="915715"/>
                  </a:lnTo>
                  <a:lnTo>
                    <a:pt x="991244" y="942807"/>
                  </a:lnTo>
                  <a:lnTo>
                    <a:pt x="958319" y="967482"/>
                  </a:lnTo>
                  <a:lnTo>
                    <a:pt x="924694" y="989719"/>
                  </a:lnTo>
                  <a:lnTo>
                    <a:pt x="890513" y="1009503"/>
                  </a:lnTo>
                  <a:lnTo>
                    <a:pt x="855921" y="1026829"/>
                  </a:lnTo>
                  <a:lnTo>
                    <a:pt x="821063" y="1041697"/>
                  </a:lnTo>
                  <a:lnTo>
                    <a:pt x="786080" y="1054118"/>
                  </a:lnTo>
                  <a:lnTo>
                    <a:pt x="751116" y="1064108"/>
                  </a:lnTo>
                  <a:lnTo>
                    <a:pt x="716310" y="1071691"/>
                  </a:lnTo>
                  <a:lnTo>
                    <a:pt x="681802" y="1076899"/>
                  </a:lnTo>
                  <a:lnTo>
                    <a:pt x="647726" y="1079772"/>
                  </a:lnTo>
                  <a:lnTo>
                    <a:pt x="614215" y="1080355"/>
                  </a:lnTo>
                  <a:lnTo>
                    <a:pt x="581400" y="1078702"/>
                  </a:lnTo>
                  <a:lnTo>
                    <a:pt x="549407" y="1074873"/>
                  </a:lnTo>
                  <a:lnTo>
                    <a:pt x="518359" y="1068934"/>
                  </a:lnTo>
                  <a:lnTo>
                    <a:pt x="482025" y="1075093"/>
                  </a:lnTo>
                  <a:lnTo>
                    <a:pt x="446563" y="1077403"/>
                  </a:lnTo>
                  <a:lnTo>
                    <a:pt x="412345" y="1076044"/>
                  </a:lnTo>
                  <a:lnTo>
                    <a:pt x="379720" y="1071231"/>
                  </a:lnTo>
                  <a:lnTo>
                    <a:pt x="349011" y="1063211"/>
                  </a:lnTo>
                  <a:lnTo>
                    <a:pt x="320510" y="1052258"/>
                  </a:lnTo>
                  <a:lnTo>
                    <a:pt x="294479" y="1038673"/>
                  </a:lnTo>
                  <a:lnTo>
                    <a:pt x="271147" y="1022779"/>
                  </a:lnTo>
                  <a:lnTo>
                    <a:pt x="250706" y="1004918"/>
                  </a:lnTo>
                  <a:lnTo>
                    <a:pt x="233310" y="985445"/>
                  </a:lnTo>
                  <a:lnTo>
                    <a:pt x="212319" y="997011"/>
                  </a:lnTo>
                  <a:lnTo>
                    <a:pt x="189072" y="1006283"/>
                  </a:lnTo>
                  <a:lnTo>
                    <a:pt x="163829" y="1012931"/>
                  </a:lnTo>
                  <a:lnTo>
                    <a:pt x="136893" y="1016657"/>
                  </a:lnTo>
                  <a:lnTo>
                    <a:pt x="108603" y="1017195"/>
                  </a:lnTo>
                  <a:lnTo>
                    <a:pt x="79336" y="1014323"/>
                  </a:lnTo>
                  <a:lnTo>
                    <a:pt x="49499" y="1007859"/>
                  </a:lnTo>
                  <a:lnTo>
                    <a:pt x="19523" y="997672"/>
                  </a:lnTo>
                  <a:lnTo>
                    <a:pt x="9336" y="967696"/>
                  </a:lnTo>
                  <a:lnTo>
                    <a:pt x="2872" y="937859"/>
                  </a:lnTo>
                  <a:lnTo>
                    <a:pt x="0" y="908592"/>
                  </a:lnTo>
                  <a:lnTo>
                    <a:pt x="538" y="880302"/>
                  </a:lnTo>
                  <a:lnTo>
                    <a:pt x="4264" y="853365"/>
                  </a:lnTo>
                  <a:lnTo>
                    <a:pt x="10912" y="828123"/>
                  </a:lnTo>
                  <a:lnTo>
                    <a:pt x="20183" y="804876"/>
                  </a:lnTo>
                  <a:lnTo>
                    <a:pt x="31750" y="783885"/>
                  </a:lnTo>
                  <a:lnTo>
                    <a:pt x="54827" y="768270"/>
                  </a:lnTo>
                  <a:lnTo>
                    <a:pt x="78922" y="756662"/>
                  </a:lnTo>
                  <a:lnTo>
                    <a:pt x="103515" y="749106"/>
                  </a:lnTo>
                  <a:lnTo>
                    <a:pt x="128085" y="745586"/>
                  </a:lnTo>
                  <a:lnTo>
                    <a:pt x="152121" y="746026"/>
                  </a:lnTo>
                  <a:lnTo>
                    <a:pt x="175124" y="750292"/>
                  </a:lnTo>
                  <a:lnTo>
                    <a:pt x="196619" y="758194"/>
                  </a:lnTo>
                  <a:lnTo>
                    <a:pt x="216154" y="769489"/>
                  </a:lnTo>
                  <a:lnTo>
                    <a:pt x="233310" y="783885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1582667" y="167582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2366553" y="1093504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2489688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1867716" y="216243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1582667" y="207895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1368880" y="2091177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138110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158266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1614268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1614268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1614268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1614268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1614268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0830383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505687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830383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11482229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2262007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2753340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252909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1473131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0480206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245042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489304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9987969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9938500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9589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69589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97588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1055422" y="3572944"/>
              <a:ext cx="157541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 (n=33)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457405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843132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843132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843132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843132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843132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61261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95978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61261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288911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34690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96135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506630" y="4600578"/>
              <a:ext cx="1445083" cy="1097462"/>
            </a:xfrm>
            <a:custGeom>
              <a:avLst/>
              <a:pathLst>
                <a:path w="1445083" h="1097462">
                  <a:moveTo>
                    <a:pt x="336501" y="10226"/>
                  </a:moveTo>
                  <a:lnTo>
                    <a:pt x="368515" y="5238"/>
                  </a:lnTo>
                  <a:lnTo>
                    <a:pt x="401018" y="1847"/>
                  </a:lnTo>
                  <a:lnTo>
                    <a:pt x="433929" y="91"/>
                  </a:lnTo>
                  <a:lnTo>
                    <a:pt x="467166" y="0"/>
                  </a:lnTo>
                  <a:lnTo>
                    <a:pt x="500644" y="1601"/>
                  </a:lnTo>
                  <a:lnTo>
                    <a:pt x="534277" y="4920"/>
                  </a:lnTo>
                  <a:lnTo>
                    <a:pt x="567975" y="9973"/>
                  </a:lnTo>
                  <a:lnTo>
                    <a:pt x="601648" y="16776"/>
                  </a:lnTo>
                  <a:lnTo>
                    <a:pt x="635207" y="25337"/>
                  </a:lnTo>
                  <a:lnTo>
                    <a:pt x="668558" y="35663"/>
                  </a:lnTo>
                  <a:lnTo>
                    <a:pt x="701609" y="47752"/>
                  </a:lnTo>
                  <a:lnTo>
                    <a:pt x="734267" y="61600"/>
                  </a:lnTo>
                  <a:lnTo>
                    <a:pt x="766437" y="77197"/>
                  </a:lnTo>
                  <a:lnTo>
                    <a:pt x="798026" y="94528"/>
                  </a:lnTo>
                  <a:lnTo>
                    <a:pt x="828942" y="113573"/>
                  </a:lnTo>
                  <a:lnTo>
                    <a:pt x="859091" y="134308"/>
                  </a:lnTo>
                  <a:lnTo>
                    <a:pt x="891165" y="142245"/>
                  </a:lnTo>
                  <a:lnTo>
                    <a:pt x="923359" y="151866"/>
                  </a:lnTo>
                  <a:lnTo>
                    <a:pt x="955590" y="163191"/>
                  </a:lnTo>
                  <a:lnTo>
                    <a:pt x="987775" y="176236"/>
                  </a:lnTo>
                  <a:lnTo>
                    <a:pt x="1019831" y="191012"/>
                  </a:lnTo>
                  <a:lnTo>
                    <a:pt x="1051673" y="207526"/>
                  </a:lnTo>
                  <a:lnTo>
                    <a:pt x="1083214" y="225783"/>
                  </a:lnTo>
                  <a:lnTo>
                    <a:pt x="1114369" y="245783"/>
                  </a:lnTo>
                  <a:lnTo>
                    <a:pt x="1145051" y="267521"/>
                  </a:lnTo>
                  <a:lnTo>
                    <a:pt x="1175174" y="290989"/>
                  </a:lnTo>
                  <a:lnTo>
                    <a:pt x="1204649" y="316175"/>
                  </a:lnTo>
                  <a:lnTo>
                    <a:pt x="1233391" y="343063"/>
                  </a:lnTo>
                  <a:lnTo>
                    <a:pt x="1261313" y="371631"/>
                  </a:lnTo>
                  <a:lnTo>
                    <a:pt x="1288330" y="401856"/>
                  </a:lnTo>
                  <a:lnTo>
                    <a:pt x="1314356" y="433709"/>
                  </a:lnTo>
                  <a:lnTo>
                    <a:pt x="1339307" y="467157"/>
                  </a:lnTo>
                  <a:lnTo>
                    <a:pt x="1363101" y="502163"/>
                  </a:lnTo>
                  <a:lnTo>
                    <a:pt x="1385654" y="538687"/>
                  </a:lnTo>
                  <a:lnTo>
                    <a:pt x="1406888" y="576684"/>
                  </a:lnTo>
                  <a:lnTo>
                    <a:pt x="1426723" y="616105"/>
                  </a:lnTo>
                  <a:lnTo>
                    <a:pt x="1445083" y="656898"/>
                  </a:lnTo>
                  <a:lnTo>
                    <a:pt x="1409062" y="689307"/>
                  </a:lnTo>
                  <a:lnTo>
                    <a:pt x="1372127" y="719542"/>
                  </a:lnTo>
                  <a:lnTo>
                    <a:pt x="1334377" y="747577"/>
                  </a:lnTo>
                  <a:lnTo>
                    <a:pt x="1295910" y="773391"/>
                  </a:lnTo>
                  <a:lnTo>
                    <a:pt x="1256827" y="796969"/>
                  </a:lnTo>
                  <a:lnTo>
                    <a:pt x="1217227" y="818297"/>
                  </a:lnTo>
                  <a:lnTo>
                    <a:pt x="1177211" y="837367"/>
                  </a:lnTo>
                  <a:lnTo>
                    <a:pt x="1136877" y="854173"/>
                  </a:lnTo>
                  <a:lnTo>
                    <a:pt x="1096328" y="868715"/>
                  </a:lnTo>
                  <a:lnTo>
                    <a:pt x="1055661" y="880997"/>
                  </a:lnTo>
                  <a:lnTo>
                    <a:pt x="1014976" y="891025"/>
                  </a:lnTo>
                  <a:lnTo>
                    <a:pt x="974373" y="898811"/>
                  </a:lnTo>
                  <a:lnTo>
                    <a:pt x="933949" y="904369"/>
                  </a:lnTo>
                  <a:lnTo>
                    <a:pt x="893801" y="907718"/>
                  </a:lnTo>
                  <a:lnTo>
                    <a:pt x="854025" y="908881"/>
                  </a:lnTo>
                  <a:lnTo>
                    <a:pt x="814717" y="907885"/>
                  </a:lnTo>
                  <a:lnTo>
                    <a:pt x="775969" y="904759"/>
                  </a:lnTo>
                  <a:lnTo>
                    <a:pt x="737876" y="899537"/>
                  </a:lnTo>
                  <a:lnTo>
                    <a:pt x="700526" y="892258"/>
                  </a:lnTo>
                  <a:lnTo>
                    <a:pt x="664009" y="882961"/>
                  </a:lnTo>
                  <a:lnTo>
                    <a:pt x="628413" y="871691"/>
                  </a:lnTo>
                  <a:lnTo>
                    <a:pt x="593823" y="858497"/>
                  </a:lnTo>
                  <a:lnTo>
                    <a:pt x="560322" y="843429"/>
                  </a:lnTo>
                  <a:lnTo>
                    <a:pt x="527990" y="826542"/>
                  </a:lnTo>
                  <a:lnTo>
                    <a:pt x="496907" y="807894"/>
                  </a:lnTo>
                  <a:lnTo>
                    <a:pt x="467149" y="787546"/>
                  </a:lnTo>
                  <a:lnTo>
                    <a:pt x="439062" y="781869"/>
                  </a:lnTo>
                  <a:lnTo>
                    <a:pt x="413488" y="772117"/>
                  </a:lnTo>
                  <a:lnTo>
                    <a:pt x="390937" y="758740"/>
                  </a:lnTo>
                  <a:lnTo>
                    <a:pt x="371854" y="742248"/>
                  </a:lnTo>
                  <a:lnTo>
                    <a:pt x="356614" y="723201"/>
                  </a:lnTo>
                  <a:lnTo>
                    <a:pt x="345513" y="702201"/>
                  </a:lnTo>
                  <a:lnTo>
                    <a:pt x="338765" y="679882"/>
                  </a:lnTo>
                  <a:lnTo>
                    <a:pt x="336501" y="656898"/>
                  </a:lnTo>
                  <a:lnTo>
                    <a:pt x="321553" y="667758"/>
                  </a:lnTo>
                  <a:lnTo>
                    <a:pt x="303576" y="673674"/>
                  </a:lnTo>
                  <a:lnTo>
                    <a:pt x="283785" y="674027"/>
                  </a:lnTo>
                  <a:lnTo>
                    <a:pt x="263506" y="668459"/>
                  </a:lnTo>
                  <a:lnTo>
                    <a:pt x="244119" y="656898"/>
                  </a:lnTo>
                  <a:lnTo>
                    <a:pt x="221580" y="645579"/>
                  </a:lnTo>
                  <a:lnTo>
                    <a:pt x="200591" y="629864"/>
                  </a:lnTo>
                  <a:lnTo>
                    <a:pt x="181794" y="609968"/>
                  </a:lnTo>
                  <a:lnTo>
                    <a:pt x="165802" y="586192"/>
                  </a:lnTo>
                  <a:lnTo>
                    <a:pt x="153186" y="558914"/>
                  </a:lnTo>
                  <a:lnTo>
                    <a:pt x="144470" y="528587"/>
                  </a:lnTo>
                  <a:lnTo>
                    <a:pt x="140118" y="495730"/>
                  </a:lnTo>
                  <a:lnTo>
                    <a:pt x="140530" y="460927"/>
                  </a:lnTo>
                  <a:lnTo>
                    <a:pt x="124639" y="471395"/>
                  </a:lnTo>
                  <a:lnTo>
                    <a:pt x="109288" y="483120"/>
                  </a:lnTo>
                  <a:lnTo>
                    <a:pt x="94577" y="496076"/>
                  </a:lnTo>
                  <a:lnTo>
                    <a:pt x="80600" y="510228"/>
                  </a:lnTo>
                  <a:lnTo>
                    <a:pt x="67452" y="525534"/>
                  </a:lnTo>
                  <a:lnTo>
                    <a:pt x="55226" y="541946"/>
                  </a:lnTo>
                  <a:lnTo>
                    <a:pt x="44010" y="559408"/>
                  </a:lnTo>
                  <a:lnTo>
                    <a:pt x="33891" y="577857"/>
                  </a:lnTo>
                  <a:lnTo>
                    <a:pt x="24950" y="597222"/>
                  </a:lnTo>
                  <a:lnTo>
                    <a:pt x="17265" y="617428"/>
                  </a:lnTo>
                  <a:lnTo>
                    <a:pt x="10908" y="638392"/>
                  </a:lnTo>
                  <a:lnTo>
                    <a:pt x="5945" y="660026"/>
                  </a:lnTo>
                  <a:lnTo>
                    <a:pt x="2438" y="682235"/>
                  </a:lnTo>
                  <a:lnTo>
                    <a:pt x="440" y="704921"/>
                  </a:lnTo>
                  <a:lnTo>
                    <a:pt x="0" y="727980"/>
                  </a:lnTo>
                  <a:lnTo>
                    <a:pt x="1157" y="751304"/>
                  </a:lnTo>
                  <a:lnTo>
                    <a:pt x="3945" y="774781"/>
                  </a:lnTo>
                  <a:lnTo>
                    <a:pt x="8388" y="798296"/>
                  </a:lnTo>
                  <a:lnTo>
                    <a:pt x="14504" y="821732"/>
                  </a:lnTo>
                  <a:lnTo>
                    <a:pt x="22300" y="844970"/>
                  </a:lnTo>
                  <a:lnTo>
                    <a:pt x="31777" y="867889"/>
                  </a:lnTo>
                  <a:lnTo>
                    <a:pt x="42926" y="890368"/>
                  </a:lnTo>
                  <a:lnTo>
                    <a:pt x="55730" y="912283"/>
                  </a:lnTo>
                  <a:lnTo>
                    <a:pt x="70162" y="933514"/>
                  </a:lnTo>
                  <a:lnTo>
                    <a:pt x="86186" y="953941"/>
                  </a:lnTo>
                  <a:lnTo>
                    <a:pt x="103759" y="973445"/>
                  </a:lnTo>
                  <a:lnTo>
                    <a:pt x="122827" y="991910"/>
                  </a:lnTo>
                  <a:lnTo>
                    <a:pt x="143330" y="1009222"/>
                  </a:lnTo>
                  <a:lnTo>
                    <a:pt x="165197" y="1025272"/>
                  </a:lnTo>
                  <a:lnTo>
                    <a:pt x="188349" y="1039956"/>
                  </a:lnTo>
                  <a:lnTo>
                    <a:pt x="212701" y="1053171"/>
                  </a:lnTo>
                  <a:lnTo>
                    <a:pt x="238158" y="1064825"/>
                  </a:lnTo>
                  <a:lnTo>
                    <a:pt x="264620" y="1074827"/>
                  </a:lnTo>
                  <a:lnTo>
                    <a:pt x="291978" y="1083097"/>
                  </a:lnTo>
                  <a:lnTo>
                    <a:pt x="320117" y="1089558"/>
                  </a:lnTo>
                  <a:lnTo>
                    <a:pt x="348917" y="1094144"/>
                  </a:lnTo>
                  <a:lnTo>
                    <a:pt x="378252" y="1096795"/>
                  </a:lnTo>
                  <a:lnTo>
                    <a:pt x="407990" y="1097462"/>
                  </a:lnTo>
                  <a:lnTo>
                    <a:pt x="437997" y="1096102"/>
                  </a:lnTo>
                  <a:lnTo>
                    <a:pt x="468132" y="1092683"/>
                  </a:lnTo>
                  <a:lnTo>
                    <a:pt x="498255" y="1087182"/>
                  </a:lnTo>
                  <a:lnTo>
                    <a:pt x="528220" y="1079586"/>
                  </a:lnTo>
                  <a:lnTo>
                    <a:pt x="557880" y="1069893"/>
                  </a:lnTo>
                  <a:lnTo>
                    <a:pt x="587089" y="1058111"/>
                  </a:lnTo>
                  <a:lnTo>
                    <a:pt x="615699" y="1044256"/>
                  </a:lnTo>
                  <a:lnTo>
                    <a:pt x="643563" y="1028358"/>
                  </a:lnTo>
                  <a:lnTo>
                    <a:pt x="670534" y="1010455"/>
                  </a:lnTo>
                  <a:lnTo>
                    <a:pt x="696468" y="990597"/>
                  </a:lnTo>
                  <a:lnTo>
                    <a:pt x="721225" y="968843"/>
                  </a:lnTo>
                  <a:lnTo>
                    <a:pt x="744665" y="945263"/>
                  </a:lnTo>
                  <a:lnTo>
                    <a:pt x="766655" y="919937"/>
                  </a:lnTo>
                  <a:lnTo>
                    <a:pt x="787066" y="892954"/>
                  </a:lnTo>
                  <a:lnTo>
                    <a:pt x="805774" y="864415"/>
                  </a:lnTo>
                  <a:lnTo>
                    <a:pt x="822663" y="834425"/>
                  </a:lnTo>
                  <a:lnTo>
                    <a:pt x="837621" y="803104"/>
                  </a:lnTo>
                  <a:lnTo>
                    <a:pt x="850547" y="770576"/>
                  </a:lnTo>
                  <a:lnTo>
                    <a:pt x="861345" y="736973"/>
                  </a:lnTo>
                  <a:lnTo>
                    <a:pt x="869930" y="702437"/>
                  </a:lnTo>
                  <a:lnTo>
                    <a:pt x="876226" y="667114"/>
                  </a:lnTo>
                  <a:lnTo>
                    <a:pt x="880165" y="631156"/>
                  </a:lnTo>
                  <a:lnTo>
                    <a:pt x="881693" y="594723"/>
                  </a:lnTo>
                  <a:lnTo>
                    <a:pt x="880762" y="557977"/>
                  </a:lnTo>
                  <a:lnTo>
                    <a:pt x="877339" y="521085"/>
                  </a:lnTo>
                  <a:lnTo>
                    <a:pt x="871401" y="484217"/>
                  </a:lnTo>
                  <a:lnTo>
                    <a:pt x="862935" y="447546"/>
                  </a:lnTo>
                  <a:lnTo>
                    <a:pt x="851942" y="411245"/>
                  </a:lnTo>
                  <a:lnTo>
                    <a:pt x="838436" y="375489"/>
                  </a:lnTo>
                  <a:lnTo>
                    <a:pt x="822439" y="340454"/>
                  </a:lnTo>
                  <a:lnTo>
                    <a:pt x="803990" y="306312"/>
                  </a:lnTo>
                  <a:lnTo>
                    <a:pt x="783137" y="273237"/>
                  </a:lnTo>
                  <a:lnTo>
                    <a:pt x="759941" y="241397"/>
                  </a:lnTo>
                  <a:lnTo>
                    <a:pt x="734475" y="210959"/>
                  </a:lnTo>
                  <a:lnTo>
                    <a:pt x="706823" y="182085"/>
                  </a:lnTo>
                  <a:lnTo>
                    <a:pt x="677083" y="154930"/>
                  </a:lnTo>
                  <a:lnTo>
                    <a:pt x="645361" y="129646"/>
                  </a:lnTo>
                  <a:lnTo>
                    <a:pt x="611776" y="106377"/>
                  </a:lnTo>
                  <a:lnTo>
                    <a:pt x="576457" y="85259"/>
                  </a:lnTo>
                  <a:lnTo>
                    <a:pt x="539541" y="66420"/>
                  </a:lnTo>
                  <a:lnTo>
                    <a:pt x="501178" y="49979"/>
                  </a:lnTo>
                  <a:lnTo>
                    <a:pt x="461524" y="36045"/>
                  </a:lnTo>
                  <a:lnTo>
                    <a:pt x="420744" y="24718"/>
                  </a:lnTo>
                  <a:lnTo>
                    <a:pt x="379010" y="16086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646749" y="4600578"/>
              <a:ext cx="1304964" cy="908881"/>
            </a:xfrm>
            <a:custGeom>
              <a:avLst/>
              <a:pathLst>
                <a:path w="1304964" h="908881">
                  <a:moveTo>
                    <a:pt x="196383" y="10226"/>
                  </a:moveTo>
                  <a:lnTo>
                    <a:pt x="228397" y="5238"/>
                  </a:lnTo>
                  <a:lnTo>
                    <a:pt x="260900" y="1847"/>
                  </a:lnTo>
                  <a:lnTo>
                    <a:pt x="293811" y="91"/>
                  </a:lnTo>
                  <a:lnTo>
                    <a:pt x="327048" y="0"/>
                  </a:lnTo>
                  <a:lnTo>
                    <a:pt x="360526" y="1601"/>
                  </a:lnTo>
                  <a:lnTo>
                    <a:pt x="394158" y="4920"/>
                  </a:lnTo>
                  <a:lnTo>
                    <a:pt x="427856" y="9973"/>
                  </a:lnTo>
                  <a:lnTo>
                    <a:pt x="461530" y="16776"/>
                  </a:lnTo>
                  <a:lnTo>
                    <a:pt x="495089" y="25337"/>
                  </a:lnTo>
                  <a:lnTo>
                    <a:pt x="528440" y="35663"/>
                  </a:lnTo>
                  <a:lnTo>
                    <a:pt x="561491" y="47752"/>
                  </a:lnTo>
                  <a:lnTo>
                    <a:pt x="594148" y="61600"/>
                  </a:lnTo>
                  <a:lnTo>
                    <a:pt x="626318" y="77197"/>
                  </a:lnTo>
                  <a:lnTo>
                    <a:pt x="657908" y="94528"/>
                  </a:lnTo>
                  <a:lnTo>
                    <a:pt x="688824" y="113573"/>
                  </a:lnTo>
                  <a:lnTo>
                    <a:pt x="718973" y="134308"/>
                  </a:lnTo>
                  <a:lnTo>
                    <a:pt x="751047" y="142245"/>
                  </a:lnTo>
                  <a:lnTo>
                    <a:pt x="783240" y="151866"/>
                  </a:lnTo>
                  <a:lnTo>
                    <a:pt x="815471" y="163191"/>
                  </a:lnTo>
                  <a:lnTo>
                    <a:pt x="847657" y="176236"/>
                  </a:lnTo>
                  <a:lnTo>
                    <a:pt x="879713" y="191012"/>
                  </a:lnTo>
                  <a:lnTo>
                    <a:pt x="911554" y="207526"/>
                  </a:lnTo>
                  <a:lnTo>
                    <a:pt x="943096" y="225783"/>
                  </a:lnTo>
                  <a:lnTo>
                    <a:pt x="974251" y="245783"/>
                  </a:lnTo>
                  <a:lnTo>
                    <a:pt x="1004933" y="267521"/>
                  </a:lnTo>
                  <a:lnTo>
                    <a:pt x="1035055" y="290989"/>
                  </a:lnTo>
                  <a:lnTo>
                    <a:pt x="1064531" y="316175"/>
                  </a:lnTo>
                  <a:lnTo>
                    <a:pt x="1093273" y="343063"/>
                  </a:lnTo>
                  <a:lnTo>
                    <a:pt x="1121195" y="371631"/>
                  </a:lnTo>
                  <a:lnTo>
                    <a:pt x="1148212" y="401856"/>
                  </a:lnTo>
                  <a:lnTo>
                    <a:pt x="1174238" y="433709"/>
                  </a:lnTo>
                  <a:lnTo>
                    <a:pt x="1199189" y="467157"/>
                  </a:lnTo>
                  <a:lnTo>
                    <a:pt x="1222982" y="502163"/>
                  </a:lnTo>
                  <a:lnTo>
                    <a:pt x="1245536" y="538687"/>
                  </a:lnTo>
                  <a:lnTo>
                    <a:pt x="1266770" y="576684"/>
                  </a:lnTo>
                  <a:lnTo>
                    <a:pt x="1286605" y="616105"/>
                  </a:lnTo>
                  <a:lnTo>
                    <a:pt x="1304964" y="656898"/>
                  </a:lnTo>
                  <a:lnTo>
                    <a:pt x="1268943" y="689307"/>
                  </a:lnTo>
                  <a:lnTo>
                    <a:pt x="1232008" y="719542"/>
                  </a:lnTo>
                  <a:lnTo>
                    <a:pt x="1194258" y="747577"/>
                  </a:lnTo>
                  <a:lnTo>
                    <a:pt x="1155792" y="773391"/>
                  </a:lnTo>
                  <a:lnTo>
                    <a:pt x="1116709" y="796969"/>
                  </a:lnTo>
                  <a:lnTo>
                    <a:pt x="1077109" y="818297"/>
                  </a:lnTo>
                  <a:lnTo>
                    <a:pt x="1037092" y="837367"/>
                  </a:lnTo>
                  <a:lnTo>
                    <a:pt x="996759" y="854173"/>
                  </a:lnTo>
                  <a:lnTo>
                    <a:pt x="956209" y="868715"/>
                  </a:lnTo>
                  <a:lnTo>
                    <a:pt x="915542" y="880997"/>
                  </a:lnTo>
                  <a:lnTo>
                    <a:pt x="874858" y="891025"/>
                  </a:lnTo>
                  <a:lnTo>
                    <a:pt x="834254" y="898811"/>
                  </a:lnTo>
                  <a:lnTo>
                    <a:pt x="793830" y="904369"/>
                  </a:lnTo>
                  <a:lnTo>
                    <a:pt x="753682" y="907718"/>
                  </a:lnTo>
                  <a:lnTo>
                    <a:pt x="713906" y="908881"/>
                  </a:lnTo>
                  <a:lnTo>
                    <a:pt x="674598" y="907885"/>
                  </a:lnTo>
                  <a:lnTo>
                    <a:pt x="635851" y="904759"/>
                  </a:lnTo>
                  <a:lnTo>
                    <a:pt x="597757" y="899537"/>
                  </a:lnTo>
                  <a:lnTo>
                    <a:pt x="560408" y="892258"/>
                  </a:lnTo>
                  <a:lnTo>
                    <a:pt x="523891" y="882961"/>
                  </a:lnTo>
                  <a:lnTo>
                    <a:pt x="488295" y="871691"/>
                  </a:lnTo>
                  <a:lnTo>
                    <a:pt x="453705" y="858497"/>
                  </a:lnTo>
                  <a:lnTo>
                    <a:pt x="420203" y="843429"/>
                  </a:lnTo>
                  <a:lnTo>
                    <a:pt x="387872" y="826542"/>
                  </a:lnTo>
                  <a:lnTo>
                    <a:pt x="356789" y="807894"/>
                  </a:lnTo>
                  <a:lnTo>
                    <a:pt x="327030" y="787546"/>
                  </a:lnTo>
                  <a:lnTo>
                    <a:pt x="298944" y="781869"/>
                  </a:lnTo>
                  <a:lnTo>
                    <a:pt x="273370" y="772117"/>
                  </a:lnTo>
                  <a:lnTo>
                    <a:pt x="250818" y="758740"/>
                  </a:lnTo>
                  <a:lnTo>
                    <a:pt x="231736" y="742248"/>
                  </a:lnTo>
                  <a:lnTo>
                    <a:pt x="216495" y="723201"/>
                  </a:lnTo>
                  <a:lnTo>
                    <a:pt x="205394" y="702201"/>
                  </a:lnTo>
                  <a:lnTo>
                    <a:pt x="198646" y="679882"/>
                  </a:lnTo>
                  <a:lnTo>
                    <a:pt x="196383" y="656898"/>
                  </a:lnTo>
                  <a:lnTo>
                    <a:pt x="196383" y="656898"/>
                  </a:lnTo>
                  <a:lnTo>
                    <a:pt x="181435" y="667758"/>
                  </a:lnTo>
                  <a:lnTo>
                    <a:pt x="163458" y="673674"/>
                  </a:lnTo>
                  <a:lnTo>
                    <a:pt x="143667" y="674027"/>
                  </a:lnTo>
                  <a:lnTo>
                    <a:pt x="123387" y="668459"/>
                  </a:lnTo>
                  <a:lnTo>
                    <a:pt x="104001" y="656898"/>
                  </a:lnTo>
                  <a:lnTo>
                    <a:pt x="81462" y="645579"/>
                  </a:lnTo>
                  <a:lnTo>
                    <a:pt x="60473" y="629864"/>
                  </a:lnTo>
                  <a:lnTo>
                    <a:pt x="41676" y="609968"/>
                  </a:lnTo>
                  <a:lnTo>
                    <a:pt x="25683" y="586192"/>
                  </a:lnTo>
                  <a:lnTo>
                    <a:pt x="13067" y="558914"/>
                  </a:lnTo>
                  <a:lnTo>
                    <a:pt x="4351" y="528587"/>
                  </a:lnTo>
                  <a:lnTo>
                    <a:pt x="0" y="495730"/>
                  </a:lnTo>
                  <a:lnTo>
                    <a:pt x="411" y="460927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11531" y="4579203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334121" y="470328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920112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942178" y="5356523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719149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615559" y="5029904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843132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843132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843132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843132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843132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059247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34551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059247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1711093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2490871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2982204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2481773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701994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709069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7390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718168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6833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67364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3326634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326634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654633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4460646" y="3572944"/>
              <a:ext cx="1279062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 (n=22)</a:t>
              </a:r>
            </a:p>
          </p:txBody>
        </p:sp>
        <p:sp>
          <p:nvSpPr>
            <p:cNvPr id="229" name="rc229"/>
            <p:cNvSpPr/>
            <p:nvPr/>
          </p:nvSpPr>
          <p:spPr>
            <a:xfrm>
              <a:off x="3714451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100177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100177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100177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100177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100177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218306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853023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218306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545957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991736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853180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6940" y="4887949"/>
              <a:ext cx="1761819" cy="1062903"/>
            </a:xfrm>
            <a:custGeom>
              <a:avLst/>
              <a:pathLst>
                <a:path w="1761819" h="1062903">
                  <a:moveTo>
                    <a:pt x="653237" y="0"/>
                  </a:moveTo>
                  <a:lnTo>
                    <a:pt x="682230" y="1139"/>
                  </a:lnTo>
                  <a:lnTo>
                    <a:pt x="711044" y="4549"/>
                  </a:lnTo>
                  <a:lnTo>
                    <a:pt x="739502" y="10210"/>
                  </a:lnTo>
                  <a:lnTo>
                    <a:pt x="767428" y="18085"/>
                  </a:lnTo>
                  <a:lnTo>
                    <a:pt x="794649" y="28128"/>
                  </a:lnTo>
                  <a:lnTo>
                    <a:pt x="820999" y="40276"/>
                  </a:lnTo>
                  <a:lnTo>
                    <a:pt x="846315" y="54453"/>
                  </a:lnTo>
                  <a:lnTo>
                    <a:pt x="870440" y="70573"/>
                  </a:lnTo>
                  <a:lnTo>
                    <a:pt x="893226" y="88536"/>
                  </a:lnTo>
                  <a:lnTo>
                    <a:pt x="914532" y="108231"/>
                  </a:lnTo>
                  <a:lnTo>
                    <a:pt x="946785" y="95372"/>
                  </a:lnTo>
                  <a:lnTo>
                    <a:pt x="980193" y="84436"/>
                  </a:lnTo>
                  <a:lnTo>
                    <a:pt x="1014661" y="75487"/>
                  </a:lnTo>
                  <a:lnTo>
                    <a:pt x="1050093" y="68582"/>
                  </a:lnTo>
                  <a:lnTo>
                    <a:pt x="1086388" y="63776"/>
                  </a:lnTo>
                  <a:lnTo>
                    <a:pt x="1123443" y="61119"/>
                  </a:lnTo>
                  <a:lnTo>
                    <a:pt x="1161153" y="60656"/>
                  </a:lnTo>
                  <a:lnTo>
                    <a:pt x="1199411" y="62429"/>
                  </a:lnTo>
                  <a:lnTo>
                    <a:pt x="1238107" y="66472"/>
                  </a:lnTo>
                  <a:lnTo>
                    <a:pt x="1277131" y="72816"/>
                  </a:lnTo>
                  <a:lnTo>
                    <a:pt x="1316370" y="81487"/>
                  </a:lnTo>
                  <a:lnTo>
                    <a:pt x="1355710" y="92507"/>
                  </a:lnTo>
                  <a:lnTo>
                    <a:pt x="1395035" y="105891"/>
                  </a:lnTo>
                  <a:lnTo>
                    <a:pt x="1434231" y="121650"/>
                  </a:lnTo>
                  <a:lnTo>
                    <a:pt x="1473180" y="139790"/>
                  </a:lnTo>
                  <a:lnTo>
                    <a:pt x="1511764" y="160309"/>
                  </a:lnTo>
                  <a:lnTo>
                    <a:pt x="1549867" y="183205"/>
                  </a:lnTo>
                  <a:lnTo>
                    <a:pt x="1587372" y="208466"/>
                  </a:lnTo>
                  <a:lnTo>
                    <a:pt x="1624159" y="236076"/>
                  </a:lnTo>
                  <a:lnTo>
                    <a:pt x="1660114" y="266017"/>
                  </a:lnTo>
                  <a:lnTo>
                    <a:pt x="1695119" y="298260"/>
                  </a:lnTo>
                  <a:lnTo>
                    <a:pt x="1729058" y="332775"/>
                  </a:lnTo>
                  <a:lnTo>
                    <a:pt x="1761819" y="369527"/>
                  </a:lnTo>
                  <a:lnTo>
                    <a:pt x="1729058" y="406278"/>
                  </a:lnTo>
                  <a:lnTo>
                    <a:pt x="1695119" y="440793"/>
                  </a:lnTo>
                  <a:lnTo>
                    <a:pt x="1660114" y="473037"/>
                  </a:lnTo>
                  <a:lnTo>
                    <a:pt x="1624159" y="502977"/>
                  </a:lnTo>
                  <a:lnTo>
                    <a:pt x="1587372" y="530588"/>
                  </a:lnTo>
                  <a:lnTo>
                    <a:pt x="1549867" y="555849"/>
                  </a:lnTo>
                  <a:lnTo>
                    <a:pt x="1511764" y="578744"/>
                  </a:lnTo>
                  <a:lnTo>
                    <a:pt x="1473180" y="599264"/>
                  </a:lnTo>
                  <a:lnTo>
                    <a:pt x="1434231" y="617403"/>
                  </a:lnTo>
                  <a:lnTo>
                    <a:pt x="1395035" y="633162"/>
                  </a:lnTo>
                  <a:lnTo>
                    <a:pt x="1355710" y="646546"/>
                  </a:lnTo>
                  <a:lnTo>
                    <a:pt x="1316370" y="657566"/>
                  </a:lnTo>
                  <a:lnTo>
                    <a:pt x="1277131" y="666237"/>
                  </a:lnTo>
                  <a:lnTo>
                    <a:pt x="1238107" y="672582"/>
                  </a:lnTo>
                  <a:lnTo>
                    <a:pt x="1199411" y="676625"/>
                  </a:lnTo>
                  <a:lnTo>
                    <a:pt x="1161153" y="678397"/>
                  </a:lnTo>
                  <a:lnTo>
                    <a:pt x="1123443" y="677934"/>
                  </a:lnTo>
                  <a:lnTo>
                    <a:pt x="1086388" y="675277"/>
                  </a:lnTo>
                  <a:lnTo>
                    <a:pt x="1050093" y="670472"/>
                  </a:lnTo>
                  <a:lnTo>
                    <a:pt x="1014661" y="663567"/>
                  </a:lnTo>
                  <a:lnTo>
                    <a:pt x="980193" y="654617"/>
                  </a:lnTo>
                  <a:lnTo>
                    <a:pt x="946785" y="643681"/>
                  </a:lnTo>
                  <a:lnTo>
                    <a:pt x="914532" y="630822"/>
                  </a:lnTo>
                  <a:lnTo>
                    <a:pt x="907035" y="658928"/>
                  </a:lnTo>
                  <a:lnTo>
                    <a:pt x="896937" y="687123"/>
                  </a:lnTo>
                  <a:lnTo>
                    <a:pt x="884198" y="715184"/>
                  </a:lnTo>
                  <a:lnTo>
                    <a:pt x="868795" y="742883"/>
                  </a:lnTo>
                  <a:lnTo>
                    <a:pt x="850725" y="769991"/>
                  </a:lnTo>
                  <a:lnTo>
                    <a:pt x="830002" y="796275"/>
                  </a:lnTo>
                  <a:lnTo>
                    <a:pt x="806662" y="821502"/>
                  </a:lnTo>
                  <a:lnTo>
                    <a:pt x="780758" y="845441"/>
                  </a:lnTo>
                  <a:lnTo>
                    <a:pt x="752363" y="867863"/>
                  </a:lnTo>
                  <a:lnTo>
                    <a:pt x="721567" y="888545"/>
                  </a:lnTo>
                  <a:lnTo>
                    <a:pt x="688483" y="907267"/>
                  </a:lnTo>
                  <a:lnTo>
                    <a:pt x="653237" y="923817"/>
                  </a:lnTo>
                  <a:lnTo>
                    <a:pt x="628164" y="943799"/>
                  </a:lnTo>
                  <a:lnTo>
                    <a:pt x="601349" y="962610"/>
                  </a:lnTo>
                  <a:lnTo>
                    <a:pt x="572849" y="980136"/>
                  </a:lnTo>
                  <a:lnTo>
                    <a:pt x="542726" y="996266"/>
                  </a:lnTo>
                  <a:lnTo>
                    <a:pt x="511050" y="1010892"/>
                  </a:lnTo>
                  <a:lnTo>
                    <a:pt x="477896" y="1023909"/>
                  </a:lnTo>
                  <a:lnTo>
                    <a:pt x="443346" y="1035217"/>
                  </a:lnTo>
                  <a:lnTo>
                    <a:pt x="407487" y="1044719"/>
                  </a:lnTo>
                  <a:lnTo>
                    <a:pt x="370414" y="1052324"/>
                  </a:lnTo>
                  <a:lnTo>
                    <a:pt x="332223" y="1057943"/>
                  </a:lnTo>
                  <a:lnTo>
                    <a:pt x="293021" y="1061495"/>
                  </a:lnTo>
                  <a:lnTo>
                    <a:pt x="252916" y="1062903"/>
                  </a:lnTo>
                  <a:lnTo>
                    <a:pt x="212022" y="1062096"/>
                  </a:lnTo>
                  <a:lnTo>
                    <a:pt x="170458" y="1059007"/>
                  </a:lnTo>
                  <a:lnTo>
                    <a:pt x="128345" y="1053580"/>
                  </a:lnTo>
                  <a:lnTo>
                    <a:pt x="85811" y="1045759"/>
                  </a:lnTo>
                  <a:lnTo>
                    <a:pt x="42984" y="1035501"/>
                  </a:lnTo>
                  <a:lnTo>
                    <a:pt x="0" y="1022764"/>
                  </a:lnTo>
                  <a:lnTo>
                    <a:pt x="1687" y="976142"/>
                  </a:lnTo>
                  <a:lnTo>
                    <a:pt x="5839" y="930501"/>
                  </a:lnTo>
                  <a:lnTo>
                    <a:pt x="12386" y="885957"/>
                  </a:lnTo>
                  <a:lnTo>
                    <a:pt x="21255" y="842623"/>
                  </a:lnTo>
                  <a:lnTo>
                    <a:pt x="32366" y="800606"/>
                  </a:lnTo>
                  <a:lnTo>
                    <a:pt x="45636" y="760009"/>
                  </a:lnTo>
                  <a:lnTo>
                    <a:pt x="60976" y="720931"/>
                  </a:lnTo>
                  <a:lnTo>
                    <a:pt x="78295" y="683469"/>
                  </a:lnTo>
                  <a:lnTo>
                    <a:pt x="97497" y="647711"/>
                  </a:lnTo>
                  <a:lnTo>
                    <a:pt x="118479" y="613742"/>
                  </a:lnTo>
                  <a:lnTo>
                    <a:pt x="141140" y="581644"/>
                  </a:lnTo>
                  <a:lnTo>
                    <a:pt x="165370" y="551492"/>
                  </a:lnTo>
                  <a:lnTo>
                    <a:pt x="191061" y="523354"/>
                  </a:lnTo>
                  <a:lnTo>
                    <a:pt x="218097" y="497295"/>
                  </a:lnTo>
                  <a:lnTo>
                    <a:pt x="246364" y="473375"/>
                  </a:lnTo>
                  <a:lnTo>
                    <a:pt x="275742" y="451646"/>
                  </a:lnTo>
                  <a:lnTo>
                    <a:pt x="306111" y="432155"/>
                  </a:lnTo>
                  <a:lnTo>
                    <a:pt x="337349" y="414945"/>
                  </a:lnTo>
                  <a:lnTo>
                    <a:pt x="369330" y="400050"/>
                  </a:lnTo>
                  <a:lnTo>
                    <a:pt x="401929" y="387501"/>
                  </a:lnTo>
                  <a:lnTo>
                    <a:pt x="435020" y="377320"/>
                  </a:lnTo>
                  <a:lnTo>
                    <a:pt x="468474" y="369527"/>
                  </a:lnTo>
                  <a:lnTo>
                    <a:pt x="470054" y="345410"/>
                  </a:lnTo>
                  <a:lnTo>
                    <a:pt x="474769" y="321706"/>
                  </a:lnTo>
                  <a:lnTo>
                    <a:pt x="482538" y="298821"/>
                  </a:lnTo>
                  <a:lnTo>
                    <a:pt x="493227" y="277145"/>
                  </a:lnTo>
                  <a:lnTo>
                    <a:pt x="506655" y="257050"/>
                  </a:lnTo>
                  <a:lnTo>
                    <a:pt x="522590" y="238879"/>
                  </a:lnTo>
                  <a:lnTo>
                    <a:pt x="508113" y="250007"/>
                  </a:lnTo>
                  <a:lnTo>
                    <a:pt x="494589" y="262729"/>
                  </a:lnTo>
                  <a:lnTo>
                    <a:pt x="482190" y="276961"/>
                  </a:lnTo>
                  <a:lnTo>
                    <a:pt x="471085" y="292602"/>
                  </a:lnTo>
                  <a:lnTo>
                    <a:pt x="461430" y="309534"/>
                  </a:lnTo>
                  <a:lnTo>
                    <a:pt x="453371" y="327619"/>
                  </a:lnTo>
                  <a:lnTo>
                    <a:pt x="447043" y="346705"/>
                  </a:lnTo>
                  <a:lnTo>
                    <a:pt x="442562" y="366624"/>
                  </a:lnTo>
                  <a:lnTo>
                    <a:pt x="440031" y="387193"/>
                  </a:lnTo>
                  <a:lnTo>
                    <a:pt x="439534" y="408221"/>
                  </a:lnTo>
                  <a:lnTo>
                    <a:pt x="441135" y="429504"/>
                  </a:lnTo>
                  <a:lnTo>
                    <a:pt x="444877" y="450829"/>
                  </a:lnTo>
                  <a:lnTo>
                    <a:pt x="450783" y="471981"/>
                  </a:lnTo>
                  <a:lnTo>
                    <a:pt x="458852" y="492737"/>
                  </a:lnTo>
                  <a:lnTo>
                    <a:pt x="469063" y="512875"/>
                  </a:lnTo>
                  <a:lnTo>
                    <a:pt x="481370" y="532173"/>
                  </a:lnTo>
                  <a:lnTo>
                    <a:pt x="495703" y="550413"/>
                  </a:lnTo>
                  <a:lnTo>
                    <a:pt x="511972" y="567381"/>
                  </a:lnTo>
                  <a:lnTo>
                    <a:pt x="530062" y="582873"/>
                  </a:lnTo>
                  <a:lnTo>
                    <a:pt x="549837" y="596694"/>
                  </a:lnTo>
                  <a:lnTo>
                    <a:pt x="571142" y="608662"/>
                  </a:lnTo>
                  <a:lnTo>
                    <a:pt x="593801" y="618609"/>
                  </a:lnTo>
                  <a:lnTo>
                    <a:pt x="617619" y="626386"/>
                  </a:lnTo>
                  <a:lnTo>
                    <a:pt x="642387" y="631861"/>
                  </a:lnTo>
                  <a:lnTo>
                    <a:pt x="667880" y="634923"/>
                  </a:lnTo>
                  <a:lnTo>
                    <a:pt x="693860" y="635484"/>
                  </a:lnTo>
                  <a:lnTo>
                    <a:pt x="720079" y="633478"/>
                  </a:lnTo>
                  <a:lnTo>
                    <a:pt x="746282" y="628865"/>
                  </a:lnTo>
                  <a:lnTo>
                    <a:pt x="772208" y="621631"/>
                  </a:lnTo>
                  <a:lnTo>
                    <a:pt x="797593" y="611786"/>
                  </a:lnTo>
                  <a:lnTo>
                    <a:pt x="822172" y="599370"/>
                  </a:lnTo>
                  <a:lnTo>
                    <a:pt x="845684" y="584448"/>
                  </a:lnTo>
                  <a:lnTo>
                    <a:pt x="867872" y="567111"/>
                  </a:lnTo>
                  <a:lnTo>
                    <a:pt x="888487" y="547479"/>
                  </a:lnTo>
                  <a:lnTo>
                    <a:pt x="907292" y="525694"/>
                  </a:lnTo>
                  <a:lnTo>
                    <a:pt x="924063" y="501925"/>
                  </a:lnTo>
                  <a:lnTo>
                    <a:pt x="938590" y="476365"/>
                  </a:lnTo>
                  <a:lnTo>
                    <a:pt x="950684" y="449227"/>
                  </a:lnTo>
                  <a:lnTo>
                    <a:pt x="960174" y="420745"/>
                  </a:lnTo>
                  <a:lnTo>
                    <a:pt x="966914" y="391171"/>
                  </a:lnTo>
                  <a:lnTo>
                    <a:pt x="970780" y="360774"/>
                  </a:lnTo>
                  <a:lnTo>
                    <a:pt x="971678" y="329833"/>
                  </a:lnTo>
                  <a:lnTo>
                    <a:pt x="969538" y="298642"/>
                  </a:lnTo>
                  <a:lnTo>
                    <a:pt x="964322" y="267500"/>
                  </a:lnTo>
                  <a:lnTo>
                    <a:pt x="956019" y="236714"/>
                  </a:lnTo>
                  <a:lnTo>
                    <a:pt x="944651" y="206591"/>
                  </a:lnTo>
                  <a:lnTo>
                    <a:pt x="930269" y="177437"/>
                  </a:lnTo>
                  <a:lnTo>
                    <a:pt x="912956" y="149556"/>
                  </a:lnTo>
                  <a:lnTo>
                    <a:pt x="892825" y="123243"/>
                  </a:lnTo>
                  <a:lnTo>
                    <a:pt x="870020" y="98785"/>
                  </a:lnTo>
                  <a:lnTo>
                    <a:pt x="844712" y="76453"/>
                  </a:lnTo>
                  <a:lnTo>
                    <a:pt x="817102" y="56504"/>
                  </a:lnTo>
                  <a:lnTo>
                    <a:pt x="787415" y="39175"/>
                  </a:lnTo>
                  <a:lnTo>
                    <a:pt x="755902" y="24682"/>
                  </a:lnTo>
                  <a:lnTo>
                    <a:pt x="722837" y="13216"/>
                  </a:lnTo>
                  <a:lnTo>
                    <a:pt x="688512" y="4943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446940" y="4887949"/>
              <a:ext cx="1761819" cy="1062903"/>
            </a:xfrm>
            <a:custGeom>
              <a:avLst/>
              <a:pathLst>
                <a:path w="1761819" h="1062903">
                  <a:moveTo>
                    <a:pt x="653237" y="0"/>
                  </a:moveTo>
                  <a:lnTo>
                    <a:pt x="682230" y="1139"/>
                  </a:lnTo>
                  <a:lnTo>
                    <a:pt x="711044" y="4549"/>
                  </a:lnTo>
                  <a:lnTo>
                    <a:pt x="739502" y="10210"/>
                  </a:lnTo>
                  <a:lnTo>
                    <a:pt x="767428" y="18085"/>
                  </a:lnTo>
                  <a:lnTo>
                    <a:pt x="794649" y="28128"/>
                  </a:lnTo>
                  <a:lnTo>
                    <a:pt x="820999" y="40276"/>
                  </a:lnTo>
                  <a:lnTo>
                    <a:pt x="846315" y="54453"/>
                  </a:lnTo>
                  <a:lnTo>
                    <a:pt x="870440" y="70573"/>
                  </a:lnTo>
                  <a:lnTo>
                    <a:pt x="893226" y="88536"/>
                  </a:lnTo>
                  <a:lnTo>
                    <a:pt x="914532" y="108231"/>
                  </a:lnTo>
                  <a:lnTo>
                    <a:pt x="946785" y="95372"/>
                  </a:lnTo>
                  <a:lnTo>
                    <a:pt x="980193" y="84436"/>
                  </a:lnTo>
                  <a:lnTo>
                    <a:pt x="1014661" y="75487"/>
                  </a:lnTo>
                  <a:lnTo>
                    <a:pt x="1050093" y="68582"/>
                  </a:lnTo>
                  <a:lnTo>
                    <a:pt x="1086388" y="63776"/>
                  </a:lnTo>
                  <a:lnTo>
                    <a:pt x="1123443" y="61119"/>
                  </a:lnTo>
                  <a:lnTo>
                    <a:pt x="1161153" y="60656"/>
                  </a:lnTo>
                  <a:lnTo>
                    <a:pt x="1199411" y="62429"/>
                  </a:lnTo>
                  <a:lnTo>
                    <a:pt x="1238107" y="66472"/>
                  </a:lnTo>
                  <a:lnTo>
                    <a:pt x="1277131" y="72816"/>
                  </a:lnTo>
                  <a:lnTo>
                    <a:pt x="1316370" y="81487"/>
                  </a:lnTo>
                  <a:lnTo>
                    <a:pt x="1355710" y="92507"/>
                  </a:lnTo>
                  <a:lnTo>
                    <a:pt x="1395035" y="105891"/>
                  </a:lnTo>
                  <a:lnTo>
                    <a:pt x="1434231" y="121650"/>
                  </a:lnTo>
                  <a:lnTo>
                    <a:pt x="1473180" y="139790"/>
                  </a:lnTo>
                  <a:lnTo>
                    <a:pt x="1511764" y="160309"/>
                  </a:lnTo>
                  <a:lnTo>
                    <a:pt x="1549867" y="183205"/>
                  </a:lnTo>
                  <a:lnTo>
                    <a:pt x="1587372" y="208466"/>
                  </a:lnTo>
                  <a:lnTo>
                    <a:pt x="1624159" y="236076"/>
                  </a:lnTo>
                  <a:lnTo>
                    <a:pt x="1660114" y="266017"/>
                  </a:lnTo>
                  <a:lnTo>
                    <a:pt x="1695119" y="298260"/>
                  </a:lnTo>
                  <a:lnTo>
                    <a:pt x="1729058" y="332775"/>
                  </a:lnTo>
                  <a:lnTo>
                    <a:pt x="1761819" y="369527"/>
                  </a:lnTo>
                  <a:lnTo>
                    <a:pt x="1729058" y="406278"/>
                  </a:lnTo>
                  <a:lnTo>
                    <a:pt x="1695119" y="440793"/>
                  </a:lnTo>
                  <a:lnTo>
                    <a:pt x="1660114" y="473037"/>
                  </a:lnTo>
                  <a:lnTo>
                    <a:pt x="1624159" y="502977"/>
                  </a:lnTo>
                  <a:lnTo>
                    <a:pt x="1587372" y="530588"/>
                  </a:lnTo>
                  <a:lnTo>
                    <a:pt x="1549867" y="555849"/>
                  </a:lnTo>
                  <a:lnTo>
                    <a:pt x="1511764" y="578744"/>
                  </a:lnTo>
                  <a:lnTo>
                    <a:pt x="1473180" y="599264"/>
                  </a:lnTo>
                  <a:lnTo>
                    <a:pt x="1434231" y="617403"/>
                  </a:lnTo>
                  <a:lnTo>
                    <a:pt x="1395035" y="633162"/>
                  </a:lnTo>
                  <a:lnTo>
                    <a:pt x="1355710" y="646546"/>
                  </a:lnTo>
                  <a:lnTo>
                    <a:pt x="1316370" y="657566"/>
                  </a:lnTo>
                  <a:lnTo>
                    <a:pt x="1277131" y="666237"/>
                  </a:lnTo>
                  <a:lnTo>
                    <a:pt x="1238107" y="672582"/>
                  </a:lnTo>
                  <a:lnTo>
                    <a:pt x="1199411" y="676625"/>
                  </a:lnTo>
                  <a:lnTo>
                    <a:pt x="1161153" y="678397"/>
                  </a:lnTo>
                  <a:lnTo>
                    <a:pt x="1123443" y="677934"/>
                  </a:lnTo>
                  <a:lnTo>
                    <a:pt x="1086388" y="675277"/>
                  </a:lnTo>
                  <a:lnTo>
                    <a:pt x="1050093" y="670472"/>
                  </a:lnTo>
                  <a:lnTo>
                    <a:pt x="1014661" y="663567"/>
                  </a:lnTo>
                  <a:lnTo>
                    <a:pt x="980193" y="654617"/>
                  </a:lnTo>
                  <a:lnTo>
                    <a:pt x="946785" y="643681"/>
                  </a:lnTo>
                  <a:lnTo>
                    <a:pt x="914532" y="630822"/>
                  </a:lnTo>
                  <a:lnTo>
                    <a:pt x="907035" y="658928"/>
                  </a:lnTo>
                  <a:lnTo>
                    <a:pt x="896937" y="687123"/>
                  </a:lnTo>
                  <a:lnTo>
                    <a:pt x="884198" y="715184"/>
                  </a:lnTo>
                  <a:lnTo>
                    <a:pt x="868795" y="742883"/>
                  </a:lnTo>
                  <a:lnTo>
                    <a:pt x="850725" y="769991"/>
                  </a:lnTo>
                  <a:lnTo>
                    <a:pt x="830002" y="796275"/>
                  </a:lnTo>
                  <a:lnTo>
                    <a:pt x="806662" y="821502"/>
                  </a:lnTo>
                  <a:lnTo>
                    <a:pt x="780758" y="845441"/>
                  </a:lnTo>
                  <a:lnTo>
                    <a:pt x="752363" y="867863"/>
                  </a:lnTo>
                  <a:lnTo>
                    <a:pt x="721567" y="888545"/>
                  </a:lnTo>
                  <a:lnTo>
                    <a:pt x="688483" y="907267"/>
                  </a:lnTo>
                  <a:lnTo>
                    <a:pt x="653237" y="923817"/>
                  </a:lnTo>
                  <a:lnTo>
                    <a:pt x="628164" y="943799"/>
                  </a:lnTo>
                  <a:lnTo>
                    <a:pt x="601349" y="962610"/>
                  </a:lnTo>
                  <a:lnTo>
                    <a:pt x="572849" y="980136"/>
                  </a:lnTo>
                  <a:lnTo>
                    <a:pt x="542726" y="996266"/>
                  </a:lnTo>
                  <a:lnTo>
                    <a:pt x="511050" y="1010892"/>
                  </a:lnTo>
                  <a:lnTo>
                    <a:pt x="477896" y="1023909"/>
                  </a:lnTo>
                  <a:lnTo>
                    <a:pt x="443346" y="1035217"/>
                  </a:lnTo>
                  <a:lnTo>
                    <a:pt x="407487" y="1044719"/>
                  </a:lnTo>
                  <a:lnTo>
                    <a:pt x="370414" y="1052324"/>
                  </a:lnTo>
                  <a:lnTo>
                    <a:pt x="332223" y="1057943"/>
                  </a:lnTo>
                  <a:lnTo>
                    <a:pt x="293021" y="1061495"/>
                  </a:lnTo>
                  <a:lnTo>
                    <a:pt x="252916" y="1062903"/>
                  </a:lnTo>
                  <a:lnTo>
                    <a:pt x="212022" y="1062096"/>
                  </a:lnTo>
                  <a:lnTo>
                    <a:pt x="170458" y="1059007"/>
                  </a:lnTo>
                  <a:lnTo>
                    <a:pt x="128345" y="1053580"/>
                  </a:lnTo>
                  <a:lnTo>
                    <a:pt x="85811" y="1045759"/>
                  </a:lnTo>
                  <a:lnTo>
                    <a:pt x="42984" y="1035501"/>
                  </a:lnTo>
                  <a:lnTo>
                    <a:pt x="0" y="1022764"/>
                  </a:lnTo>
                  <a:lnTo>
                    <a:pt x="1687" y="976142"/>
                  </a:lnTo>
                  <a:lnTo>
                    <a:pt x="5839" y="930501"/>
                  </a:lnTo>
                  <a:lnTo>
                    <a:pt x="12386" y="885957"/>
                  </a:lnTo>
                  <a:lnTo>
                    <a:pt x="21255" y="842623"/>
                  </a:lnTo>
                  <a:lnTo>
                    <a:pt x="32366" y="800606"/>
                  </a:lnTo>
                  <a:lnTo>
                    <a:pt x="45636" y="760009"/>
                  </a:lnTo>
                  <a:lnTo>
                    <a:pt x="60976" y="720931"/>
                  </a:lnTo>
                  <a:lnTo>
                    <a:pt x="78295" y="683469"/>
                  </a:lnTo>
                  <a:lnTo>
                    <a:pt x="97497" y="647711"/>
                  </a:lnTo>
                  <a:lnTo>
                    <a:pt x="118479" y="613742"/>
                  </a:lnTo>
                  <a:lnTo>
                    <a:pt x="141140" y="581644"/>
                  </a:lnTo>
                  <a:lnTo>
                    <a:pt x="165370" y="551492"/>
                  </a:lnTo>
                  <a:lnTo>
                    <a:pt x="191061" y="523354"/>
                  </a:lnTo>
                  <a:lnTo>
                    <a:pt x="218097" y="497295"/>
                  </a:lnTo>
                  <a:lnTo>
                    <a:pt x="246364" y="473375"/>
                  </a:lnTo>
                  <a:lnTo>
                    <a:pt x="275742" y="451646"/>
                  </a:lnTo>
                  <a:lnTo>
                    <a:pt x="306111" y="432155"/>
                  </a:lnTo>
                  <a:lnTo>
                    <a:pt x="337349" y="414945"/>
                  </a:lnTo>
                  <a:lnTo>
                    <a:pt x="369330" y="400050"/>
                  </a:lnTo>
                  <a:lnTo>
                    <a:pt x="401929" y="387501"/>
                  </a:lnTo>
                  <a:lnTo>
                    <a:pt x="435020" y="377320"/>
                  </a:lnTo>
                  <a:lnTo>
                    <a:pt x="468474" y="369527"/>
                  </a:lnTo>
                  <a:lnTo>
                    <a:pt x="470054" y="345410"/>
                  </a:lnTo>
                  <a:lnTo>
                    <a:pt x="474769" y="321706"/>
                  </a:lnTo>
                  <a:lnTo>
                    <a:pt x="482538" y="298821"/>
                  </a:lnTo>
                  <a:lnTo>
                    <a:pt x="493227" y="277145"/>
                  </a:lnTo>
                  <a:lnTo>
                    <a:pt x="506655" y="257050"/>
                  </a:lnTo>
                  <a:lnTo>
                    <a:pt x="522590" y="238879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068576" y="4856348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329871" y="496458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177158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329871" y="548717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068576" y="578016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415338" y="5879113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883813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937929" y="5095228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100177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100177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100177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100177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100177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4316292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991596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4316292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4968138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747916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39249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738818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4959040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3966115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3730951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3975213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3473878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3424409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69" name="rc269"/>
            <p:cNvSpPr/>
            <p:nvPr/>
          </p:nvSpPr>
          <p:spPr>
            <a:xfrm>
              <a:off x="6583680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6583680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6911679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tx272"/>
            <p:cNvSpPr/>
            <p:nvPr/>
          </p:nvSpPr>
          <p:spPr>
            <a:xfrm>
              <a:off x="7573765" y="3572944"/>
              <a:ext cx="156691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 (n=15)</a:t>
              </a:r>
            </a:p>
          </p:txBody>
        </p:sp>
        <p:sp>
          <p:nvSpPr>
            <p:cNvPr id="273" name="rc273"/>
            <p:cNvSpPr/>
            <p:nvPr/>
          </p:nvSpPr>
          <p:spPr>
            <a:xfrm>
              <a:off x="6971496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8357223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8357223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8357223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8357223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8357223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475352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110069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475352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03002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248781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110226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8080078" y="4473591"/>
              <a:ext cx="1067287" cy="949351"/>
            </a:xfrm>
            <a:custGeom>
              <a:avLst/>
              <a:pathLst>
                <a:path w="1067287" h="949351">
                  <a:moveTo>
                    <a:pt x="277145" y="783885"/>
                  </a:moveTo>
                  <a:lnTo>
                    <a:pt x="277995" y="749252"/>
                  </a:lnTo>
                  <a:lnTo>
                    <a:pt x="280545" y="714682"/>
                  </a:lnTo>
                  <a:lnTo>
                    <a:pt x="284790" y="680237"/>
                  </a:lnTo>
                  <a:lnTo>
                    <a:pt x="290727" y="645980"/>
                  </a:lnTo>
                  <a:lnTo>
                    <a:pt x="298348" y="611972"/>
                  </a:lnTo>
                  <a:lnTo>
                    <a:pt x="307644" y="578276"/>
                  </a:lnTo>
                  <a:lnTo>
                    <a:pt x="318603" y="544953"/>
                  </a:lnTo>
                  <a:lnTo>
                    <a:pt x="331213" y="512065"/>
                  </a:lnTo>
                  <a:lnTo>
                    <a:pt x="345458" y="479672"/>
                  </a:lnTo>
                  <a:lnTo>
                    <a:pt x="361321" y="447835"/>
                  </a:lnTo>
                  <a:lnTo>
                    <a:pt x="378782" y="416614"/>
                  </a:lnTo>
                  <a:lnTo>
                    <a:pt x="397821" y="386068"/>
                  </a:lnTo>
                  <a:lnTo>
                    <a:pt x="418415" y="356254"/>
                  </a:lnTo>
                  <a:lnTo>
                    <a:pt x="440538" y="327232"/>
                  </a:lnTo>
                  <a:lnTo>
                    <a:pt x="464163" y="299058"/>
                  </a:lnTo>
                  <a:lnTo>
                    <a:pt x="489263" y="271787"/>
                  </a:lnTo>
                  <a:lnTo>
                    <a:pt x="515805" y="245476"/>
                  </a:lnTo>
                  <a:lnTo>
                    <a:pt x="543758" y="220178"/>
                  </a:lnTo>
                  <a:lnTo>
                    <a:pt x="573088" y="195947"/>
                  </a:lnTo>
                  <a:lnTo>
                    <a:pt x="603758" y="172834"/>
                  </a:lnTo>
                  <a:lnTo>
                    <a:pt x="635731" y="150891"/>
                  </a:lnTo>
                  <a:lnTo>
                    <a:pt x="668968" y="130167"/>
                  </a:lnTo>
                  <a:lnTo>
                    <a:pt x="703427" y="110712"/>
                  </a:lnTo>
                  <a:lnTo>
                    <a:pt x="739066" y="92571"/>
                  </a:lnTo>
                  <a:lnTo>
                    <a:pt x="775840" y="75792"/>
                  </a:lnTo>
                  <a:lnTo>
                    <a:pt x="813705" y="60418"/>
                  </a:lnTo>
                  <a:lnTo>
                    <a:pt x="852611" y="46493"/>
                  </a:lnTo>
                  <a:lnTo>
                    <a:pt x="892512" y="34058"/>
                  </a:lnTo>
                  <a:lnTo>
                    <a:pt x="933356" y="23154"/>
                  </a:lnTo>
                  <a:lnTo>
                    <a:pt x="975093" y="13818"/>
                  </a:lnTo>
                  <a:lnTo>
                    <a:pt x="1017669" y="6088"/>
                  </a:lnTo>
                  <a:lnTo>
                    <a:pt x="1061030" y="0"/>
                  </a:lnTo>
                  <a:lnTo>
                    <a:pt x="1065320" y="47781"/>
                  </a:lnTo>
                  <a:lnTo>
                    <a:pt x="1067287" y="94917"/>
                  </a:lnTo>
                  <a:lnTo>
                    <a:pt x="1066980" y="141306"/>
                  </a:lnTo>
                  <a:lnTo>
                    <a:pt x="1064455" y="186849"/>
                  </a:lnTo>
                  <a:lnTo>
                    <a:pt x="1059768" y="231449"/>
                  </a:lnTo>
                  <a:lnTo>
                    <a:pt x="1052983" y="275012"/>
                  </a:lnTo>
                  <a:lnTo>
                    <a:pt x="1044166" y="317449"/>
                  </a:lnTo>
                  <a:lnTo>
                    <a:pt x="1033385" y="358672"/>
                  </a:lnTo>
                  <a:lnTo>
                    <a:pt x="1020714" y="398598"/>
                  </a:lnTo>
                  <a:lnTo>
                    <a:pt x="1006230" y="437147"/>
                  </a:lnTo>
                  <a:lnTo>
                    <a:pt x="990012" y="474243"/>
                  </a:lnTo>
                  <a:lnTo>
                    <a:pt x="972144" y="509813"/>
                  </a:lnTo>
                  <a:lnTo>
                    <a:pt x="952711" y="543789"/>
                  </a:lnTo>
                  <a:lnTo>
                    <a:pt x="931801" y="576106"/>
                  </a:lnTo>
                  <a:lnTo>
                    <a:pt x="909506" y="606706"/>
                  </a:lnTo>
                  <a:lnTo>
                    <a:pt x="885919" y="635531"/>
                  </a:lnTo>
                  <a:lnTo>
                    <a:pt x="861134" y="662531"/>
                  </a:lnTo>
                  <a:lnTo>
                    <a:pt x="835250" y="687658"/>
                  </a:lnTo>
                  <a:lnTo>
                    <a:pt x="808366" y="710870"/>
                  </a:lnTo>
                  <a:lnTo>
                    <a:pt x="780583" y="732130"/>
                  </a:lnTo>
                  <a:lnTo>
                    <a:pt x="752002" y="751404"/>
                  </a:lnTo>
                  <a:lnTo>
                    <a:pt x="722727" y="768663"/>
                  </a:lnTo>
                  <a:lnTo>
                    <a:pt x="692863" y="783885"/>
                  </a:lnTo>
                  <a:lnTo>
                    <a:pt x="664617" y="804191"/>
                  </a:lnTo>
                  <a:lnTo>
                    <a:pt x="635460" y="821545"/>
                  </a:lnTo>
                  <a:lnTo>
                    <a:pt x="605625" y="835911"/>
                  </a:lnTo>
                  <a:lnTo>
                    <a:pt x="575343" y="847269"/>
                  </a:lnTo>
                  <a:lnTo>
                    <a:pt x="544847" y="855615"/>
                  </a:lnTo>
                  <a:lnTo>
                    <a:pt x="514368" y="860963"/>
                  </a:lnTo>
                  <a:lnTo>
                    <a:pt x="484135" y="863341"/>
                  </a:lnTo>
                  <a:lnTo>
                    <a:pt x="454374" y="862793"/>
                  </a:lnTo>
                  <a:lnTo>
                    <a:pt x="425308" y="859378"/>
                  </a:lnTo>
                  <a:lnTo>
                    <a:pt x="397152" y="853171"/>
                  </a:lnTo>
                  <a:lnTo>
                    <a:pt x="370118" y="844263"/>
                  </a:lnTo>
                  <a:lnTo>
                    <a:pt x="344409" y="832755"/>
                  </a:lnTo>
                  <a:lnTo>
                    <a:pt x="320221" y="818768"/>
                  </a:lnTo>
                  <a:lnTo>
                    <a:pt x="297741" y="802430"/>
                  </a:lnTo>
                  <a:lnTo>
                    <a:pt x="277145" y="783885"/>
                  </a:lnTo>
                  <a:lnTo>
                    <a:pt x="258104" y="800384"/>
                  </a:lnTo>
                  <a:lnTo>
                    <a:pt x="236806" y="814083"/>
                  </a:lnTo>
                  <a:lnTo>
                    <a:pt x="213559" y="824749"/>
                  </a:lnTo>
                  <a:lnTo>
                    <a:pt x="188692" y="832184"/>
                  </a:lnTo>
                  <a:lnTo>
                    <a:pt x="162554" y="836217"/>
                  </a:lnTo>
                  <a:lnTo>
                    <a:pt x="135506" y="836713"/>
                  </a:lnTo>
                  <a:lnTo>
                    <a:pt x="107924" y="833573"/>
                  </a:lnTo>
                  <a:lnTo>
                    <a:pt x="80191" y="826730"/>
                  </a:lnTo>
                  <a:lnTo>
                    <a:pt x="52698" y="816156"/>
                  </a:lnTo>
                  <a:lnTo>
                    <a:pt x="25836" y="801859"/>
                  </a:lnTo>
                  <a:lnTo>
                    <a:pt x="0" y="783885"/>
                  </a:lnTo>
                  <a:lnTo>
                    <a:pt x="1334" y="756720"/>
                  </a:lnTo>
                  <a:lnTo>
                    <a:pt x="5325" y="729817"/>
                  </a:lnTo>
                  <a:lnTo>
                    <a:pt x="11933" y="703434"/>
                  </a:lnTo>
                  <a:lnTo>
                    <a:pt x="21096" y="677826"/>
                  </a:lnTo>
                  <a:lnTo>
                    <a:pt x="32724" y="653239"/>
                  </a:lnTo>
                  <a:lnTo>
                    <a:pt x="46707" y="629911"/>
                  </a:lnTo>
                  <a:lnTo>
                    <a:pt x="62909" y="608066"/>
                  </a:lnTo>
                  <a:lnTo>
                    <a:pt x="81173" y="587914"/>
                  </a:lnTo>
                  <a:lnTo>
                    <a:pt x="57012" y="630668"/>
                  </a:lnTo>
                  <a:lnTo>
                    <a:pt x="41558" y="675639"/>
                  </a:lnTo>
                  <a:lnTo>
                    <a:pt x="34811" y="721140"/>
                  </a:lnTo>
                  <a:lnTo>
                    <a:pt x="36457" y="765556"/>
                  </a:lnTo>
                  <a:lnTo>
                    <a:pt x="45893" y="807401"/>
                  </a:lnTo>
                  <a:lnTo>
                    <a:pt x="62264" y="845370"/>
                  </a:lnTo>
                  <a:lnTo>
                    <a:pt x="84508" y="878378"/>
                  </a:lnTo>
                  <a:lnTo>
                    <a:pt x="111406" y="905589"/>
                  </a:lnTo>
                  <a:lnTo>
                    <a:pt x="141636" y="926440"/>
                  </a:lnTo>
                  <a:lnTo>
                    <a:pt x="173831" y="940646"/>
                  </a:lnTo>
                  <a:lnTo>
                    <a:pt x="206633" y="948198"/>
                  </a:lnTo>
                  <a:lnTo>
                    <a:pt x="238748" y="949351"/>
                  </a:lnTo>
                  <a:lnTo>
                    <a:pt x="268994" y="944601"/>
                  </a:lnTo>
                  <a:lnTo>
                    <a:pt x="296346" y="934650"/>
                  </a:lnTo>
                  <a:lnTo>
                    <a:pt x="319967" y="920368"/>
                  </a:lnTo>
                  <a:lnTo>
                    <a:pt x="339234" y="902748"/>
                  </a:lnTo>
                  <a:lnTo>
                    <a:pt x="353758" y="882860"/>
                  </a:lnTo>
                  <a:lnTo>
                    <a:pt x="363383" y="861799"/>
                  </a:lnTo>
                  <a:lnTo>
                    <a:pt x="368189" y="840633"/>
                  </a:lnTo>
                  <a:lnTo>
                    <a:pt x="368470" y="820365"/>
                  </a:lnTo>
                  <a:lnTo>
                    <a:pt x="364717" y="801881"/>
                  </a:lnTo>
                  <a:lnTo>
                    <a:pt x="357581" y="785923"/>
                  </a:lnTo>
                  <a:lnTo>
                    <a:pt x="347841" y="773055"/>
                  </a:lnTo>
                  <a:lnTo>
                    <a:pt x="336362" y="763644"/>
                  </a:lnTo>
                  <a:lnTo>
                    <a:pt x="324046" y="757853"/>
                  </a:lnTo>
                  <a:lnTo>
                    <a:pt x="311789" y="755637"/>
                  </a:lnTo>
                  <a:lnTo>
                    <a:pt x="300438" y="756751"/>
                  </a:lnTo>
                  <a:lnTo>
                    <a:pt x="290751" y="760772"/>
                  </a:lnTo>
                  <a:lnTo>
                    <a:pt x="283355" y="767118"/>
                  </a:lnTo>
                  <a:lnTo>
                    <a:pt x="278722" y="775085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8080078" y="4473591"/>
              <a:ext cx="1067287" cy="863341"/>
            </a:xfrm>
            <a:custGeom>
              <a:avLst/>
              <a:pathLst>
                <a:path w="1067287" h="863341">
                  <a:moveTo>
                    <a:pt x="277145" y="783885"/>
                  </a:moveTo>
                  <a:lnTo>
                    <a:pt x="277995" y="749252"/>
                  </a:lnTo>
                  <a:lnTo>
                    <a:pt x="280545" y="714682"/>
                  </a:lnTo>
                  <a:lnTo>
                    <a:pt x="284790" y="680237"/>
                  </a:lnTo>
                  <a:lnTo>
                    <a:pt x="290727" y="645980"/>
                  </a:lnTo>
                  <a:lnTo>
                    <a:pt x="298348" y="611972"/>
                  </a:lnTo>
                  <a:lnTo>
                    <a:pt x="307644" y="578276"/>
                  </a:lnTo>
                  <a:lnTo>
                    <a:pt x="318603" y="544953"/>
                  </a:lnTo>
                  <a:lnTo>
                    <a:pt x="331213" y="512065"/>
                  </a:lnTo>
                  <a:lnTo>
                    <a:pt x="345458" y="479672"/>
                  </a:lnTo>
                  <a:lnTo>
                    <a:pt x="361321" y="447835"/>
                  </a:lnTo>
                  <a:lnTo>
                    <a:pt x="378782" y="416614"/>
                  </a:lnTo>
                  <a:lnTo>
                    <a:pt x="397821" y="386068"/>
                  </a:lnTo>
                  <a:lnTo>
                    <a:pt x="418415" y="356254"/>
                  </a:lnTo>
                  <a:lnTo>
                    <a:pt x="440538" y="327232"/>
                  </a:lnTo>
                  <a:lnTo>
                    <a:pt x="464163" y="299058"/>
                  </a:lnTo>
                  <a:lnTo>
                    <a:pt x="489263" y="271787"/>
                  </a:lnTo>
                  <a:lnTo>
                    <a:pt x="515805" y="245476"/>
                  </a:lnTo>
                  <a:lnTo>
                    <a:pt x="543758" y="220178"/>
                  </a:lnTo>
                  <a:lnTo>
                    <a:pt x="573088" y="195947"/>
                  </a:lnTo>
                  <a:lnTo>
                    <a:pt x="603758" y="172834"/>
                  </a:lnTo>
                  <a:lnTo>
                    <a:pt x="635731" y="150891"/>
                  </a:lnTo>
                  <a:lnTo>
                    <a:pt x="668968" y="130167"/>
                  </a:lnTo>
                  <a:lnTo>
                    <a:pt x="703427" y="110712"/>
                  </a:lnTo>
                  <a:lnTo>
                    <a:pt x="739066" y="92571"/>
                  </a:lnTo>
                  <a:lnTo>
                    <a:pt x="775840" y="75792"/>
                  </a:lnTo>
                  <a:lnTo>
                    <a:pt x="813705" y="60418"/>
                  </a:lnTo>
                  <a:lnTo>
                    <a:pt x="852611" y="46493"/>
                  </a:lnTo>
                  <a:lnTo>
                    <a:pt x="892512" y="34058"/>
                  </a:lnTo>
                  <a:lnTo>
                    <a:pt x="933356" y="23154"/>
                  </a:lnTo>
                  <a:lnTo>
                    <a:pt x="975093" y="13818"/>
                  </a:lnTo>
                  <a:lnTo>
                    <a:pt x="1017669" y="6088"/>
                  </a:lnTo>
                  <a:lnTo>
                    <a:pt x="1061030" y="0"/>
                  </a:lnTo>
                  <a:lnTo>
                    <a:pt x="1065320" y="47781"/>
                  </a:lnTo>
                  <a:lnTo>
                    <a:pt x="1067287" y="94917"/>
                  </a:lnTo>
                  <a:lnTo>
                    <a:pt x="1066980" y="141306"/>
                  </a:lnTo>
                  <a:lnTo>
                    <a:pt x="1064455" y="186849"/>
                  </a:lnTo>
                  <a:lnTo>
                    <a:pt x="1059768" y="231449"/>
                  </a:lnTo>
                  <a:lnTo>
                    <a:pt x="1052983" y="275012"/>
                  </a:lnTo>
                  <a:lnTo>
                    <a:pt x="1044166" y="317449"/>
                  </a:lnTo>
                  <a:lnTo>
                    <a:pt x="1033385" y="358672"/>
                  </a:lnTo>
                  <a:lnTo>
                    <a:pt x="1020714" y="398598"/>
                  </a:lnTo>
                  <a:lnTo>
                    <a:pt x="1006230" y="437147"/>
                  </a:lnTo>
                  <a:lnTo>
                    <a:pt x="990012" y="474243"/>
                  </a:lnTo>
                  <a:lnTo>
                    <a:pt x="972144" y="509813"/>
                  </a:lnTo>
                  <a:lnTo>
                    <a:pt x="952711" y="543789"/>
                  </a:lnTo>
                  <a:lnTo>
                    <a:pt x="931801" y="576106"/>
                  </a:lnTo>
                  <a:lnTo>
                    <a:pt x="909506" y="606706"/>
                  </a:lnTo>
                  <a:lnTo>
                    <a:pt x="885919" y="635531"/>
                  </a:lnTo>
                  <a:lnTo>
                    <a:pt x="861134" y="662531"/>
                  </a:lnTo>
                  <a:lnTo>
                    <a:pt x="835250" y="687658"/>
                  </a:lnTo>
                  <a:lnTo>
                    <a:pt x="808366" y="710870"/>
                  </a:lnTo>
                  <a:lnTo>
                    <a:pt x="780583" y="732130"/>
                  </a:lnTo>
                  <a:lnTo>
                    <a:pt x="752002" y="751404"/>
                  </a:lnTo>
                  <a:lnTo>
                    <a:pt x="722727" y="768663"/>
                  </a:lnTo>
                  <a:lnTo>
                    <a:pt x="692863" y="783885"/>
                  </a:lnTo>
                  <a:lnTo>
                    <a:pt x="664617" y="804191"/>
                  </a:lnTo>
                  <a:lnTo>
                    <a:pt x="635460" y="821545"/>
                  </a:lnTo>
                  <a:lnTo>
                    <a:pt x="605625" y="835911"/>
                  </a:lnTo>
                  <a:lnTo>
                    <a:pt x="575343" y="847269"/>
                  </a:lnTo>
                  <a:lnTo>
                    <a:pt x="544847" y="855615"/>
                  </a:lnTo>
                  <a:lnTo>
                    <a:pt x="514368" y="860963"/>
                  </a:lnTo>
                  <a:lnTo>
                    <a:pt x="484135" y="863341"/>
                  </a:lnTo>
                  <a:lnTo>
                    <a:pt x="454374" y="862793"/>
                  </a:lnTo>
                  <a:lnTo>
                    <a:pt x="425308" y="859378"/>
                  </a:lnTo>
                  <a:lnTo>
                    <a:pt x="397152" y="853171"/>
                  </a:lnTo>
                  <a:lnTo>
                    <a:pt x="370118" y="844263"/>
                  </a:lnTo>
                  <a:lnTo>
                    <a:pt x="344409" y="832755"/>
                  </a:lnTo>
                  <a:lnTo>
                    <a:pt x="320221" y="818768"/>
                  </a:lnTo>
                  <a:lnTo>
                    <a:pt x="297741" y="802430"/>
                  </a:lnTo>
                  <a:lnTo>
                    <a:pt x="277145" y="783885"/>
                  </a:lnTo>
                  <a:lnTo>
                    <a:pt x="277145" y="783885"/>
                  </a:lnTo>
                  <a:lnTo>
                    <a:pt x="277145" y="783885"/>
                  </a:lnTo>
                  <a:lnTo>
                    <a:pt x="258104" y="800384"/>
                  </a:lnTo>
                  <a:lnTo>
                    <a:pt x="236806" y="814083"/>
                  </a:lnTo>
                  <a:lnTo>
                    <a:pt x="213559" y="824749"/>
                  </a:lnTo>
                  <a:lnTo>
                    <a:pt x="188692" y="832184"/>
                  </a:lnTo>
                  <a:lnTo>
                    <a:pt x="162554" y="836217"/>
                  </a:lnTo>
                  <a:lnTo>
                    <a:pt x="135506" y="836713"/>
                  </a:lnTo>
                  <a:lnTo>
                    <a:pt x="107924" y="833573"/>
                  </a:lnTo>
                  <a:lnTo>
                    <a:pt x="80191" y="826730"/>
                  </a:lnTo>
                  <a:lnTo>
                    <a:pt x="52698" y="816156"/>
                  </a:lnTo>
                  <a:lnTo>
                    <a:pt x="25836" y="801859"/>
                  </a:lnTo>
                  <a:lnTo>
                    <a:pt x="0" y="783885"/>
                  </a:lnTo>
                  <a:lnTo>
                    <a:pt x="1334" y="756720"/>
                  </a:lnTo>
                  <a:lnTo>
                    <a:pt x="5325" y="729817"/>
                  </a:lnTo>
                  <a:lnTo>
                    <a:pt x="11933" y="703434"/>
                  </a:lnTo>
                  <a:lnTo>
                    <a:pt x="21096" y="677826"/>
                  </a:lnTo>
                  <a:lnTo>
                    <a:pt x="32724" y="653239"/>
                  </a:lnTo>
                  <a:lnTo>
                    <a:pt x="46707" y="629911"/>
                  </a:lnTo>
                  <a:lnTo>
                    <a:pt x="62909" y="608066"/>
                  </a:lnTo>
                  <a:lnTo>
                    <a:pt x="81173" y="587914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9109507" y="4441990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8741340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8048476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8129650" y="5029904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8357223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8357223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8357223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8357223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8357223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573338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248642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573338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8225184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9004962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9496295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8995864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8216085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223160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698799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7232259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6730924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6681455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9840725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9840725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10168724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tx316"/>
            <p:cNvSpPr/>
            <p:nvPr/>
          </p:nvSpPr>
          <p:spPr>
            <a:xfrm>
              <a:off x="10875982" y="3572944"/>
              <a:ext cx="1476573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 (n=13)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10228542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11614268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11614268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11614268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11614268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11614268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10732397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10367114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10732397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11060048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10505827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0367271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11400565" y="4470362"/>
              <a:ext cx="1020836" cy="1053071"/>
            </a:xfrm>
            <a:custGeom>
              <a:avLst/>
              <a:pathLst>
                <a:path w="1020836" h="1053071">
                  <a:moveTo>
                    <a:pt x="213703" y="417587"/>
                  </a:moveTo>
                  <a:lnTo>
                    <a:pt x="227416" y="385688"/>
                  </a:lnTo>
                  <a:lnTo>
                    <a:pt x="243306" y="354332"/>
                  </a:lnTo>
                  <a:lnTo>
                    <a:pt x="261350" y="323631"/>
                  </a:lnTo>
                  <a:lnTo>
                    <a:pt x="281522" y="293695"/>
                  </a:lnTo>
                  <a:lnTo>
                    <a:pt x="303788" y="264632"/>
                  </a:lnTo>
                  <a:lnTo>
                    <a:pt x="328111" y="236552"/>
                  </a:lnTo>
                  <a:lnTo>
                    <a:pt x="354449" y="209559"/>
                  </a:lnTo>
                  <a:lnTo>
                    <a:pt x="382755" y="183760"/>
                  </a:lnTo>
                  <a:lnTo>
                    <a:pt x="412976" y="159256"/>
                  </a:lnTo>
                  <a:lnTo>
                    <a:pt x="445056" y="136148"/>
                  </a:lnTo>
                  <a:lnTo>
                    <a:pt x="478934" y="114534"/>
                  </a:lnTo>
                  <a:lnTo>
                    <a:pt x="514544" y="94509"/>
                  </a:lnTo>
                  <a:lnTo>
                    <a:pt x="551815" y="76165"/>
                  </a:lnTo>
                  <a:lnTo>
                    <a:pt x="590674" y="59593"/>
                  </a:lnTo>
                  <a:lnTo>
                    <a:pt x="631041" y="44878"/>
                  </a:lnTo>
                  <a:lnTo>
                    <a:pt x="672834" y="32105"/>
                  </a:lnTo>
                  <a:lnTo>
                    <a:pt x="715967" y="21351"/>
                  </a:lnTo>
                  <a:lnTo>
                    <a:pt x="760348" y="12694"/>
                  </a:lnTo>
                  <a:lnTo>
                    <a:pt x="805885" y="6205"/>
                  </a:lnTo>
                  <a:lnTo>
                    <a:pt x="852479" y="1952"/>
                  </a:lnTo>
                  <a:lnTo>
                    <a:pt x="900031" y="0"/>
                  </a:lnTo>
                  <a:lnTo>
                    <a:pt x="948436" y="407"/>
                  </a:lnTo>
                  <a:lnTo>
                    <a:pt x="997588" y="3229"/>
                  </a:lnTo>
                  <a:lnTo>
                    <a:pt x="1006627" y="48875"/>
                  </a:lnTo>
                  <a:lnTo>
                    <a:pt x="1013430" y="94146"/>
                  </a:lnTo>
                  <a:lnTo>
                    <a:pt x="1018037" y="138941"/>
                  </a:lnTo>
                  <a:lnTo>
                    <a:pt x="1020489" y="183161"/>
                  </a:lnTo>
                  <a:lnTo>
                    <a:pt x="1020836" y="226711"/>
                  </a:lnTo>
                  <a:lnTo>
                    <a:pt x="1019128" y="269498"/>
                  </a:lnTo>
                  <a:lnTo>
                    <a:pt x="1015422" y="311432"/>
                  </a:lnTo>
                  <a:lnTo>
                    <a:pt x="1009776" y="352425"/>
                  </a:lnTo>
                  <a:lnTo>
                    <a:pt x="1002254" y="392393"/>
                  </a:lnTo>
                  <a:lnTo>
                    <a:pt x="992922" y="431257"/>
                  </a:lnTo>
                  <a:lnTo>
                    <a:pt x="981850" y="468937"/>
                  </a:lnTo>
                  <a:lnTo>
                    <a:pt x="969110" y="505362"/>
                  </a:lnTo>
                  <a:lnTo>
                    <a:pt x="954779" y="540460"/>
                  </a:lnTo>
                  <a:lnTo>
                    <a:pt x="938936" y="574166"/>
                  </a:lnTo>
                  <a:lnTo>
                    <a:pt x="921663" y="606418"/>
                  </a:lnTo>
                  <a:lnTo>
                    <a:pt x="903042" y="637157"/>
                  </a:lnTo>
                  <a:lnTo>
                    <a:pt x="883160" y="666331"/>
                  </a:lnTo>
                  <a:lnTo>
                    <a:pt x="862106" y="693888"/>
                  </a:lnTo>
                  <a:lnTo>
                    <a:pt x="839970" y="719783"/>
                  </a:lnTo>
                  <a:lnTo>
                    <a:pt x="816843" y="743976"/>
                  </a:lnTo>
                  <a:lnTo>
                    <a:pt x="792819" y="766431"/>
                  </a:lnTo>
                  <a:lnTo>
                    <a:pt x="767994" y="787114"/>
                  </a:lnTo>
                  <a:lnTo>
                    <a:pt x="738372" y="808814"/>
                  </a:lnTo>
                  <a:lnTo>
                    <a:pt x="707953" y="828069"/>
                  </a:lnTo>
                  <a:lnTo>
                    <a:pt x="676889" y="844850"/>
                  </a:lnTo>
                  <a:lnTo>
                    <a:pt x="645332" y="859140"/>
                  </a:lnTo>
                  <a:lnTo>
                    <a:pt x="613435" y="870929"/>
                  </a:lnTo>
                  <a:lnTo>
                    <a:pt x="581349" y="880215"/>
                  </a:lnTo>
                  <a:lnTo>
                    <a:pt x="549228" y="887004"/>
                  </a:lnTo>
                  <a:lnTo>
                    <a:pt x="517220" y="891312"/>
                  </a:lnTo>
                  <a:lnTo>
                    <a:pt x="485478" y="893161"/>
                  </a:lnTo>
                  <a:lnTo>
                    <a:pt x="454147" y="892583"/>
                  </a:lnTo>
                  <a:lnTo>
                    <a:pt x="423374" y="889616"/>
                  </a:lnTo>
                  <a:lnTo>
                    <a:pt x="393302" y="884308"/>
                  </a:lnTo>
                  <a:lnTo>
                    <a:pt x="364071" y="876714"/>
                  </a:lnTo>
                  <a:lnTo>
                    <a:pt x="335817" y="866895"/>
                  </a:lnTo>
                  <a:lnTo>
                    <a:pt x="308673" y="854921"/>
                  </a:lnTo>
                  <a:lnTo>
                    <a:pt x="282768" y="840870"/>
                  </a:lnTo>
                  <a:lnTo>
                    <a:pt x="258226" y="824823"/>
                  </a:lnTo>
                  <a:lnTo>
                    <a:pt x="235166" y="806872"/>
                  </a:lnTo>
                  <a:lnTo>
                    <a:pt x="213703" y="787114"/>
                  </a:lnTo>
                  <a:lnTo>
                    <a:pt x="228354" y="804967"/>
                  </a:lnTo>
                  <a:lnTo>
                    <a:pt x="239365" y="825520"/>
                  </a:lnTo>
                  <a:lnTo>
                    <a:pt x="246364" y="848219"/>
                  </a:lnTo>
                  <a:lnTo>
                    <a:pt x="249056" y="872464"/>
                  </a:lnTo>
                  <a:lnTo>
                    <a:pt x="247224" y="897619"/>
                  </a:lnTo>
                  <a:lnTo>
                    <a:pt x="240737" y="923024"/>
                  </a:lnTo>
                  <a:lnTo>
                    <a:pt x="229549" y="948004"/>
                  </a:lnTo>
                  <a:lnTo>
                    <a:pt x="213703" y="971877"/>
                  </a:lnTo>
                  <a:lnTo>
                    <a:pt x="197857" y="948004"/>
                  </a:lnTo>
                  <a:lnTo>
                    <a:pt x="186669" y="923024"/>
                  </a:lnTo>
                  <a:lnTo>
                    <a:pt x="180182" y="897619"/>
                  </a:lnTo>
                  <a:lnTo>
                    <a:pt x="178350" y="872464"/>
                  </a:lnTo>
                  <a:lnTo>
                    <a:pt x="181041" y="848219"/>
                  </a:lnTo>
                  <a:lnTo>
                    <a:pt x="188041" y="825520"/>
                  </a:lnTo>
                  <a:lnTo>
                    <a:pt x="199051" y="804967"/>
                  </a:lnTo>
                  <a:lnTo>
                    <a:pt x="213703" y="787114"/>
                  </a:lnTo>
                  <a:lnTo>
                    <a:pt x="190719" y="784850"/>
                  </a:lnTo>
                  <a:lnTo>
                    <a:pt x="168399" y="778103"/>
                  </a:lnTo>
                  <a:lnTo>
                    <a:pt x="147400" y="767001"/>
                  </a:lnTo>
                  <a:lnTo>
                    <a:pt x="128353" y="751761"/>
                  </a:lnTo>
                  <a:lnTo>
                    <a:pt x="111861" y="732678"/>
                  </a:lnTo>
                  <a:lnTo>
                    <a:pt x="98484" y="710127"/>
                  </a:lnTo>
                  <a:lnTo>
                    <a:pt x="88732" y="684553"/>
                  </a:lnTo>
                  <a:lnTo>
                    <a:pt x="83055" y="656466"/>
                  </a:lnTo>
                  <a:lnTo>
                    <a:pt x="68579" y="667595"/>
                  </a:lnTo>
                  <a:lnTo>
                    <a:pt x="55054" y="680316"/>
                  </a:lnTo>
                  <a:lnTo>
                    <a:pt x="42656" y="694548"/>
                  </a:lnTo>
                  <a:lnTo>
                    <a:pt x="31550" y="710189"/>
                  </a:lnTo>
                  <a:lnTo>
                    <a:pt x="21895" y="727121"/>
                  </a:lnTo>
                  <a:lnTo>
                    <a:pt x="13837" y="745206"/>
                  </a:lnTo>
                  <a:lnTo>
                    <a:pt x="7508" y="764292"/>
                  </a:lnTo>
                  <a:lnTo>
                    <a:pt x="3028" y="784211"/>
                  </a:lnTo>
                  <a:lnTo>
                    <a:pt x="497" y="804781"/>
                  </a:lnTo>
                  <a:lnTo>
                    <a:pt x="0" y="825808"/>
                  </a:lnTo>
                  <a:lnTo>
                    <a:pt x="1600" y="847091"/>
                  </a:lnTo>
                  <a:lnTo>
                    <a:pt x="5342" y="868417"/>
                  </a:lnTo>
                  <a:lnTo>
                    <a:pt x="11248" y="889568"/>
                  </a:lnTo>
                  <a:lnTo>
                    <a:pt x="19318" y="910324"/>
                  </a:lnTo>
                  <a:lnTo>
                    <a:pt x="29529" y="930462"/>
                  </a:lnTo>
                  <a:lnTo>
                    <a:pt x="41835" y="949761"/>
                  </a:lnTo>
                  <a:lnTo>
                    <a:pt x="56169" y="968000"/>
                  </a:lnTo>
                  <a:lnTo>
                    <a:pt x="72437" y="984969"/>
                  </a:lnTo>
                  <a:lnTo>
                    <a:pt x="90527" y="1000461"/>
                  </a:lnTo>
                  <a:lnTo>
                    <a:pt x="110303" y="1014281"/>
                  </a:lnTo>
                  <a:lnTo>
                    <a:pt x="131608" y="1026249"/>
                  </a:lnTo>
                  <a:lnTo>
                    <a:pt x="154266" y="1036196"/>
                  </a:lnTo>
                  <a:lnTo>
                    <a:pt x="178085" y="1043973"/>
                  </a:lnTo>
                  <a:lnTo>
                    <a:pt x="202853" y="1049448"/>
                  </a:lnTo>
                  <a:lnTo>
                    <a:pt x="228345" y="1052511"/>
                  </a:lnTo>
                  <a:lnTo>
                    <a:pt x="254325" y="1053071"/>
                  </a:lnTo>
                  <a:lnTo>
                    <a:pt x="280544" y="1051065"/>
                  </a:lnTo>
                  <a:lnTo>
                    <a:pt x="306748" y="1046452"/>
                  </a:lnTo>
                  <a:lnTo>
                    <a:pt x="332674" y="1039218"/>
                  </a:lnTo>
                  <a:lnTo>
                    <a:pt x="358058" y="1029374"/>
                  </a:lnTo>
                  <a:lnTo>
                    <a:pt x="382637" y="1016958"/>
                  </a:lnTo>
                  <a:lnTo>
                    <a:pt x="406149" y="1002035"/>
                  </a:lnTo>
                  <a:lnTo>
                    <a:pt x="428337" y="984699"/>
                  </a:lnTo>
                  <a:lnTo>
                    <a:pt x="448953" y="965066"/>
                  </a:lnTo>
                  <a:lnTo>
                    <a:pt x="467758" y="943281"/>
                  </a:lnTo>
                  <a:lnTo>
                    <a:pt x="484528" y="919513"/>
                  </a:lnTo>
                  <a:lnTo>
                    <a:pt x="499056" y="893952"/>
                  </a:lnTo>
                  <a:lnTo>
                    <a:pt x="511149" y="866814"/>
                  </a:lnTo>
                  <a:lnTo>
                    <a:pt x="520639" y="838333"/>
                  </a:lnTo>
                  <a:lnTo>
                    <a:pt x="527379" y="808759"/>
                  </a:lnTo>
                  <a:lnTo>
                    <a:pt x="531246" y="778361"/>
                  </a:lnTo>
                  <a:lnTo>
                    <a:pt x="532144" y="747420"/>
                  </a:lnTo>
                  <a:lnTo>
                    <a:pt x="530004" y="716229"/>
                  </a:lnTo>
                  <a:lnTo>
                    <a:pt x="524787" y="685088"/>
                  </a:lnTo>
                  <a:lnTo>
                    <a:pt x="516485" y="654302"/>
                  </a:lnTo>
                  <a:lnTo>
                    <a:pt x="505116" y="624178"/>
                  </a:lnTo>
                  <a:lnTo>
                    <a:pt x="490734" y="595025"/>
                  </a:lnTo>
                  <a:lnTo>
                    <a:pt x="473421" y="567143"/>
                  </a:lnTo>
                  <a:lnTo>
                    <a:pt x="453291" y="540831"/>
                  </a:lnTo>
                  <a:lnTo>
                    <a:pt x="430485" y="516372"/>
                  </a:lnTo>
                  <a:lnTo>
                    <a:pt x="405178" y="494040"/>
                  </a:lnTo>
                  <a:lnTo>
                    <a:pt x="377567" y="474091"/>
                  </a:lnTo>
                  <a:lnTo>
                    <a:pt x="347880" y="456762"/>
                  </a:lnTo>
                  <a:lnTo>
                    <a:pt x="316368" y="442269"/>
                  </a:lnTo>
                  <a:lnTo>
                    <a:pt x="283302" y="430804"/>
                  </a:lnTo>
                  <a:lnTo>
                    <a:pt x="248977" y="422531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11483621" y="4470362"/>
              <a:ext cx="937780" cy="971877"/>
            </a:xfrm>
            <a:custGeom>
              <a:avLst/>
              <a:pathLst>
                <a:path w="937780" h="971877">
                  <a:moveTo>
                    <a:pt x="130647" y="417587"/>
                  </a:moveTo>
                  <a:lnTo>
                    <a:pt x="144360" y="385688"/>
                  </a:lnTo>
                  <a:lnTo>
                    <a:pt x="160250" y="354332"/>
                  </a:lnTo>
                  <a:lnTo>
                    <a:pt x="178295" y="323631"/>
                  </a:lnTo>
                  <a:lnTo>
                    <a:pt x="198466" y="293695"/>
                  </a:lnTo>
                  <a:lnTo>
                    <a:pt x="220732" y="264632"/>
                  </a:lnTo>
                  <a:lnTo>
                    <a:pt x="245055" y="236552"/>
                  </a:lnTo>
                  <a:lnTo>
                    <a:pt x="271393" y="209559"/>
                  </a:lnTo>
                  <a:lnTo>
                    <a:pt x="299699" y="183760"/>
                  </a:lnTo>
                  <a:lnTo>
                    <a:pt x="329920" y="159256"/>
                  </a:lnTo>
                  <a:lnTo>
                    <a:pt x="362000" y="136148"/>
                  </a:lnTo>
                  <a:lnTo>
                    <a:pt x="395878" y="114534"/>
                  </a:lnTo>
                  <a:lnTo>
                    <a:pt x="431488" y="94509"/>
                  </a:lnTo>
                  <a:lnTo>
                    <a:pt x="468759" y="76165"/>
                  </a:lnTo>
                  <a:lnTo>
                    <a:pt x="507618" y="59593"/>
                  </a:lnTo>
                  <a:lnTo>
                    <a:pt x="547985" y="44878"/>
                  </a:lnTo>
                  <a:lnTo>
                    <a:pt x="589778" y="32105"/>
                  </a:lnTo>
                  <a:lnTo>
                    <a:pt x="632911" y="21351"/>
                  </a:lnTo>
                  <a:lnTo>
                    <a:pt x="677292" y="12694"/>
                  </a:lnTo>
                  <a:lnTo>
                    <a:pt x="722829" y="6205"/>
                  </a:lnTo>
                  <a:lnTo>
                    <a:pt x="769424" y="1952"/>
                  </a:lnTo>
                  <a:lnTo>
                    <a:pt x="816975" y="0"/>
                  </a:lnTo>
                  <a:lnTo>
                    <a:pt x="865380" y="407"/>
                  </a:lnTo>
                  <a:lnTo>
                    <a:pt x="914532" y="3229"/>
                  </a:lnTo>
                  <a:lnTo>
                    <a:pt x="923572" y="48875"/>
                  </a:lnTo>
                  <a:lnTo>
                    <a:pt x="930375" y="94146"/>
                  </a:lnTo>
                  <a:lnTo>
                    <a:pt x="934981" y="138941"/>
                  </a:lnTo>
                  <a:lnTo>
                    <a:pt x="937434" y="183161"/>
                  </a:lnTo>
                  <a:lnTo>
                    <a:pt x="937780" y="226711"/>
                  </a:lnTo>
                  <a:lnTo>
                    <a:pt x="936073" y="269498"/>
                  </a:lnTo>
                  <a:lnTo>
                    <a:pt x="932366" y="311432"/>
                  </a:lnTo>
                  <a:lnTo>
                    <a:pt x="926720" y="352425"/>
                  </a:lnTo>
                  <a:lnTo>
                    <a:pt x="919198" y="392393"/>
                  </a:lnTo>
                  <a:lnTo>
                    <a:pt x="909866" y="431257"/>
                  </a:lnTo>
                  <a:lnTo>
                    <a:pt x="898794" y="468937"/>
                  </a:lnTo>
                  <a:lnTo>
                    <a:pt x="886054" y="505362"/>
                  </a:lnTo>
                  <a:lnTo>
                    <a:pt x="871724" y="540460"/>
                  </a:lnTo>
                  <a:lnTo>
                    <a:pt x="855881" y="574166"/>
                  </a:lnTo>
                  <a:lnTo>
                    <a:pt x="838607" y="606418"/>
                  </a:lnTo>
                  <a:lnTo>
                    <a:pt x="819986" y="637157"/>
                  </a:lnTo>
                  <a:lnTo>
                    <a:pt x="800104" y="666331"/>
                  </a:lnTo>
                  <a:lnTo>
                    <a:pt x="779050" y="693888"/>
                  </a:lnTo>
                  <a:lnTo>
                    <a:pt x="756914" y="719783"/>
                  </a:lnTo>
                  <a:lnTo>
                    <a:pt x="733787" y="743976"/>
                  </a:lnTo>
                  <a:lnTo>
                    <a:pt x="709764" y="766431"/>
                  </a:lnTo>
                  <a:lnTo>
                    <a:pt x="684938" y="787114"/>
                  </a:lnTo>
                  <a:lnTo>
                    <a:pt x="655316" y="808814"/>
                  </a:lnTo>
                  <a:lnTo>
                    <a:pt x="624897" y="828069"/>
                  </a:lnTo>
                  <a:lnTo>
                    <a:pt x="593834" y="844850"/>
                  </a:lnTo>
                  <a:lnTo>
                    <a:pt x="562277" y="859140"/>
                  </a:lnTo>
                  <a:lnTo>
                    <a:pt x="530379" y="870929"/>
                  </a:lnTo>
                  <a:lnTo>
                    <a:pt x="498294" y="880215"/>
                  </a:lnTo>
                  <a:lnTo>
                    <a:pt x="466172" y="887004"/>
                  </a:lnTo>
                  <a:lnTo>
                    <a:pt x="434165" y="891312"/>
                  </a:lnTo>
                  <a:lnTo>
                    <a:pt x="402422" y="893161"/>
                  </a:lnTo>
                  <a:lnTo>
                    <a:pt x="371091" y="892583"/>
                  </a:lnTo>
                  <a:lnTo>
                    <a:pt x="340319" y="889616"/>
                  </a:lnTo>
                  <a:lnTo>
                    <a:pt x="310246" y="884308"/>
                  </a:lnTo>
                  <a:lnTo>
                    <a:pt x="281015" y="876714"/>
                  </a:lnTo>
                  <a:lnTo>
                    <a:pt x="252761" y="866895"/>
                  </a:lnTo>
                  <a:lnTo>
                    <a:pt x="225617" y="854921"/>
                  </a:lnTo>
                  <a:lnTo>
                    <a:pt x="199712" y="840870"/>
                  </a:lnTo>
                  <a:lnTo>
                    <a:pt x="175170" y="824823"/>
                  </a:lnTo>
                  <a:lnTo>
                    <a:pt x="152110" y="806872"/>
                  </a:lnTo>
                  <a:lnTo>
                    <a:pt x="130647" y="787114"/>
                  </a:lnTo>
                  <a:lnTo>
                    <a:pt x="145299" y="804967"/>
                  </a:lnTo>
                  <a:lnTo>
                    <a:pt x="156309" y="825520"/>
                  </a:lnTo>
                  <a:lnTo>
                    <a:pt x="163308" y="848219"/>
                  </a:lnTo>
                  <a:lnTo>
                    <a:pt x="166000" y="872464"/>
                  </a:lnTo>
                  <a:lnTo>
                    <a:pt x="164168" y="897619"/>
                  </a:lnTo>
                  <a:lnTo>
                    <a:pt x="157681" y="923024"/>
                  </a:lnTo>
                  <a:lnTo>
                    <a:pt x="146493" y="948004"/>
                  </a:lnTo>
                  <a:lnTo>
                    <a:pt x="130647" y="971877"/>
                  </a:lnTo>
                  <a:lnTo>
                    <a:pt x="114801" y="948004"/>
                  </a:lnTo>
                  <a:lnTo>
                    <a:pt x="103613" y="923024"/>
                  </a:lnTo>
                  <a:lnTo>
                    <a:pt x="97126" y="897619"/>
                  </a:lnTo>
                  <a:lnTo>
                    <a:pt x="95294" y="872464"/>
                  </a:lnTo>
                  <a:lnTo>
                    <a:pt x="97986" y="848219"/>
                  </a:lnTo>
                  <a:lnTo>
                    <a:pt x="104985" y="825520"/>
                  </a:lnTo>
                  <a:lnTo>
                    <a:pt x="115995" y="804967"/>
                  </a:lnTo>
                  <a:lnTo>
                    <a:pt x="130647" y="787114"/>
                  </a:lnTo>
                  <a:lnTo>
                    <a:pt x="130647" y="787114"/>
                  </a:lnTo>
                  <a:lnTo>
                    <a:pt x="107663" y="784850"/>
                  </a:lnTo>
                  <a:lnTo>
                    <a:pt x="85344" y="778103"/>
                  </a:lnTo>
                  <a:lnTo>
                    <a:pt x="64344" y="767001"/>
                  </a:lnTo>
                  <a:lnTo>
                    <a:pt x="45297" y="751761"/>
                  </a:lnTo>
                  <a:lnTo>
                    <a:pt x="28805" y="732678"/>
                  </a:lnTo>
                  <a:lnTo>
                    <a:pt x="15428" y="710127"/>
                  </a:lnTo>
                  <a:lnTo>
                    <a:pt x="5676" y="684553"/>
                  </a:lnTo>
                  <a:lnTo>
                    <a:pt x="0" y="656466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1582667" y="4856348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2366553" y="444199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2136958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1582667" y="541063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1452020" y="5095228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11614268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11614268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11614268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1614268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1614268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0830383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0505687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0830383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11482229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12262007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12753340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12252909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11473131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10480206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0245042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10489304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9987969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9938500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57" name="rc357"/>
            <p:cNvSpPr/>
            <p:nvPr/>
          </p:nvSpPr>
          <p:spPr>
            <a:xfrm>
              <a:off x="69589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69589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97588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1129580" y="6921429"/>
              <a:ext cx="142710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 (n=10)</a:t>
              </a:r>
            </a:p>
          </p:txBody>
        </p:sp>
        <p:sp>
          <p:nvSpPr>
            <p:cNvPr id="361" name="rc361"/>
            <p:cNvSpPr/>
            <p:nvPr/>
          </p:nvSpPr>
          <p:spPr>
            <a:xfrm>
              <a:off x="457405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843132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843132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843132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843132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843132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961261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95978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961261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288911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34690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96135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1473446" y="7709072"/>
              <a:ext cx="1153571" cy="1421136"/>
            </a:xfrm>
            <a:custGeom>
              <a:avLst/>
              <a:pathLst>
                <a:path w="1153571" h="1421136">
                  <a:moveTo>
                    <a:pt x="369686" y="65453"/>
                  </a:moveTo>
                  <a:lnTo>
                    <a:pt x="401268" y="52847"/>
                  </a:lnTo>
                  <a:lnTo>
                    <a:pt x="433792" y="41457"/>
                  </a:lnTo>
                  <a:lnTo>
                    <a:pt x="467210" y="31338"/>
                  </a:lnTo>
                  <a:lnTo>
                    <a:pt x="501473" y="22540"/>
                  </a:lnTo>
                  <a:lnTo>
                    <a:pt x="536527" y="15112"/>
                  </a:lnTo>
                  <a:lnTo>
                    <a:pt x="572318" y="9100"/>
                  </a:lnTo>
                  <a:lnTo>
                    <a:pt x="608787" y="4550"/>
                  </a:lnTo>
                  <a:lnTo>
                    <a:pt x="645876" y="1503"/>
                  </a:lnTo>
                  <a:lnTo>
                    <a:pt x="683521" y="0"/>
                  </a:lnTo>
                  <a:lnTo>
                    <a:pt x="721659" y="76"/>
                  </a:lnTo>
                  <a:lnTo>
                    <a:pt x="760223" y="1768"/>
                  </a:lnTo>
                  <a:lnTo>
                    <a:pt x="799146" y="5106"/>
                  </a:lnTo>
                  <a:lnTo>
                    <a:pt x="838357" y="10120"/>
                  </a:lnTo>
                  <a:lnTo>
                    <a:pt x="877786" y="16835"/>
                  </a:lnTo>
                  <a:lnTo>
                    <a:pt x="917358" y="25274"/>
                  </a:lnTo>
                  <a:lnTo>
                    <a:pt x="957000" y="35457"/>
                  </a:lnTo>
                  <a:lnTo>
                    <a:pt x="996636" y="47402"/>
                  </a:lnTo>
                  <a:lnTo>
                    <a:pt x="1036190" y="61120"/>
                  </a:lnTo>
                  <a:lnTo>
                    <a:pt x="1075582" y="76623"/>
                  </a:lnTo>
                  <a:lnTo>
                    <a:pt x="1114736" y="93916"/>
                  </a:lnTo>
                  <a:lnTo>
                    <a:pt x="1153571" y="113004"/>
                  </a:lnTo>
                  <a:lnTo>
                    <a:pt x="1153515" y="162753"/>
                  </a:lnTo>
                  <a:lnTo>
                    <a:pt x="1151069" y="211635"/>
                  </a:lnTo>
                  <a:lnTo>
                    <a:pt x="1146292" y="259545"/>
                  </a:lnTo>
                  <a:lnTo>
                    <a:pt x="1139245" y="306385"/>
                  </a:lnTo>
                  <a:lnTo>
                    <a:pt x="1129995" y="352060"/>
                  </a:lnTo>
                  <a:lnTo>
                    <a:pt x="1118609" y="396475"/>
                  </a:lnTo>
                  <a:lnTo>
                    <a:pt x="1105162" y="439541"/>
                  </a:lnTo>
                  <a:lnTo>
                    <a:pt x="1089731" y="481171"/>
                  </a:lnTo>
                  <a:lnTo>
                    <a:pt x="1072394" y="521284"/>
                  </a:lnTo>
                  <a:lnTo>
                    <a:pt x="1053237" y="559799"/>
                  </a:lnTo>
                  <a:lnTo>
                    <a:pt x="1032345" y="596642"/>
                  </a:lnTo>
                  <a:lnTo>
                    <a:pt x="1009808" y="631742"/>
                  </a:lnTo>
                  <a:lnTo>
                    <a:pt x="985718" y="665031"/>
                  </a:lnTo>
                  <a:lnTo>
                    <a:pt x="960170" y="696447"/>
                  </a:lnTo>
                  <a:lnTo>
                    <a:pt x="933260" y="725931"/>
                  </a:lnTo>
                  <a:lnTo>
                    <a:pt x="905090" y="753428"/>
                  </a:lnTo>
                  <a:lnTo>
                    <a:pt x="875759" y="778890"/>
                  </a:lnTo>
                  <a:lnTo>
                    <a:pt x="845371" y="802270"/>
                  </a:lnTo>
                  <a:lnTo>
                    <a:pt x="814032" y="823528"/>
                  </a:lnTo>
                  <a:lnTo>
                    <a:pt x="781847" y="842627"/>
                  </a:lnTo>
                  <a:lnTo>
                    <a:pt x="748926" y="859537"/>
                  </a:lnTo>
                  <a:lnTo>
                    <a:pt x="715376" y="874232"/>
                  </a:lnTo>
                  <a:lnTo>
                    <a:pt x="681307" y="886688"/>
                  </a:lnTo>
                  <a:lnTo>
                    <a:pt x="646831" y="896889"/>
                  </a:lnTo>
                  <a:lnTo>
                    <a:pt x="620994" y="914863"/>
                  </a:lnTo>
                  <a:lnTo>
                    <a:pt x="594133" y="929160"/>
                  </a:lnTo>
                  <a:lnTo>
                    <a:pt x="566640" y="939734"/>
                  </a:lnTo>
                  <a:lnTo>
                    <a:pt x="538907" y="946577"/>
                  </a:lnTo>
                  <a:lnTo>
                    <a:pt x="511325" y="949718"/>
                  </a:lnTo>
                  <a:lnTo>
                    <a:pt x="484277" y="949221"/>
                  </a:lnTo>
                  <a:lnTo>
                    <a:pt x="458138" y="945188"/>
                  </a:lnTo>
                  <a:lnTo>
                    <a:pt x="433272" y="937754"/>
                  </a:lnTo>
                  <a:lnTo>
                    <a:pt x="410025" y="927087"/>
                  </a:lnTo>
                  <a:lnTo>
                    <a:pt x="388727" y="913389"/>
                  </a:lnTo>
                  <a:lnTo>
                    <a:pt x="369686" y="896889"/>
                  </a:lnTo>
                  <a:lnTo>
                    <a:pt x="350645" y="913389"/>
                  </a:lnTo>
                  <a:lnTo>
                    <a:pt x="329346" y="927087"/>
                  </a:lnTo>
                  <a:lnTo>
                    <a:pt x="306100" y="937754"/>
                  </a:lnTo>
                  <a:lnTo>
                    <a:pt x="281233" y="945188"/>
                  </a:lnTo>
                  <a:lnTo>
                    <a:pt x="255095" y="949221"/>
                  </a:lnTo>
                  <a:lnTo>
                    <a:pt x="228047" y="949718"/>
                  </a:lnTo>
                  <a:lnTo>
                    <a:pt x="200465" y="946577"/>
                  </a:lnTo>
                  <a:lnTo>
                    <a:pt x="172732" y="939734"/>
                  </a:lnTo>
                  <a:lnTo>
                    <a:pt x="145239" y="929160"/>
                  </a:lnTo>
                  <a:lnTo>
                    <a:pt x="118377" y="914863"/>
                  </a:lnTo>
                  <a:lnTo>
                    <a:pt x="92540" y="896889"/>
                  </a:lnTo>
                  <a:lnTo>
                    <a:pt x="93875" y="869724"/>
                  </a:lnTo>
                  <a:lnTo>
                    <a:pt x="97866" y="842821"/>
                  </a:lnTo>
                  <a:lnTo>
                    <a:pt x="104474" y="816438"/>
                  </a:lnTo>
                  <a:lnTo>
                    <a:pt x="113637" y="790830"/>
                  </a:lnTo>
                  <a:lnTo>
                    <a:pt x="125265" y="766244"/>
                  </a:lnTo>
                  <a:lnTo>
                    <a:pt x="139248" y="742916"/>
                  </a:lnTo>
                  <a:lnTo>
                    <a:pt x="155450" y="721070"/>
                  </a:lnTo>
                  <a:lnTo>
                    <a:pt x="173714" y="700918"/>
                  </a:lnTo>
                  <a:lnTo>
                    <a:pt x="158350" y="708701"/>
                  </a:lnTo>
                  <a:lnTo>
                    <a:pt x="143245" y="717618"/>
                  </a:lnTo>
                  <a:lnTo>
                    <a:pt x="128479" y="727664"/>
                  </a:lnTo>
                  <a:lnTo>
                    <a:pt x="114132" y="738829"/>
                  </a:lnTo>
                  <a:lnTo>
                    <a:pt x="100287" y="751098"/>
                  </a:lnTo>
                  <a:lnTo>
                    <a:pt x="87022" y="764448"/>
                  </a:lnTo>
                  <a:lnTo>
                    <a:pt x="74417" y="778853"/>
                  </a:lnTo>
                  <a:lnTo>
                    <a:pt x="62550" y="794280"/>
                  </a:lnTo>
                  <a:lnTo>
                    <a:pt x="51498" y="810691"/>
                  </a:lnTo>
                  <a:lnTo>
                    <a:pt x="41334" y="828041"/>
                  </a:lnTo>
                  <a:lnTo>
                    <a:pt x="32132" y="846283"/>
                  </a:lnTo>
                  <a:lnTo>
                    <a:pt x="23959" y="865362"/>
                  </a:lnTo>
                  <a:lnTo>
                    <a:pt x="16883" y="885218"/>
                  </a:lnTo>
                  <a:lnTo>
                    <a:pt x="10966" y="905788"/>
                  </a:lnTo>
                  <a:lnTo>
                    <a:pt x="6266" y="927003"/>
                  </a:lnTo>
                  <a:lnTo>
                    <a:pt x="2839" y="948790"/>
                  </a:lnTo>
                  <a:lnTo>
                    <a:pt x="735" y="971071"/>
                  </a:lnTo>
                  <a:lnTo>
                    <a:pt x="0" y="993766"/>
                  </a:lnTo>
                  <a:lnTo>
                    <a:pt x="673" y="1016789"/>
                  </a:lnTo>
                  <a:lnTo>
                    <a:pt x="2790" y="1040053"/>
                  </a:lnTo>
                  <a:lnTo>
                    <a:pt x="6381" y="1063466"/>
                  </a:lnTo>
                  <a:lnTo>
                    <a:pt x="11469" y="1086935"/>
                  </a:lnTo>
                  <a:lnTo>
                    <a:pt x="18074" y="1110363"/>
                  </a:lnTo>
                  <a:lnTo>
                    <a:pt x="26205" y="1133654"/>
                  </a:lnTo>
                  <a:lnTo>
                    <a:pt x="35870" y="1156708"/>
                  </a:lnTo>
                  <a:lnTo>
                    <a:pt x="47068" y="1179425"/>
                  </a:lnTo>
                  <a:lnTo>
                    <a:pt x="59790" y="1201703"/>
                  </a:lnTo>
                  <a:lnTo>
                    <a:pt x="74023" y="1223442"/>
                  </a:lnTo>
                  <a:lnTo>
                    <a:pt x="89746" y="1244541"/>
                  </a:lnTo>
                  <a:lnTo>
                    <a:pt x="106932" y="1264899"/>
                  </a:lnTo>
                  <a:lnTo>
                    <a:pt x="125547" y="1284417"/>
                  </a:lnTo>
                  <a:lnTo>
                    <a:pt x="145551" y="1302997"/>
                  </a:lnTo>
                  <a:lnTo>
                    <a:pt x="166896" y="1320544"/>
                  </a:lnTo>
                  <a:lnTo>
                    <a:pt x="189529" y="1336964"/>
                  </a:lnTo>
                  <a:lnTo>
                    <a:pt x="213389" y="1352166"/>
                  </a:lnTo>
                  <a:lnTo>
                    <a:pt x="238412" y="1366062"/>
                  </a:lnTo>
                  <a:lnTo>
                    <a:pt x="264523" y="1378570"/>
                  </a:lnTo>
                  <a:lnTo>
                    <a:pt x="291647" y="1389609"/>
                  </a:lnTo>
                  <a:lnTo>
                    <a:pt x="319698" y="1399104"/>
                  </a:lnTo>
                  <a:lnTo>
                    <a:pt x="348588" y="1406984"/>
                  </a:lnTo>
                  <a:lnTo>
                    <a:pt x="378223" y="1413184"/>
                  </a:lnTo>
                  <a:lnTo>
                    <a:pt x="408505" y="1417645"/>
                  </a:lnTo>
                  <a:lnTo>
                    <a:pt x="439329" y="1420311"/>
                  </a:lnTo>
                  <a:lnTo>
                    <a:pt x="470590" y="1421136"/>
                  </a:lnTo>
                  <a:lnTo>
                    <a:pt x="502175" y="1420079"/>
                  </a:lnTo>
                  <a:lnTo>
                    <a:pt x="533971" y="1417103"/>
                  </a:lnTo>
                  <a:lnTo>
                    <a:pt x="565861" y="1412183"/>
                  </a:lnTo>
                  <a:lnTo>
                    <a:pt x="597725" y="1405298"/>
                  </a:lnTo>
                  <a:lnTo>
                    <a:pt x="629441" y="1396434"/>
                  </a:lnTo>
                  <a:lnTo>
                    <a:pt x="660886" y="1385586"/>
                  </a:lnTo>
                  <a:lnTo>
                    <a:pt x="691935" y="1372756"/>
                  </a:lnTo>
                  <a:lnTo>
                    <a:pt x="722465" y="1357954"/>
                  </a:lnTo>
                  <a:lnTo>
                    <a:pt x="752350" y="1341199"/>
                  </a:lnTo>
                  <a:lnTo>
                    <a:pt x="781465" y="1322516"/>
                  </a:lnTo>
                  <a:lnTo>
                    <a:pt x="809686" y="1301938"/>
                  </a:lnTo>
                  <a:lnTo>
                    <a:pt x="836891" y="1279507"/>
                  </a:lnTo>
                  <a:lnTo>
                    <a:pt x="862959" y="1255274"/>
                  </a:lnTo>
                  <a:lnTo>
                    <a:pt x="887773" y="1229294"/>
                  </a:lnTo>
                  <a:lnTo>
                    <a:pt x="911217" y="1201633"/>
                  </a:lnTo>
                  <a:lnTo>
                    <a:pt x="933178" y="1172364"/>
                  </a:lnTo>
                  <a:lnTo>
                    <a:pt x="953549" y="1141566"/>
                  </a:lnTo>
                  <a:lnTo>
                    <a:pt x="972226" y="1109326"/>
                  </a:lnTo>
                  <a:lnTo>
                    <a:pt x="989110" y="1075739"/>
                  </a:lnTo>
                  <a:lnTo>
                    <a:pt x="1004108" y="1040904"/>
                  </a:lnTo>
                  <a:lnTo>
                    <a:pt x="1017130" y="1004929"/>
                  </a:lnTo>
                  <a:lnTo>
                    <a:pt x="1028096" y="967926"/>
                  </a:lnTo>
                  <a:lnTo>
                    <a:pt x="1036930" y="930015"/>
                  </a:lnTo>
                  <a:lnTo>
                    <a:pt x="1043564" y="891318"/>
                  </a:lnTo>
                  <a:lnTo>
                    <a:pt x="1047935" y="851965"/>
                  </a:lnTo>
                  <a:lnTo>
                    <a:pt x="1049991" y="812089"/>
                  </a:lnTo>
                  <a:lnTo>
                    <a:pt x="1049686" y="771828"/>
                  </a:lnTo>
                  <a:lnTo>
                    <a:pt x="1046982" y="731321"/>
                  </a:lnTo>
                  <a:lnTo>
                    <a:pt x="1041850" y="690713"/>
                  </a:lnTo>
                  <a:lnTo>
                    <a:pt x="1034269" y="650150"/>
                  </a:lnTo>
                  <a:lnTo>
                    <a:pt x="1024229" y="609780"/>
                  </a:lnTo>
                  <a:lnTo>
                    <a:pt x="1011725" y="569754"/>
                  </a:lnTo>
                  <a:lnTo>
                    <a:pt x="996766" y="530221"/>
                  </a:lnTo>
                  <a:lnTo>
                    <a:pt x="979367" y="491334"/>
                  </a:lnTo>
                  <a:lnTo>
                    <a:pt x="959552" y="453242"/>
                  </a:lnTo>
                  <a:lnTo>
                    <a:pt x="937357" y="416097"/>
                  </a:lnTo>
                  <a:lnTo>
                    <a:pt x="912824" y="380046"/>
                  </a:lnTo>
                  <a:lnTo>
                    <a:pt x="886008" y="345237"/>
                  </a:lnTo>
                  <a:lnTo>
                    <a:pt x="856971" y="311813"/>
                  </a:lnTo>
                  <a:lnTo>
                    <a:pt x="825783" y="279917"/>
                  </a:lnTo>
                  <a:lnTo>
                    <a:pt x="792526" y="249685"/>
                  </a:lnTo>
                  <a:lnTo>
                    <a:pt x="757288" y="221250"/>
                  </a:lnTo>
                  <a:lnTo>
                    <a:pt x="720166" y="194743"/>
                  </a:lnTo>
                  <a:lnTo>
                    <a:pt x="681267" y="170284"/>
                  </a:lnTo>
                  <a:lnTo>
                    <a:pt x="640705" y="147992"/>
                  </a:lnTo>
                  <a:lnTo>
                    <a:pt x="598600" y="127979"/>
                  </a:lnTo>
                  <a:lnTo>
                    <a:pt x="555083" y="110347"/>
                  </a:lnTo>
                  <a:lnTo>
                    <a:pt x="510287" y="95193"/>
                  </a:lnTo>
                  <a:lnTo>
                    <a:pt x="464356" y="82607"/>
                  </a:lnTo>
                  <a:lnTo>
                    <a:pt x="417438" y="72670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565987" y="7709072"/>
              <a:ext cx="1061030" cy="949718"/>
            </a:xfrm>
            <a:custGeom>
              <a:avLst/>
              <a:pathLst>
                <a:path w="1061030" h="949718">
                  <a:moveTo>
                    <a:pt x="277145" y="65453"/>
                  </a:moveTo>
                  <a:lnTo>
                    <a:pt x="308727" y="52847"/>
                  </a:lnTo>
                  <a:lnTo>
                    <a:pt x="341251" y="41457"/>
                  </a:lnTo>
                  <a:lnTo>
                    <a:pt x="374669" y="31338"/>
                  </a:lnTo>
                  <a:lnTo>
                    <a:pt x="408932" y="22540"/>
                  </a:lnTo>
                  <a:lnTo>
                    <a:pt x="443986" y="15112"/>
                  </a:lnTo>
                  <a:lnTo>
                    <a:pt x="479777" y="9100"/>
                  </a:lnTo>
                  <a:lnTo>
                    <a:pt x="516246" y="4550"/>
                  </a:lnTo>
                  <a:lnTo>
                    <a:pt x="553335" y="1503"/>
                  </a:lnTo>
                  <a:lnTo>
                    <a:pt x="590980" y="0"/>
                  </a:lnTo>
                  <a:lnTo>
                    <a:pt x="629118" y="76"/>
                  </a:lnTo>
                  <a:lnTo>
                    <a:pt x="667682" y="1768"/>
                  </a:lnTo>
                  <a:lnTo>
                    <a:pt x="706605" y="5106"/>
                  </a:lnTo>
                  <a:lnTo>
                    <a:pt x="745816" y="10120"/>
                  </a:lnTo>
                  <a:lnTo>
                    <a:pt x="785245" y="16835"/>
                  </a:lnTo>
                  <a:lnTo>
                    <a:pt x="824817" y="25274"/>
                  </a:lnTo>
                  <a:lnTo>
                    <a:pt x="864459" y="35457"/>
                  </a:lnTo>
                  <a:lnTo>
                    <a:pt x="904095" y="47402"/>
                  </a:lnTo>
                  <a:lnTo>
                    <a:pt x="943649" y="61120"/>
                  </a:lnTo>
                  <a:lnTo>
                    <a:pt x="983042" y="76623"/>
                  </a:lnTo>
                  <a:lnTo>
                    <a:pt x="1022195" y="93916"/>
                  </a:lnTo>
                  <a:lnTo>
                    <a:pt x="1061030" y="113004"/>
                  </a:lnTo>
                  <a:lnTo>
                    <a:pt x="1060974" y="162753"/>
                  </a:lnTo>
                  <a:lnTo>
                    <a:pt x="1058528" y="211635"/>
                  </a:lnTo>
                  <a:lnTo>
                    <a:pt x="1053751" y="259545"/>
                  </a:lnTo>
                  <a:lnTo>
                    <a:pt x="1046704" y="306385"/>
                  </a:lnTo>
                  <a:lnTo>
                    <a:pt x="1037454" y="352060"/>
                  </a:lnTo>
                  <a:lnTo>
                    <a:pt x="1026068" y="396475"/>
                  </a:lnTo>
                  <a:lnTo>
                    <a:pt x="1012621" y="439541"/>
                  </a:lnTo>
                  <a:lnTo>
                    <a:pt x="997190" y="481171"/>
                  </a:lnTo>
                  <a:lnTo>
                    <a:pt x="979853" y="521284"/>
                  </a:lnTo>
                  <a:lnTo>
                    <a:pt x="960696" y="559799"/>
                  </a:lnTo>
                  <a:lnTo>
                    <a:pt x="939804" y="596642"/>
                  </a:lnTo>
                  <a:lnTo>
                    <a:pt x="917267" y="631742"/>
                  </a:lnTo>
                  <a:lnTo>
                    <a:pt x="893177" y="665031"/>
                  </a:lnTo>
                  <a:lnTo>
                    <a:pt x="867629" y="696447"/>
                  </a:lnTo>
                  <a:lnTo>
                    <a:pt x="840719" y="725931"/>
                  </a:lnTo>
                  <a:lnTo>
                    <a:pt x="812549" y="753428"/>
                  </a:lnTo>
                  <a:lnTo>
                    <a:pt x="783218" y="778890"/>
                  </a:lnTo>
                  <a:lnTo>
                    <a:pt x="752830" y="802270"/>
                  </a:lnTo>
                  <a:lnTo>
                    <a:pt x="721491" y="823528"/>
                  </a:lnTo>
                  <a:lnTo>
                    <a:pt x="689306" y="842627"/>
                  </a:lnTo>
                  <a:lnTo>
                    <a:pt x="656385" y="859537"/>
                  </a:lnTo>
                  <a:lnTo>
                    <a:pt x="622835" y="874232"/>
                  </a:lnTo>
                  <a:lnTo>
                    <a:pt x="588766" y="886688"/>
                  </a:lnTo>
                  <a:lnTo>
                    <a:pt x="554290" y="896889"/>
                  </a:lnTo>
                  <a:lnTo>
                    <a:pt x="528453" y="914863"/>
                  </a:lnTo>
                  <a:lnTo>
                    <a:pt x="501592" y="929160"/>
                  </a:lnTo>
                  <a:lnTo>
                    <a:pt x="474099" y="939734"/>
                  </a:lnTo>
                  <a:lnTo>
                    <a:pt x="446366" y="946577"/>
                  </a:lnTo>
                  <a:lnTo>
                    <a:pt x="418784" y="949718"/>
                  </a:lnTo>
                  <a:lnTo>
                    <a:pt x="391736" y="949221"/>
                  </a:lnTo>
                  <a:lnTo>
                    <a:pt x="365597" y="945188"/>
                  </a:lnTo>
                  <a:lnTo>
                    <a:pt x="340731" y="937754"/>
                  </a:lnTo>
                  <a:lnTo>
                    <a:pt x="317484" y="927087"/>
                  </a:lnTo>
                  <a:lnTo>
                    <a:pt x="296186" y="913389"/>
                  </a:lnTo>
                  <a:lnTo>
                    <a:pt x="277145" y="896889"/>
                  </a:lnTo>
                  <a:lnTo>
                    <a:pt x="277145" y="896889"/>
                  </a:lnTo>
                  <a:lnTo>
                    <a:pt x="277145" y="896889"/>
                  </a:lnTo>
                  <a:lnTo>
                    <a:pt x="258104" y="913389"/>
                  </a:lnTo>
                  <a:lnTo>
                    <a:pt x="236806" y="927087"/>
                  </a:lnTo>
                  <a:lnTo>
                    <a:pt x="213559" y="937754"/>
                  </a:lnTo>
                  <a:lnTo>
                    <a:pt x="188692" y="945188"/>
                  </a:lnTo>
                  <a:lnTo>
                    <a:pt x="162554" y="949221"/>
                  </a:lnTo>
                  <a:lnTo>
                    <a:pt x="135506" y="949718"/>
                  </a:lnTo>
                  <a:lnTo>
                    <a:pt x="107924" y="946577"/>
                  </a:lnTo>
                  <a:lnTo>
                    <a:pt x="80191" y="939734"/>
                  </a:lnTo>
                  <a:lnTo>
                    <a:pt x="52698" y="929160"/>
                  </a:lnTo>
                  <a:lnTo>
                    <a:pt x="25836" y="914863"/>
                  </a:lnTo>
                  <a:lnTo>
                    <a:pt x="0" y="896889"/>
                  </a:lnTo>
                  <a:lnTo>
                    <a:pt x="1334" y="869724"/>
                  </a:lnTo>
                  <a:lnTo>
                    <a:pt x="5325" y="842821"/>
                  </a:lnTo>
                  <a:lnTo>
                    <a:pt x="11933" y="816438"/>
                  </a:lnTo>
                  <a:lnTo>
                    <a:pt x="21096" y="790830"/>
                  </a:lnTo>
                  <a:lnTo>
                    <a:pt x="32724" y="766244"/>
                  </a:lnTo>
                  <a:lnTo>
                    <a:pt x="46707" y="742916"/>
                  </a:lnTo>
                  <a:lnTo>
                    <a:pt x="62909" y="721070"/>
                  </a:lnTo>
                  <a:lnTo>
                    <a:pt x="81173" y="700918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811531" y="774292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2595416" y="779047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088676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534385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615559" y="837838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843132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843132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1843132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1843132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1843132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1059247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34551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1059247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1711093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490871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982204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481773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1701994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709069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47390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718168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16833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167364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01" name="rc401"/>
            <p:cNvSpPr/>
            <p:nvPr/>
          </p:nvSpPr>
          <p:spPr>
            <a:xfrm>
              <a:off x="3326634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3326634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3654633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4" name="tx404"/>
            <p:cNvSpPr/>
            <p:nvPr/>
          </p:nvSpPr>
          <p:spPr>
            <a:xfrm>
              <a:off x="4481129" y="6921429"/>
              <a:ext cx="123809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 (n=10)</a:t>
              </a:r>
            </a:p>
          </p:txBody>
        </p:sp>
        <p:sp>
          <p:nvSpPr>
            <p:cNvPr id="405" name="rc405"/>
            <p:cNvSpPr/>
            <p:nvPr/>
          </p:nvSpPr>
          <p:spPr>
            <a:xfrm>
              <a:off x="3714451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100177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5100177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5100177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5100177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5100177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218306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853023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218306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4545957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991736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853180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545887" y="7798829"/>
              <a:ext cx="1338176" cy="1063182"/>
            </a:xfrm>
            <a:custGeom>
              <a:avLst/>
              <a:pathLst>
                <a:path w="1338176" h="1063182">
                  <a:moveTo>
                    <a:pt x="554290" y="252842"/>
                  </a:moveTo>
                  <a:lnTo>
                    <a:pt x="574973" y="228016"/>
                  </a:lnTo>
                  <a:lnTo>
                    <a:pt x="597428" y="203993"/>
                  </a:lnTo>
                  <a:lnTo>
                    <a:pt x="621621" y="180866"/>
                  </a:lnTo>
                  <a:lnTo>
                    <a:pt x="647516" y="158730"/>
                  </a:lnTo>
                  <a:lnTo>
                    <a:pt x="675074" y="137675"/>
                  </a:lnTo>
                  <a:lnTo>
                    <a:pt x="704247" y="117794"/>
                  </a:lnTo>
                  <a:lnTo>
                    <a:pt x="734986" y="99173"/>
                  </a:lnTo>
                  <a:lnTo>
                    <a:pt x="767238" y="81899"/>
                  </a:lnTo>
                  <a:lnTo>
                    <a:pt x="800944" y="66056"/>
                  </a:lnTo>
                  <a:lnTo>
                    <a:pt x="836043" y="51725"/>
                  </a:lnTo>
                  <a:lnTo>
                    <a:pt x="872467" y="38986"/>
                  </a:lnTo>
                  <a:lnTo>
                    <a:pt x="910148" y="27914"/>
                  </a:lnTo>
                  <a:lnTo>
                    <a:pt x="949011" y="18581"/>
                  </a:lnTo>
                  <a:lnTo>
                    <a:pt x="988979" y="11059"/>
                  </a:lnTo>
                  <a:lnTo>
                    <a:pt x="1029972" y="5413"/>
                  </a:lnTo>
                  <a:lnTo>
                    <a:pt x="1071906" y="1707"/>
                  </a:lnTo>
                  <a:lnTo>
                    <a:pt x="1114693" y="0"/>
                  </a:lnTo>
                  <a:lnTo>
                    <a:pt x="1158243" y="346"/>
                  </a:lnTo>
                  <a:lnTo>
                    <a:pt x="1202463" y="2799"/>
                  </a:lnTo>
                  <a:lnTo>
                    <a:pt x="1247258" y="7405"/>
                  </a:lnTo>
                  <a:lnTo>
                    <a:pt x="1292529" y="14208"/>
                  </a:lnTo>
                  <a:lnTo>
                    <a:pt x="1338176" y="23247"/>
                  </a:lnTo>
                  <a:lnTo>
                    <a:pt x="1332087" y="66609"/>
                  </a:lnTo>
                  <a:lnTo>
                    <a:pt x="1324357" y="109185"/>
                  </a:lnTo>
                  <a:lnTo>
                    <a:pt x="1315021" y="150921"/>
                  </a:lnTo>
                  <a:lnTo>
                    <a:pt x="1304117" y="191766"/>
                  </a:lnTo>
                  <a:lnTo>
                    <a:pt x="1291682" y="231666"/>
                  </a:lnTo>
                  <a:lnTo>
                    <a:pt x="1277757" y="270573"/>
                  </a:lnTo>
                  <a:lnTo>
                    <a:pt x="1262383" y="308437"/>
                  </a:lnTo>
                  <a:lnTo>
                    <a:pt x="1245604" y="345212"/>
                  </a:lnTo>
                  <a:lnTo>
                    <a:pt x="1227463" y="380850"/>
                  </a:lnTo>
                  <a:lnTo>
                    <a:pt x="1208008" y="415309"/>
                  </a:lnTo>
                  <a:lnTo>
                    <a:pt x="1187284" y="448546"/>
                  </a:lnTo>
                  <a:lnTo>
                    <a:pt x="1165341" y="480519"/>
                  </a:lnTo>
                  <a:lnTo>
                    <a:pt x="1142228" y="511189"/>
                  </a:lnTo>
                  <a:lnTo>
                    <a:pt x="1117997" y="540519"/>
                  </a:lnTo>
                  <a:lnTo>
                    <a:pt x="1092699" y="568472"/>
                  </a:lnTo>
                  <a:lnTo>
                    <a:pt x="1066388" y="595015"/>
                  </a:lnTo>
                  <a:lnTo>
                    <a:pt x="1039118" y="620114"/>
                  </a:lnTo>
                  <a:lnTo>
                    <a:pt x="1010943" y="643740"/>
                  </a:lnTo>
                  <a:lnTo>
                    <a:pt x="981921" y="665863"/>
                  </a:lnTo>
                  <a:lnTo>
                    <a:pt x="952108" y="686456"/>
                  </a:lnTo>
                  <a:lnTo>
                    <a:pt x="921561" y="705495"/>
                  </a:lnTo>
                  <a:lnTo>
                    <a:pt x="890340" y="722957"/>
                  </a:lnTo>
                  <a:lnTo>
                    <a:pt x="858503" y="738819"/>
                  </a:lnTo>
                  <a:lnTo>
                    <a:pt x="826110" y="753064"/>
                  </a:lnTo>
                  <a:lnTo>
                    <a:pt x="793222" y="765674"/>
                  </a:lnTo>
                  <a:lnTo>
                    <a:pt x="759899" y="776633"/>
                  </a:lnTo>
                  <a:lnTo>
                    <a:pt x="726203" y="785929"/>
                  </a:lnTo>
                  <a:lnTo>
                    <a:pt x="692196" y="793550"/>
                  </a:lnTo>
                  <a:lnTo>
                    <a:pt x="657938" y="799487"/>
                  </a:lnTo>
                  <a:lnTo>
                    <a:pt x="623493" y="803733"/>
                  </a:lnTo>
                  <a:lnTo>
                    <a:pt x="588923" y="806282"/>
                  </a:lnTo>
                  <a:lnTo>
                    <a:pt x="554290" y="807133"/>
                  </a:lnTo>
                  <a:lnTo>
                    <a:pt x="579421" y="808930"/>
                  </a:lnTo>
                  <a:lnTo>
                    <a:pt x="604167" y="814304"/>
                  </a:lnTo>
                  <a:lnTo>
                    <a:pt x="628148" y="823199"/>
                  </a:lnTo>
                  <a:lnTo>
                    <a:pt x="650988" y="835526"/>
                  </a:lnTo>
                  <a:lnTo>
                    <a:pt x="672323" y="851156"/>
                  </a:lnTo>
                  <a:lnTo>
                    <a:pt x="691799" y="869931"/>
                  </a:lnTo>
                  <a:lnTo>
                    <a:pt x="709082" y="891656"/>
                  </a:lnTo>
                  <a:lnTo>
                    <a:pt x="723853" y="916104"/>
                  </a:lnTo>
                  <a:lnTo>
                    <a:pt x="735817" y="943022"/>
                  </a:lnTo>
                  <a:lnTo>
                    <a:pt x="744702" y="972125"/>
                  </a:lnTo>
                  <a:lnTo>
                    <a:pt x="750262" y="1003104"/>
                  </a:lnTo>
                  <a:lnTo>
                    <a:pt x="719283" y="997544"/>
                  </a:lnTo>
                  <a:lnTo>
                    <a:pt x="690180" y="988660"/>
                  </a:lnTo>
                  <a:lnTo>
                    <a:pt x="663262" y="976696"/>
                  </a:lnTo>
                  <a:lnTo>
                    <a:pt x="638813" y="961925"/>
                  </a:lnTo>
                  <a:lnTo>
                    <a:pt x="617089" y="944642"/>
                  </a:lnTo>
                  <a:lnTo>
                    <a:pt x="598314" y="925165"/>
                  </a:lnTo>
                  <a:lnTo>
                    <a:pt x="582683" y="903830"/>
                  </a:lnTo>
                  <a:lnTo>
                    <a:pt x="570357" y="880990"/>
                  </a:lnTo>
                  <a:lnTo>
                    <a:pt x="561461" y="857010"/>
                  </a:lnTo>
                  <a:lnTo>
                    <a:pt x="556088" y="832264"/>
                  </a:lnTo>
                  <a:lnTo>
                    <a:pt x="554290" y="807133"/>
                  </a:lnTo>
                  <a:lnTo>
                    <a:pt x="552493" y="832264"/>
                  </a:lnTo>
                  <a:lnTo>
                    <a:pt x="547119" y="857010"/>
                  </a:lnTo>
                  <a:lnTo>
                    <a:pt x="538223" y="880990"/>
                  </a:lnTo>
                  <a:lnTo>
                    <a:pt x="525897" y="903830"/>
                  </a:lnTo>
                  <a:lnTo>
                    <a:pt x="510266" y="925165"/>
                  </a:lnTo>
                  <a:lnTo>
                    <a:pt x="491492" y="944642"/>
                  </a:lnTo>
                  <a:lnTo>
                    <a:pt x="469767" y="961925"/>
                  </a:lnTo>
                  <a:lnTo>
                    <a:pt x="445318" y="976696"/>
                  </a:lnTo>
                  <a:lnTo>
                    <a:pt x="418401" y="988660"/>
                  </a:lnTo>
                  <a:lnTo>
                    <a:pt x="389298" y="997544"/>
                  </a:lnTo>
                  <a:lnTo>
                    <a:pt x="358319" y="1003104"/>
                  </a:lnTo>
                  <a:lnTo>
                    <a:pt x="330887" y="1005051"/>
                  </a:lnTo>
                  <a:lnTo>
                    <a:pt x="302562" y="1004349"/>
                  </a:lnTo>
                  <a:lnTo>
                    <a:pt x="273569" y="1000901"/>
                  </a:lnTo>
                  <a:lnTo>
                    <a:pt x="244137" y="994627"/>
                  </a:lnTo>
                  <a:lnTo>
                    <a:pt x="214506" y="985465"/>
                  </a:lnTo>
                  <a:lnTo>
                    <a:pt x="184917" y="973374"/>
                  </a:lnTo>
                  <a:lnTo>
                    <a:pt x="155620" y="958328"/>
                  </a:lnTo>
                  <a:lnTo>
                    <a:pt x="126865" y="940324"/>
                  </a:lnTo>
                  <a:lnTo>
                    <a:pt x="98904" y="919375"/>
                  </a:lnTo>
                  <a:lnTo>
                    <a:pt x="71988" y="895518"/>
                  </a:lnTo>
                  <a:lnTo>
                    <a:pt x="46368" y="868806"/>
                  </a:lnTo>
                  <a:lnTo>
                    <a:pt x="22291" y="839313"/>
                  </a:lnTo>
                  <a:lnTo>
                    <a:pt x="0" y="807133"/>
                  </a:lnTo>
                  <a:lnTo>
                    <a:pt x="29621" y="785432"/>
                  </a:lnTo>
                  <a:lnTo>
                    <a:pt x="60040" y="766178"/>
                  </a:lnTo>
                  <a:lnTo>
                    <a:pt x="91104" y="749397"/>
                  </a:lnTo>
                  <a:lnTo>
                    <a:pt x="122661" y="735106"/>
                  </a:lnTo>
                  <a:lnTo>
                    <a:pt x="154558" y="723318"/>
                  </a:lnTo>
                  <a:lnTo>
                    <a:pt x="186644" y="714032"/>
                  </a:lnTo>
                  <a:lnTo>
                    <a:pt x="218765" y="707243"/>
                  </a:lnTo>
                  <a:lnTo>
                    <a:pt x="250773" y="702935"/>
                  </a:lnTo>
                  <a:lnTo>
                    <a:pt x="282515" y="701086"/>
                  </a:lnTo>
                  <a:lnTo>
                    <a:pt x="313846" y="701664"/>
                  </a:lnTo>
                  <a:lnTo>
                    <a:pt x="344619" y="704631"/>
                  </a:lnTo>
                  <a:lnTo>
                    <a:pt x="374691" y="709938"/>
                  </a:lnTo>
                  <a:lnTo>
                    <a:pt x="403922" y="717533"/>
                  </a:lnTo>
                  <a:lnTo>
                    <a:pt x="432176" y="727352"/>
                  </a:lnTo>
                  <a:lnTo>
                    <a:pt x="459320" y="739325"/>
                  </a:lnTo>
                  <a:lnTo>
                    <a:pt x="485225" y="753377"/>
                  </a:lnTo>
                  <a:lnTo>
                    <a:pt x="509767" y="769423"/>
                  </a:lnTo>
                  <a:lnTo>
                    <a:pt x="532827" y="787374"/>
                  </a:lnTo>
                  <a:lnTo>
                    <a:pt x="554290" y="807133"/>
                  </a:lnTo>
                  <a:lnTo>
                    <a:pt x="546000" y="800433"/>
                  </a:lnTo>
                  <a:lnTo>
                    <a:pt x="536387" y="795558"/>
                  </a:lnTo>
                  <a:lnTo>
                    <a:pt x="525754" y="792701"/>
                  </a:lnTo>
                  <a:lnTo>
                    <a:pt x="514423" y="792013"/>
                  </a:lnTo>
                  <a:lnTo>
                    <a:pt x="502740" y="793598"/>
                  </a:lnTo>
                  <a:lnTo>
                    <a:pt x="491062" y="797509"/>
                  </a:lnTo>
                  <a:lnTo>
                    <a:pt x="479751" y="803753"/>
                  </a:lnTo>
                  <a:lnTo>
                    <a:pt x="469170" y="812281"/>
                  </a:lnTo>
                  <a:lnTo>
                    <a:pt x="459676" y="822998"/>
                  </a:lnTo>
                  <a:lnTo>
                    <a:pt x="451611" y="835757"/>
                  </a:lnTo>
                  <a:lnTo>
                    <a:pt x="445296" y="850363"/>
                  </a:lnTo>
                  <a:lnTo>
                    <a:pt x="441029" y="866577"/>
                  </a:lnTo>
                  <a:lnTo>
                    <a:pt x="439071" y="884120"/>
                  </a:lnTo>
                  <a:lnTo>
                    <a:pt x="439650" y="902673"/>
                  </a:lnTo>
                  <a:lnTo>
                    <a:pt x="442950" y="921888"/>
                  </a:lnTo>
                  <a:lnTo>
                    <a:pt x="449108" y="941388"/>
                  </a:lnTo>
                  <a:lnTo>
                    <a:pt x="458212" y="960776"/>
                  </a:lnTo>
                  <a:lnTo>
                    <a:pt x="470296" y="979641"/>
                  </a:lnTo>
                  <a:lnTo>
                    <a:pt x="485341" y="997564"/>
                  </a:lnTo>
                  <a:lnTo>
                    <a:pt x="503271" y="1014127"/>
                  </a:lnTo>
                  <a:lnTo>
                    <a:pt x="523955" y="1028916"/>
                  </a:lnTo>
                  <a:lnTo>
                    <a:pt x="547207" y="1041533"/>
                  </a:lnTo>
                  <a:lnTo>
                    <a:pt x="572787" y="1051601"/>
                  </a:lnTo>
                  <a:lnTo>
                    <a:pt x="600404" y="1058769"/>
                  </a:lnTo>
                  <a:lnTo>
                    <a:pt x="629719" y="1062721"/>
                  </a:lnTo>
                  <a:lnTo>
                    <a:pt x="660349" y="1063182"/>
                  </a:lnTo>
                  <a:lnTo>
                    <a:pt x="691873" y="1059922"/>
                  </a:lnTo>
                  <a:lnTo>
                    <a:pt x="723837" y="1052764"/>
                  </a:lnTo>
                  <a:lnTo>
                    <a:pt x="755759" y="1041585"/>
                  </a:lnTo>
                  <a:lnTo>
                    <a:pt x="787137" y="1026321"/>
                  </a:lnTo>
                  <a:lnTo>
                    <a:pt x="817457" y="1006971"/>
                  </a:lnTo>
                  <a:lnTo>
                    <a:pt x="846199" y="983598"/>
                  </a:lnTo>
                  <a:lnTo>
                    <a:pt x="872844" y="956328"/>
                  </a:lnTo>
                  <a:lnTo>
                    <a:pt x="896887" y="925355"/>
                  </a:lnTo>
                  <a:lnTo>
                    <a:pt x="917837" y="890935"/>
                  </a:lnTo>
                  <a:lnTo>
                    <a:pt x="935232" y="853387"/>
                  </a:lnTo>
                  <a:lnTo>
                    <a:pt x="948644" y="813089"/>
                  </a:lnTo>
                  <a:lnTo>
                    <a:pt x="957687" y="770475"/>
                  </a:lnTo>
                  <a:lnTo>
                    <a:pt x="962020" y="726030"/>
                  </a:lnTo>
                  <a:lnTo>
                    <a:pt x="961362" y="680284"/>
                  </a:lnTo>
                  <a:lnTo>
                    <a:pt x="955488" y="633807"/>
                  </a:lnTo>
                  <a:lnTo>
                    <a:pt x="944241" y="587200"/>
                  </a:lnTo>
                  <a:lnTo>
                    <a:pt x="927534" y="541089"/>
                  </a:lnTo>
                  <a:lnTo>
                    <a:pt x="905353" y="496118"/>
                  </a:lnTo>
                  <a:lnTo>
                    <a:pt x="877760" y="452936"/>
                  </a:lnTo>
                  <a:lnTo>
                    <a:pt x="844893" y="412193"/>
                  </a:lnTo>
                  <a:lnTo>
                    <a:pt x="806968" y="374526"/>
                  </a:lnTo>
                  <a:lnTo>
                    <a:pt x="764279" y="340556"/>
                  </a:lnTo>
                  <a:lnTo>
                    <a:pt x="717193" y="310874"/>
                  </a:lnTo>
                  <a:lnTo>
                    <a:pt x="666151" y="286032"/>
                  </a:lnTo>
                  <a:lnTo>
                    <a:pt x="611659" y="266537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545887" y="7798829"/>
              <a:ext cx="1338176" cy="1005051"/>
            </a:xfrm>
            <a:custGeom>
              <a:avLst/>
              <a:pathLst>
                <a:path w="1338176" h="1005051">
                  <a:moveTo>
                    <a:pt x="554290" y="252842"/>
                  </a:moveTo>
                  <a:lnTo>
                    <a:pt x="574973" y="228016"/>
                  </a:lnTo>
                  <a:lnTo>
                    <a:pt x="597428" y="203993"/>
                  </a:lnTo>
                  <a:lnTo>
                    <a:pt x="621621" y="180866"/>
                  </a:lnTo>
                  <a:lnTo>
                    <a:pt x="647516" y="158730"/>
                  </a:lnTo>
                  <a:lnTo>
                    <a:pt x="675074" y="137675"/>
                  </a:lnTo>
                  <a:lnTo>
                    <a:pt x="704247" y="117794"/>
                  </a:lnTo>
                  <a:lnTo>
                    <a:pt x="734986" y="99173"/>
                  </a:lnTo>
                  <a:lnTo>
                    <a:pt x="767238" y="81899"/>
                  </a:lnTo>
                  <a:lnTo>
                    <a:pt x="800944" y="66056"/>
                  </a:lnTo>
                  <a:lnTo>
                    <a:pt x="836043" y="51725"/>
                  </a:lnTo>
                  <a:lnTo>
                    <a:pt x="872467" y="38986"/>
                  </a:lnTo>
                  <a:lnTo>
                    <a:pt x="910148" y="27914"/>
                  </a:lnTo>
                  <a:lnTo>
                    <a:pt x="949011" y="18581"/>
                  </a:lnTo>
                  <a:lnTo>
                    <a:pt x="988979" y="11059"/>
                  </a:lnTo>
                  <a:lnTo>
                    <a:pt x="1029972" y="5413"/>
                  </a:lnTo>
                  <a:lnTo>
                    <a:pt x="1071906" y="1707"/>
                  </a:lnTo>
                  <a:lnTo>
                    <a:pt x="1114693" y="0"/>
                  </a:lnTo>
                  <a:lnTo>
                    <a:pt x="1158243" y="346"/>
                  </a:lnTo>
                  <a:lnTo>
                    <a:pt x="1202463" y="2799"/>
                  </a:lnTo>
                  <a:lnTo>
                    <a:pt x="1247258" y="7405"/>
                  </a:lnTo>
                  <a:lnTo>
                    <a:pt x="1292529" y="14208"/>
                  </a:lnTo>
                  <a:lnTo>
                    <a:pt x="1338176" y="23247"/>
                  </a:lnTo>
                  <a:lnTo>
                    <a:pt x="1332087" y="66609"/>
                  </a:lnTo>
                  <a:lnTo>
                    <a:pt x="1324357" y="109185"/>
                  </a:lnTo>
                  <a:lnTo>
                    <a:pt x="1315021" y="150921"/>
                  </a:lnTo>
                  <a:lnTo>
                    <a:pt x="1304117" y="191766"/>
                  </a:lnTo>
                  <a:lnTo>
                    <a:pt x="1291682" y="231666"/>
                  </a:lnTo>
                  <a:lnTo>
                    <a:pt x="1277757" y="270573"/>
                  </a:lnTo>
                  <a:lnTo>
                    <a:pt x="1262383" y="308437"/>
                  </a:lnTo>
                  <a:lnTo>
                    <a:pt x="1245604" y="345212"/>
                  </a:lnTo>
                  <a:lnTo>
                    <a:pt x="1227463" y="380850"/>
                  </a:lnTo>
                  <a:lnTo>
                    <a:pt x="1208008" y="415309"/>
                  </a:lnTo>
                  <a:lnTo>
                    <a:pt x="1187284" y="448546"/>
                  </a:lnTo>
                  <a:lnTo>
                    <a:pt x="1165341" y="480519"/>
                  </a:lnTo>
                  <a:lnTo>
                    <a:pt x="1142228" y="511189"/>
                  </a:lnTo>
                  <a:lnTo>
                    <a:pt x="1117997" y="540519"/>
                  </a:lnTo>
                  <a:lnTo>
                    <a:pt x="1092699" y="568472"/>
                  </a:lnTo>
                  <a:lnTo>
                    <a:pt x="1066388" y="595015"/>
                  </a:lnTo>
                  <a:lnTo>
                    <a:pt x="1039118" y="620114"/>
                  </a:lnTo>
                  <a:lnTo>
                    <a:pt x="1010943" y="643740"/>
                  </a:lnTo>
                  <a:lnTo>
                    <a:pt x="981921" y="665863"/>
                  </a:lnTo>
                  <a:lnTo>
                    <a:pt x="952108" y="686456"/>
                  </a:lnTo>
                  <a:lnTo>
                    <a:pt x="921561" y="705495"/>
                  </a:lnTo>
                  <a:lnTo>
                    <a:pt x="890340" y="722957"/>
                  </a:lnTo>
                  <a:lnTo>
                    <a:pt x="858503" y="738819"/>
                  </a:lnTo>
                  <a:lnTo>
                    <a:pt x="826110" y="753064"/>
                  </a:lnTo>
                  <a:lnTo>
                    <a:pt x="793222" y="765674"/>
                  </a:lnTo>
                  <a:lnTo>
                    <a:pt x="759899" y="776633"/>
                  </a:lnTo>
                  <a:lnTo>
                    <a:pt x="726203" y="785929"/>
                  </a:lnTo>
                  <a:lnTo>
                    <a:pt x="692196" y="793550"/>
                  </a:lnTo>
                  <a:lnTo>
                    <a:pt x="657938" y="799487"/>
                  </a:lnTo>
                  <a:lnTo>
                    <a:pt x="623493" y="803733"/>
                  </a:lnTo>
                  <a:lnTo>
                    <a:pt x="588923" y="806282"/>
                  </a:lnTo>
                  <a:lnTo>
                    <a:pt x="554290" y="807133"/>
                  </a:lnTo>
                  <a:lnTo>
                    <a:pt x="579421" y="808930"/>
                  </a:lnTo>
                  <a:lnTo>
                    <a:pt x="604167" y="814304"/>
                  </a:lnTo>
                  <a:lnTo>
                    <a:pt x="628148" y="823199"/>
                  </a:lnTo>
                  <a:lnTo>
                    <a:pt x="650988" y="835526"/>
                  </a:lnTo>
                  <a:lnTo>
                    <a:pt x="672323" y="851156"/>
                  </a:lnTo>
                  <a:lnTo>
                    <a:pt x="691799" y="869931"/>
                  </a:lnTo>
                  <a:lnTo>
                    <a:pt x="709082" y="891656"/>
                  </a:lnTo>
                  <a:lnTo>
                    <a:pt x="723853" y="916104"/>
                  </a:lnTo>
                  <a:lnTo>
                    <a:pt x="735817" y="943022"/>
                  </a:lnTo>
                  <a:lnTo>
                    <a:pt x="744702" y="972125"/>
                  </a:lnTo>
                  <a:lnTo>
                    <a:pt x="750262" y="1003104"/>
                  </a:lnTo>
                  <a:lnTo>
                    <a:pt x="719283" y="997544"/>
                  </a:lnTo>
                  <a:lnTo>
                    <a:pt x="690180" y="988660"/>
                  </a:lnTo>
                  <a:lnTo>
                    <a:pt x="663262" y="976696"/>
                  </a:lnTo>
                  <a:lnTo>
                    <a:pt x="638813" y="961925"/>
                  </a:lnTo>
                  <a:lnTo>
                    <a:pt x="617089" y="944642"/>
                  </a:lnTo>
                  <a:lnTo>
                    <a:pt x="598314" y="925165"/>
                  </a:lnTo>
                  <a:lnTo>
                    <a:pt x="582683" y="903830"/>
                  </a:lnTo>
                  <a:lnTo>
                    <a:pt x="570357" y="880990"/>
                  </a:lnTo>
                  <a:lnTo>
                    <a:pt x="561461" y="857010"/>
                  </a:lnTo>
                  <a:lnTo>
                    <a:pt x="556088" y="832264"/>
                  </a:lnTo>
                  <a:lnTo>
                    <a:pt x="554290" y="807133"/>
                  </a:lnTo>
                  <a:lnTo>
                    <a:pt x="552493" y="832264"/>
                  </a:lnTo>
                  <a:lnTo>
                    <a:pt x="547119" y="857010"/>
                  </a:lnTo>
                  <a:lnTo>
                    <a:pt x="538223" y="880990"/>
                  </a:lnTo>
                  <a:lnTo>
                    <a:pt x="525897" y="903830"/>
                  </a:lnTo>
                  <a:lnTo>
                    <a:pt x="510266" y="925165"/>
                  </a:lnTo>
                  <a:lnTo>
                    <a:pt x="491492" y="944642"/>
                  </a:lnTo>
                  <a:lnTo>
                    <a:pt x="469767" y="961925"/>
                  </a:lnTo>
                  <a:lnTo>
                    <a:pt x="445318" y="976696"/>
                  </a:lnTo>
                  <a:lnTo>
                    <a:pt x="418401" y="988660"/>
                  </a:lnTo>
                  <a:lnTo>
                    <a:pt x="389298" y="997544"/>
                  </a:lnTo>
                  <a:lnTo>
                    <a:pt x="358319" y="1003104"/>
                  </a:lnTo>
                  <a:lnTo>
                    <a:pt x="330887" y="1005051"/>
                  </a:lnTo>
                  <a:lnTo>
                    <a:pt x="302562" y="1004349"/>
                  </a:lnTo>
                  <a:lnTo>
                    <a:pt x="273569" y="1000901"/>
                  </a:lnTo>
                  <a:lnTo>
                    <a:pt x="244137" y="994627"/>
                  </a:lnTo>
                  <a:lnTo>
                    <a:pt x="214506" y="985465"/>
                  </a:lnTo>
                  <a:lnTo>
                    <a:pt x="184917" y="973374"/>
                  </a:lnTo>
                  <a:lnTo>
                    <a:pt x="155620" y="958328"/>
                  </a:lnTo>
                  <a:lnTo>
                    <a:pt x="126865" y="940324"/>
                  </a:lnTo>
                  <a:lnTo>
                    <a:pt x="98904" y="919375"/>
                  </a:lnTo>
                  <a:lnTo>
                    <a:pt x="71988" y="895518"/>
                  </a:lnTo>
                  <a:lnTo>
                    <a:pt x="46368" y="868806"/>
                  </a:lnTo>
                  <a:lnTo>
                    <a:pt x="22291" y="839313"/>
                  </a:lnTo>
                  <a:lnTo>
                    <a:pt x="0" y="807133"/>
                  </a:lnTo>
                  <a:lnTo>
                    <a:pt x="29621" y="785432"/>
                  </a:lnTo>
                  <a:lnTo>
                    <a:pt x="60040" y="766178"/>
                  </a:lnTo>
                  <a:lnTo>
                    <a:pt x="91104" y="749397"/>
                  </a:lnTo>
                  <a:lnTo>
                    <a:pt x="122661" y="735106"/>
                  </a:lnTo>
                  <a:lnTo>
                    <a:pt x="154558" y="723318"/>
                  </a:lnTo>
                  <a:lnTo>
                    <a:pt x="186644" y="714032"/>
                  </a:lnTo>
                  <a:lnTo>
                    <a:pt x="218765" y="707243"/>
                  </a:lnTo>
                  <a:lnTo>
                    <a:pt x="250773" y="702935"/>
                  </a:lnTo>
                  <a:lnTo>
                    <a:pt x="282515" y="701086"/>
                  </a:lnTo>
                  <a:lnTo>
                    <a:pt x="313846" y="701664"/>
                  </a:lnTo>
                  <a:lnTo>
                    <a:pt x="344619" y="704631"/>
                  </a:lnTo>
                  <a:lnTo>
                    <a:pt x="374691" y="709938"/>
                  </a:lnTo>
                  <a:lnTo>
                    <a:pt x="403922" y="717533"/>
                  </a:lnTo>
                  <a:lnTo>
                    <a:pt x="432176" y="727352"/>
                  </a:lnTo>
                  <a:lnTo>
                    <a:pt x="459320" y="739325"/>
                  </a:lnTo>
                  <a:lnTo>
                    <a:pt x="485225" y="753377"/>
                  </a:lnTo>
                  <a:lnTo>
                    <a:pt x="509767" y="769423"/>
                  </a:lnTo>
                  <a:lnTo>
                    <a:pt x="532827" y="787374"/>
                  </a:lnTo>
                  <a:lnTo>
                    <a:pt x="554290" y="807133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068576" y="802007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5852462" y="7790475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5264548" y="877033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4872605" y="877033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51428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5100177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5100177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100177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100177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100177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4316292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991596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4316292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4968138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5747916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6239249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5738818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4959040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3966115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3730951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3975213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3473878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3424409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45" name="rc445"/>
            <p:cNvSpPr/>
            <p:nvPr/>
          </p:nvSpPr>
          <p:spPr>
            <a:xfrm>
              <a:off x="6583680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6583680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6911679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7775253" y="6921429"/>
              <a:ext cx="116393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Suliformes (n=9)</a:t>
              </a:r>
            </a:p>
          </p:txBody>
        </p:sp>
        <p:sp>
          <p:nvSpPr>
            <p:cNvPr id="449" name="rc449"/>
            <p:cNvSpPr/>
            <p:nvPr/>
          </p:nvSpPr>
          <p:spPr>
            <a:xfrm>
              <a:off x="6971496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8357223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8357223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8357223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8357223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8357223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475352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110069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475352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803002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248781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110226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8126644" y="7497381"/>
              <a:ext cx="1046481" cy="1621160"/>
            </a:xfrm>
            <a:custGeom>
              <a:avLst/>
              <a:pathLst>
                <a:path w="1046481" h="1621160">
                  <a:moveTo>
                    <a:pt x="230578" y="0"/>
                  </a:moveTo>
                  <a:lnTo>
                    <a:pt x="264285" y="36004"/>
                  </a:lnTo>
                  <a:lnTo>
                    <a:pt x="295731" y="72996"/>
                  </a:lnTo>
                  <a:lnTo>
                    <a:pt x="324889" y="110871"/>
                  </a:lnTo>
                  <a:lnTo>
                    <a:pt x="351736" y="149521"/>
                  </a:lnTo>
                  <a:lnTo>
                    <a:pt x="376251" y="188837"/>
                  </a:lnTo>
                  <a:lnTo>
                    <a:pt x="398422" y="228713"/>
                  </a:lnTo>
                  <a:lnTo>
                    <a:pt x="418238" y="269040"/>
                  </a:lnTo>
                  <a:lnTo>
                    <a:pt x="435694" y="309708"/>
                  </a:lnTo>
                  <a:lnTo>
                    <a:pt x="450788" y="350612"/>
                  </a:lnTo>
                  <a:lnTo>
                    <a:pt x="463526" y="391641"/>
                  </a:lnTo>
                  <a:lnTo>
                    <a:pt x="473914" y="432689"/>
                  </a:lnTo>
                  <a:lnTo>
                    <a:pt x="481965" y="473649"/>
                  </a:lnTo>
                  <a:lnTo>
                    <a:pt x="487696" y="514416"/>
                  </a:lnTo>
                  <a:lnTo>
                    <a:pt x="491128" y="554884"/>
                  </a:lnTo>
                  <a:lnTo>
                    <a:pt x="492286" y="594949"/>
                  </a:lnTo>
                  <a:lnTo>
                    <a:pt x="491201" y="634510"/>
                  </a:lnTo>
                  <a:lnTo>
                    <a:pt x="487905" y="673465"/>
                  </a:lnTo>
                  <a:lnTo>
                    <a:pt x="482437" y="711714"/>
                  </a:lnTo>
                  <a:lnTo>
                    <a:pt x="474839" y="749162"/>
                  </a:lnTo>
                  <a:lnTo>
                    <a:pt x="465157" y="785711"/>
                  </a:lnTo>
                  <a:lnTo>
                    <a:pt x="453440" y="821269"/>
                  </a:lnTo>
                  <a:lnTo>
                    <a:pt x="439742" y="855745"/>
                  </a:lnTo>
                  <a:lnTo>
                    <a:pt x="424121" y="889049"/>
                  </a:lnTo>
                  <a:lnTo>
                    <a:pt x="406637" y="921097"/>
                  </a:lnTo>
                  <a:lnTo>
                    <a:pt x="387355" y="951804"/>
                  </a:lnTo>
                  <a:lnTo>
                    <a:pt x="415394" y="941073"/>
                  </a:lnTo>
                  <a:lnTo>
                    <a:pt x="444814" y="932762"/>
                  </a:lnTo>
                  <a:lnTo>
                    <a:pt x="475444" y="926976"/>
                  </a:lnTo>
                  <a:lnTo>
                    <a:pt x="507104" y="923812"/>
                  </a:lnTo>
                  <a:lnTo>
                    <a:pt x="539608" y="923355"/>
                  </a:lnTo>
                  <a:lnTo>
                    <a:pt x="572767" y="925677"/>
                  </a:lnTo>
                  <a:lnTo>
                    <a:pt x="606383" y="930839"/>
                  </a:lnTo>
                  <a:lnTo>
                    <a:pt x="640256" y="938887"/>
                  </a:lnTo>
                  <a:lnTo>
                    <a:pt x="674184" y="949856"/>
                  </a:lnTo>
                  <a:lnTo>
                    <a:pt x="707959" y="963769"/>
                  </a:lnTo>
                  <a:lnTo>
                    <a:pt x="741373" y="980633"/>
                  </a:lnTo>
                  <a:lnTo>
                    <a:pt x="774218" y="1000444"/>
                  </a:lnTo>
                  <a:lnTo>
                    <a:pt x="806284" y="1023183"/>
                  </a:lnTo>
                  <a:lnTo>
                    <a:pt x="837362" y="1048818"/>
                  </a:lnTo>
                  <a:lnTo>
                    <a:pt x="867245" y="1077303"/>
                  </a:lnTo>
                  <a:lnTo>
                    <a:pt x="895727" y="1108581"/>
                  </a:lnTo>
                  <a:lnTo>
                    <a:pt x="865088" y="1131242"/>
                  </a:lnTo>
                  <a:lnTo>
                    <a:pt x="833718" y="1151718"/>
                  </a:lnTo>
                  <a:lnTo>
                    <a:pt x="801733" y="1169986"/>
                  </a:lnTo>
                  <a:lnTo>
                    <a:pt x="769251" y="1186030"/>
                  </a:lnTo>
                  <a:lnTo>
                    <a:pt x="736390" y="1199839"/>
                  </a:lnTo>
                  <a:lnTo>
                    <a:pt x="703268" y="1211408"/>
                  </a:lnTo>
                  <a:lnTo>
                    <a:pt x="670001" y="1220737"/>
                  </a:lnTo>
                  <a:lnTo>
                    <a:pt x="636709" y="1227832"/>
                  </a:lnTo>
                  <a:lnTo>
                    <a:pt x="603507" y="1232704"/>
                  </a:lnTo>
                  <a:lnTo>
                    <a:pt x="570511" y="1235369"/>
                  </a:lnTo>
                  <a:lnTo>
                    <a:pt x="537837" y="1235852"/>
                  </a:lnTo>
                  <a:lnTo>
                    <a:pt x="505597" y="1234178"/>
                  </a:lnTo>
                  <a:lnTo>
                    <a:pt x="473902" y="1230380"/>
                  </a:lnTo>
                  <a:lnTo>
                    <a:pt x="442864" y="1224498"/>
                  </a:lnTo>
                  <a:lnTo>
                    <a:pt x="412590" y="1216574"/>
                  </a:lnTo>
                  <a:lnTo>
                    <a:pt x="383185" y="1206655"/>
                  </a:lnTo>
                  <a:lnTo>
                    <a:pt x="354752" y="1194797"/>
                  </a:lnTo>
                  <a:lnTo>
                    <a:pt x="327392" y="1181055"/>
                  </a:lnTo>
                  <a:lnTo>
                    <a:pt x="301202" y="1165494"/>
                  </a:lnTo>
                  <a:lnTo>
                    <a:pt x="276277" y="1148179"/>
                  </a:lnTo>
                  <a:lnTo>
                    <a:pt x="252706" y="1129183"/>
                  </a:lnTo>
                  <a:lnTo>
                    <a:pt x="230578" y="1108581"/>
                  </a:lnTo>
                  <a:lnTo>
                    <a:pt x="221243" y="1100334"/>
                  </a:lnTo>
                  <a:lnTo>
                    <a:pt x="210926" y="1093271"/>
                  </a:lnTo>
                  <a:lnTo>
                    <a:pt x="199739" y="1087479"/>
                  </a:lnTo>
                  <a:lnTo>
                    <a:pt x="187800" y="1083037"/>
                  </a:lnTo>
                  <a:lnTo>
                    <a:pt x="175237" y="1080013"/>
                  </a:lnTo>
                  <a:lnTo>
                    <a:pt x="162179" y="1078465"/>
                  </a:lnTo>
                  <a:lnTo>
                    <a:pt x="148762" y="1078438"/>
                  </a:lnTo>
                  <a:lnTo>
                    <a:pt x="135126" y="1079970"/>
                  </a:lnTo>
                  <a:lnTo>
                    <a:pt x="121412" y="1083085"/>
                  </a:lnTo>
                  <a:lnTo>
                    <a:pt x="107765" y="1087794"/>
                  </a:lnTo>
                  <a:lnTo>
                    <a:pt x="94330" y="1094099"/>
                  </a:lnTo>
                  <a:lnTo>
                    <a:pt x="81252" y="1101988"/>
                  </a:lnTo>
                  <a:lnTo>
                    <a:pt x="68676" y="1111439"/>
                  </a:lnTo>
                  <a:lnTo>
                    <a:pt x="56744" y="1122416"/>
                  </a:lnTo>
                  <a:lnTo>
                    <a:pt x="45598" y="1134874"/>
                  </a:lnTo>
                  <a:lnTo>
                    <a:pt x="35374" y="1148754"/>
                  </a:lnTo>
                  <a:lnTo>
                    <a:pt x="26204" y="1163988"/>
                  </a:lnTo>
                  <a:lnTo>
                    <a:pt x="18216" y="1180494"/>
                  </a:lnTo>
                  <a:lnTo>
                    <a:pt x="11532" y="1198182"/>
                  </a:lnTo>
                  <a:lnTo>
                    <a:pt x="6266" y="1216953"/>
                  </a:lnTo>
                  <a:lnTo>
                    <a:pt x="2524" y="1236694"/>
                  </a:lnTo>
                  <a:lnTo>
                    <a:pt x="405" y="1257288"/>
                  </a:lnTo>
                  <a:lnTo>
                    <a:pt x="0" y="1278606"/>
                  </a:lnTo>
                  <a:lnTo>
                    <a:pt x="1386" y="1300513"/>
                  </a:lnTo>
                  <a:lnTo>
                    <a:pt x="4634" y="1322868"/>
                  </a:lnTo>
                  <a:lnTo>
                    <a:pt x="9802" y="1345520"/>
                  </a:lnTo>
                  <a:lnTo>
                    <a:pt x="16938" y="1368317"/>
                  </a:lnTo>
                  <a:lnTo>
                    <a:pt x="26076" y="1391101"/>
                  </a:lnTo>
                  <a:lnTo>
                    <a:pt x="37240" y="1413708"/>
                  </a:lnTo>
                  <a:lnTo>
                    <a:pt x="50441" y="1435975"/>
                  </a:lnTo>
                  <a:lnTo>
                    <a:pt x="65677" y="1457734"/>
                  </a:lnTo>
                  <a:lnTo>
                    <a:pt x="82932" y="1478818"/>
                  </a:lnTo>
                  <a:lnTo>
                    <a:pt x="102178" y="1499059"/>
                  </a:lnTo>
                  <a:lnTo>
                    <a:pt x="123376" y="1518291"/>
                  </a:lnTo>
                  <a:lnTo>
                    <a:pt x="146470" y="1536350"/>
                  </a:lnTo>
                  <a:lnTo>
                    <a:pt x="171394" y="1553073"/>
                  </a:lnTo>
                  <a:lnTo>
                    <a:pt x="198069" y="1568304"/>
                  </a:lnTo>
                  <a:lnTo>
                    <a:pt x="226401" y="1581889"/>
                  </a:lnTo>
                  <a:lnTo>
                    <a:pt x="256287" y="1593683"/>
                  </a:lnTo>
                  <a:lnTo>
                    <a:pt x="287611" y="1603545"/>
                  </a:lnTo>
                  <a:lnTo>
                    <a:pt x="320245" y="1611342"/>
                  </a:lnTo>
                  <a:lnTo>
                    <a:pt x="354051" y="1616952"/>
                  </a:lnTo>
                  <a:lnTo>
                    <a:pt x="388881" y="1620259"/>
                  </a:lnTo>
                  <a:lnTo>
                    <a:pt x="424576" y="1621160"/>
                  </a:lnTo>
                  <a:lnTo>
                    <a:pt x="460969" y="1619561"/>
                  </a:lnTo>
                  <a:lnTo>
                    <a:pt x="497885" y="1615381"/>
                  </a:lnTo>
                  <a:lnTo>
                    <a:pt x="535142" y="1608551"/>
                  </a:lnTo>
                  <a:lnTo>
                    <a:pt x="572551" y="1599012"/>
                  </a:lnTo>
                  <a:lnTo>
                    <a:pt x="609916" y="1586724"/>
                  </a:lnTo>
                  <a:lnTo>
                    <a:pt x="647039" y="1571655"/>
                  </a:lnTo>
                  <a:lnTo>
                    <a:pt x="683717" y="1553792"/>
                  </a:lnTo>
                  <a:lnTo>
                    <a:pt x="719745" y="1533134"/>
                  </a:lnTo>
                  <a:lnTo>
                    <a:pt x="754914" y="1509694"/>
                  </a:lnTo>
                  <a:lnTo>
                    <a:pt x="789017" y="1483503"/>
                  </a:lnTo>
                  <a:lnTo>
                    <a:pt x="821848" y="1454605"/>
                  </a:lnTo>
                  <a:lnTo>
                    <a:pt x="853200" y="1423059"/>
                  </a:lnTo>
                  <a:lnTo>
                    <a:pt x="882870" y="1388941"/>
                  </a:lnTo>
                  <a:lnTo>
                    <a:pt x="910659" y="1352341"/>
                  </a:lnTo>
                  <a:lnTo>
                    <a:pt x="936372" y="1313363"/>
                  </a:lnTo>
                  <a:lnTo>
                    <a:pt x="959822" y="1272127"/>
                  </a:lnTo>
                  <a:lnTo>
                    <a:pt x="980827" y="1228766"/>
                  </a:lnTo>
                  <a:lnTo>
                    <a:pt x="999213" y="1183429"/>
                  </a:lnTo>
                  <a:lnTo>
                    <a:pt x="1014815" y="1136275"/>
                  </a:lnTo>
                  <a:lnTo>
                    <a:pt x="1027481" y="1087479"/>
                  </a:lnTo>
                  <a:lnTo>
                    <a:pt x="1037066" y="1037225"/>
                  </a:lnTo>
                  <a:lnTo>
                    <a:pt x="1043438" y="985713"/>
                  </a:lnTo>
                  <a:lnTo>
                    <a:pt x="1046481" y="933148"/>
                  </a:lnTo>
                  <a:lnTo>
                    <a:pt x="1046087" y="879748"/>
                  </a:lnTo>
                  <a:lnTo>
                    <a:pt x="1042167" y="825742"/>
                  </a:lnTo>
                  <a:lnTo>
                    <a:pt x="1034645" y="771361"/>
                  </a:lnTo>
                  <a:lnTo>
                    <a:pt x="1023461" y="716849"/>
                  </a:lnTo>
                  <a:lnTo>
                    <a:pt x="1008571" y="662453"/>
                  </a:lnTo>
                  <a:lnTo>
                    <a:pt x="989948" y="608424"/>
                  </a:lnTo>
                  <a:lnTo>
                    <a:pt x="967583" y="555018"/>
                  </a:lnTo>
                  <a:lnTo>
                    <a:pt x="941483" y="502495"/>
                  </a:lnTo>
                  <a:lnTo>
                    <a:pt x="911673" y="451113"/>
                  </a:lnTo>
                  <a:lnTo>
                    <a:pt x="878196" y="401133"/>
                  </a:lnTo>
                  <a:lnTo>
                    <a:pt x="841115" y="352814"/>
                  </a:lnTo>
                  <a:lnTo>
                    <a:pt x="800509" y="306410"/>
                  </a:lnTo>
                  <a:lnTo>
                    <a:pt x="756475" y="262176"/>
                  </a:lnTo>
                  <a:lnTo>
                    <a:pt x="709128" y="220360"/>
                  </a:lnTo>
                  <a:lnTo>
                    <a:pt x="658602" y="181202"/>
                  </a:lnTo>
                  <a:lnTo>
                    <a:pt x="605047" y="144937"/>
                  </a:lnTo>
                  <a:lnTo>
                    <a:pt x="548630" y="111791"/>
                  </a:lnTo>
                  <a:lnTo>
                    <a:pt x="489534" y="81980"/>
                  </a:lnTo>
                  <a:lnTo>
                    <a:pt x="427960" y="55709"/>
                  </a:lnTo>
                  <a:lnTo>
                    <a:pt x="364120" y="33171"/>
                  </a:lnTo>
                  <a:lnTo>
                    <a:pt x="298246" y="14546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8357223" y="7497381"/>
              <a:ext cx="665148" cy="1235852"/>
            </a:xfrm>
            <a:custGeom>
              <a:avLst/>
              <a:pathLst>
                <a:path w="665148" h="1235852">
                  <a:moveTo>
                    <a:pt x="0" y="0"/>
                  </a:moveTo>
                  <a:lnTo>
                    <a:pt x="33707" y="36004"/>
                  </a:lnTo>
                  <a:lnTo>
                    <a:pt x="65153" y="72996"/>
                  </a:lnTo>
                  <a:lnTo>
                    <a:pt x="94311" y="110871"/>
                  </a:lnTo>
                  <a:lnTo>
                    <a:pt x="121157" y="149521"/>
                  </a:lnTo>
                  <a:lnTo>
                    <a:pt x="145673" y="188837"/>
                  </a:lnTo>
                  <a:lnTo>
                    <a:pt x="167843" y="228713"/>
                  </a:lnTo>
                  <a:lnTo>
                    <a:pt x="187659" y="269040"/>
                  </a:lnTo>
                  <a:lnTo>
                    <a:pt x="205115" y="309708"/>
                  </a:lnTo>
                  <a:lnTo>
                    <a:pt x="220210" y="350612"/>
                  </a:lnTo>
                  <a:lnTo>
                    <a:pt x="232947" y="391641"/>
                  </a:lnTo>
                  <a:lnTo>
                    <a:pt x="243336" y="432689"/>
                  </a:lnTo>
                  <a:lnTo>
                    <a:pt x="251387" y="473649"/>
                  </a:lnTo>
                  <a:lnTo>
                    <a:pt x="257118" y="514416"/>
                  </a:lnTo>
                  <a:lnTo>
                    <a:pt x="260550" y="554884"/>
                  </a:lnTo>
                  <a:lnTo>
                    <a:pt x="261708" y="594949"/>
                  </a:lnTo>
                  <a:lnTo>
                    <a:pt x="260622" y="634510"/>
                  </a:lnTo>
                  <a:lnTo>
                    <a:pt x="257327" y="673465"/>
                  </a:lnTo>
                  <a:lnTo>
                    <a:pt x="251859" y="711714"/>
                  </a:lnTo>
                  <a:lnTo>
                    <a:pt x="244261" y="749162"/>
                  </a:lnTo>
                  <a:lnTo>
                    <a:pt x="234578" y="785711"/>
                  </a:lnTo>
                  <a:lnTo>
                    <a:pt x="222862" y="821269"/>
                  </a:lnTo>
                  <a:lnTo>
                    <a:pt x="209164" y="855745"/>
                  </a:lnTo>
                  <a:lnTo>
                    <a:pt x="193543" y="889049"/>
                  </a:lnTo>
                  <a:lnTo>
                    <a:pt x="176059" y="921097"/>
                  </a:lnTo>
                  <a:lnTo>
                    <a:pt x="156777" y="951804"/>
                  </a:lnTo>
                  <a:lnTo>
                    <a:pt x="184816" y="941073"/>
                  </a:lnTo>
                  <a:lnTo>
                    <a:pt x="214236" y="932762"/>
                  </a:lnTo>
                  <a:lnTo>
                    <a:pt x="244865" y="926976"/>
                  </a:lnTo>
                  <a:lnTo>
                    <a:pt x="276525" y="923812"/>
                  </a:lnTo>
                  <a:lnTo>
                    <a:pt x="309030" y="923355"/>
                  </a:lnTo>
                  <a:lnTo>
                    <a:pt x="342188" y="925677"/>
                  </a:lnTo>
                  <a:lnTo>
                    <a:pt x="375804" y="930839"/>
                  </a:lnTo>
                  <a:lnTo>
                    <a:pt x="409678" y="938887"/>
                  </a:lnTo>
                  <a:lnTo>
                    <a:pt x="443605" y="949856"/>
                  </a:lnTo>
                  <a:lnTo>
                    <a:pt x="477380" y="963769"/>
                  </a:lnTo>
                  <a:lnTo>
                    <a:pt x="510795" y="980633"/>
                  </a:lnTo>
                  <a:lnTo>
                    <a:pt x="543640" y="1000444"/>
                  </a:lnTo>
                  <a:lnTo>
                    <a:pt x="575705" y="1023183"/>
                  </a:lnTo>
                  <a:lnTo>
                    <a:pt x="606783" y="1048818"/>
                  </a:lnTo>
                  <a:lnTo>
                    <a:pt x="636666" y="1077303"/>
                  </a:lnTo>
                  <a:lnTo>
                    <a:pt x="665148" y="1108581"/>
                  </a:lnTo>
                  <a:lnTo>
                    <a:pt x="634510" y="1131242"/>
                  </a:lnTo>
                  <a:lnTo>
                    <a:pt x="603140" y="1151718"/>
                  </a:lnTo>
                  <a:lnTo>
                    <a:pt x="571155" y="1169986"/>
                  </a:lnTo>
                  <a:lnTo>
                    <a:pt x="538673" y="1186030"/>
                  </a:lnTo>
                  <a:lnTo>
                    <a:pt x="505812" y="1199839"/>
                  </a:lnTo>
                  <a:lnTo>
                    <a:pt x="472689" y="1211408"/>
                  </a:lnTo>
                  <a:lnTo>
                    <a:pt x="439423" y="1220737"/>
                  </a:lnTo>
                  <a:lnTo>
                    <a:pt x="406130" y="1227832"/>
                  </a:lnTo>
                  <a:lnTo>
                    <a:pt x="372928" y="1232704"/>
                  </a:lnTo>
                  <a:lnTo>
                    <a:pt x="339933" y="1235369"/>
                  </a:lnTo>
                  <a:lnTo>
                    <a:pt x="307258" y="1235852"/>
                  </a:lnTo>
                  <a:lnTo>
                    <a:pt x="275018" y="1234178"/>
                  </a:lnTo>
                  <a:lnTo>
                    <a:pt x="243324" y="1230380"/>
                  </a:lnTo>
                  <a:lnTo>
                    <a:pt x="212286" y="1224498"/>
                  </a:lnTo>
                  <a:lnTo>
                    <a:pt x="182011" y="1216574"/>
                  </a:lnTo>
                  <a:lnTo>
                    <a:pt x="152606" y="1206655"/>
                  </a:lnTo>
                  <a:lnTo>
                    <a:pt x="124174" y="1194797"/>
                  </a:lnTo>
                  <a:lnTo>
                    <a:pt x="96814" y="1181055"/>
                  </a:lnTo>
                  <a:lnTo>
                    <a:pt x="70624" y="1165494"/>
                  </a:lnTo>
                  <a:lnTo>
                    <a:pt x="45698" y="1148179"/>
                  </a:lnTo>
                  <a:lnTo>
                    <a:pt x="22128" y="1129183"/>
                  </a:lnTo>
                  <a:lnTo>
                    <a:pt x="0" y="1108581"/>
                  </a:lnTo>
                  <a:lnTo>
                    <a:pt x="0" y="1108581"/>
                  </a:lnTo>
                  <a:lnTo>
                    <a:pt x="0" y="1108581"/>
                  </a:lnTo>
                  <a:lnTo>
                    <a:pt x="0" y="1108581"/>
                  </a:lnTo>
                  <a:lnTo>
                    <a:pt x="0" y="1108581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8325622" y="7465779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8482399" y="8417584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8990771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8357223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8357223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8357223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8357223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8357223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573338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248642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573338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9"/>
            <p:cNvSpPr/>
            <p:nvPr/>
          </p:nvSpPr>
          <p:spPr>
            <a:xfrm>
              <a:off x="8225184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9004962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9496295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8995864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8216085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7223160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698799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7232259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6730924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6681455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89" name="rc489"/>
            <p:cNvSpPr/>
            <p:nvPr/>
          </p:nvSpPr>
          <p:spPr>
            <a:xfrm>
              <a:off x="9840725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9840725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10168724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tx492"/>
            <p:cNvSpPr/>
            <p:nvPr/>
          </p:nvSpPr>
          <p:spPr>
            <a:xfrm>
              <a:off x="10987036" y="6921429"/>
              <a:ext cx="125446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 (n=8)</a:t>
              </a:r>
            </a:p>
          </p:txBody>
        </p:sp>
        <p:sp>
          <p:nvSpPr>
            <p:cNvPr id="493" name="rc493"/>
            <p:cNvSpPr/>
            <p:nvPr/>
          </p:nvSpPr>
          <p:spPr>
            <a:xfrm>
              <a:off x="10228542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11614268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1614268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11614268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11614268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11614268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10732397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10367114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10732397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11060048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10505827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10367271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10967090" y="7822076"/>
              <a:ext cx="1503290" cy="1225472"/>
            </a:xfrm>
            <a:custGeom>
              <a:avLst/>
              <a:pathLst>
                <a:path w="1503290" h="1225472">
                  <a:moveTo>
                    <a:pt x="647178" y="783885"/>
                  </a:moveTo>
                  <a:lnTo>
                    <a:pt x="648028" y="749252"/>
                  </a:lnTo>
                  <a:lnTo>
                    <a:pt x="650577" y="714682"/>
                  </a:lnTo>
                  <a:lnTo>
                    <a:pt x="654823" y="680237"/>
                  </a:lnTo>
                  <a:lnTo>
                    <a:pt x="660760" y="645980"/>
                  </a:lnTo>
                  <a:lnTo>
                    <a:pt x="668381" y="611972"/>
                  </a:lnTo>
                  <a:lnTo>
                    <a:pt x="677677" y="578276"/>
                  </a:lnTo>
                  <a:lnTo>
                    <a:pt x="688636" y="544953"/>
                  </a:lnTo>
                  <a:lnTo>
                    <a:pt x="701246" y="512065"/>
                  </a:lnTo>
                  <a:lnTo>
                    <a:pt x="715491" y="479672"/>
                  </a:lnTo>
                  <a:lnTo>
                    <a:pt x="731354" y="447835"/>
                  </a:lnTo>
                  <a:lnTo>
                    <a:pt x="748815" y="416614"/>
                  </a:lnTo>
                  <a:lnTo>
                    <a:pt x="767854" y="386068"/>
                  </a:lnTo>
                  <a:lnTo>
                    <a:pt x="788448" y="356254"/>
                  </a:lnTo>
                  <a:lnTo>
                    <a:pt x="810571" y="327232"/>
                  </a:lnTo>
                  <a:lnTo>
                    <a:pt x="834196" y="299058"/>
                  </a:lnTo>
                  <a:lnTo>
                    <a:pt x="859295" y="271787"/>
                  </a:lnTo>
                  <a:lnTo>
                    <a:pt x="885838" y="245476"/>
                  </a:lnTo>
                  <a:lnTo>
                    <a:pt x="913791" y="220178"/>
                  </a:lnTo>
                  <a:lnTo>
                    <a:pt x="943121" y="195947"/>
                  </a:lnTo>
                  <a:lnTo>
                    <a:pt x="973791" y="172834"/>
                  </a:lnTo>
                  <a:lnTo>
                    <a:pt x="1005764" y="150891"/>
                  </a:lnTo>
                  <a:lnTo>
                    <a:pt x="1039001" y="130167"/>
                  </a:lnTo>
                  <a:lnTo>
                    <a:pt x="1073460" y="110712"/>
                  </a:lnTo>
                  <a:lnTo>
                    <a:pt x="1109099" y="92571"/>
                  </a:lnTo>
                  <a:lnTo>
                    <a:pt x="1145873" y="75792"/>
                  </a:lnTo>
                  <a:lnTo>
                    <a:pt x="1183737" y="60418"/>
                  </a:lnTo>
                  <a:lnTo>
                    <a:pt x="1222644" y="46493"/>
                  </a:lnTo>
                  <a:lnTo>
                    <a:pt x="1262545" y="34058"/>
                  </a:lnTo>
                  <a:lnTo>
                    <a:pt x="1303389" y="23154"/>
                  </a:lnTo>
                  <a:lnTo>
                    <a:pt x="1345125" y="13818"/>
                  </a:lnTo>
                  <a:lnTo>
                    <a:pt x="1387702" y="6088"/>
                  </a:lnTo>
                  <a:lnTo>
                    <a:pt x="1431063" y="0"/>
                  </a:lnTo>
                  <a:lnTo>
                    <a:pt x="1446926" y="41827"/>
                  </a:lnTo>
                  <a:lnTo>
                    <a:pt x="1460776" y="83727"/>
                  </a:lnTo>
                  <a:lnTo>
                    <a:pt x="1472629" y="125609"/>
                  </a:lnTo>
                  <a:lnTo>
                    <a:pt x="1482507" y="167384"/>
                  </a:lnTo>
                  <a:lnTo>
                    <a:pt x="1490436" y="208961"/>
                  </a:lnTo>
                  <a:lnTo>
                    <a:pt x="1496444" y="250256"/>
                  </a:lnTo>
                  <a:lnTo>
                    <a:pt x="1500564" y="291182"/>
                  </a:lnTo>
                  <a:lnTo>
                    <a:pt x="1502833" y="331658"/>
                  </a:lnTo>
                  <a:lnTo>
                    <a:pt x="1503290" y="371603"/>
                  </a:lnTo>
                  <a:lnTo>
                    <a:pt x="1501978" y="410939"/>
                  </a:lnTo>
                  <a:lnTo>
                    <a:pt x="1498945" y="449591"/>
                  </a:lnTo>
                  <a:lnTo>
                    <a:pt x="1494240" y="487485"/>
                  </a:lnTo>
                  <a:lnTo>
                    <a:pt x="1487916" y="524551"/>
                  </a:lnTo>
                  <a:lnTo>
                    <a:pt x="1480028" y="560723"/>
                  </a:lnTo>
                  <a:lnTo>
                    <a:pt x="1470634" y="595936"/>
                  </a:lnTo>
                  <a:lnTo>
                    <a:pt x="1459796" y="630129"/>
                  </a:lnTo>
                  <a:lnTo>
                    <a:pt x="1447577" y="663244"/>
                  </a:lnTo>
                  <a:lnTo>
                    <a:pt x="1434042" y="695227"/>
                  </a:lnTo>
                  <a:lnTo>
                    <a:pt x="1419260" y="726025"/>
                  </a:lnTo>
                  <a:lnTo>
                    <a:pt x="1403299" y="755593"/>
                  </a:lnTo>
                  <a:lnTo>
                    <a:pt x="1386232" y="783885"/>
                  </a:lnTo>
                  <a:lnTo>
                    <a:pt x="1353687" y="808020"/>
                  </a:lnTo>
                  <a:lnTo>
                    <a:pt x="1320393" y="829934"/>
                  </a:lnTo>
                  <a:lnTo>
                    <a:pt x="1286464" y="849606"/>
                  </a:lnTo>
                  <a:lnTo>
                    <a:pt x="1252014" y="867018"/>
                  </a:lnTo>
                  <a:lnTo>
                    <a:pt x="1217158" y="882159"/>
                  </a:lnTo>
                  <a:lnTo>
                    <a:pt x="1182010" y="895024"/>
                  </a:lnTo>
                  <a:lnTo>
                    <a:pt x="1146684" y="905611"/>
                  </a:lnTo>
                  <a:lnTo>
                    <a:pt x="1111296" y="913925"/>
                  </a:lnTo>
                  <a:lnTo>
                    <a:pt x="1075958" y="919974"/>
                  </a:lnTo>
                  <a:lnTo>
                    <a:pt x="1040785" y="923773"/>
                  </a:lnTo>
                  <a:lnTo>
                    <a:pt x="1005887" y="925342"/>
                  </a:lnTo>
                  <a:lnTo>
                    <a:pt x="971376" y="924704"/>
                  </a:lnTo>
                  <a:lnTo>
                    <a:pt x="937361" y="921890"/>
                  </a:lnTo>
                  <a:lnTo>
                    <a:pt x="903950" y="916933"/>
                  </a:lnTo>
                  <a:lnTo>
                    <a:pt x="871249" y="909874"/>
                  </a:lnTo>
                  <a:lnTo>
                    <a:pt x="839362" y="900755"/>
                  </a:lnTo>
                  <a:lnTo>
                    <a:pt x="808391" y="889625"/>
                  </a:lnTo>
                  <a:lnTo>
                    <a:pt x="778435" y="876537"/>
                  </a:lnTo>
                  <a:lnTo>
                    <a:pt x="749592" y="861548"/>
                  </a:lnTo>
                  <a:lnTo>
                    <a:pt x="721955" y="844721"/>
                  </a:lnTo>
                  <a:lnTo>
                    <a:pt x="695615" y="826120"/>
                  </a:lnTo>
                  <a:lnTo>
                    <a:pt x="670661" y="805817"/>
                  </a:lnTo>
                  <a:lnTo>
                    <a:pt x="647178" y="783885"/>
                  </a:lnTo>
                  <a:lnTo>
                    <a:pt x="664766" y="803566"/>
                  </a:lnTo>
                  <a:lnTo>
                    <a:pt x="680091" y="825157"/>
                  </a:lnTo>
                  <a:lnTo>
                    <a:pt x="692999" y="848465"/>
                  </a:lnTo>
                  <a:lnTo>
                    <a:pt x="703349" y="873281"/>
                  </a:lnTo>
                  <a:lnTo>
                    <a:pt x="711016" y="899392"/>
                  </a:lnTo>
                  <a:lnTo>
                    <a:pt x="715891" y="926570"/>
                  </a:lnTo>
                  <a:lnTo>
                    <a:pt x="717884" y="954584"/>
                  </a:lnTo>
                  <a:lnTo>
                    <a:pt x="716919" y="983194"/>
                  </a:lnTo>
                  <a:lnTo>
                    <a:pt x="712941" y="1012154"/>
                  </a:lnTo>
                  <a:lnTo>
                    <a:pt x="705912" y="1041215"/>
                  </a:lnTo>
                  <a:lnTo>
                    <a:pt x="695812" y="1070125"/>
                  </a:lnTo>
                  <a:lnTo>
                    <a:pt x="682641" y="1098631"/>
                  </a:lnTo>
                  <a:lnTo>
                    <a:pt x="666417" y="1126477"/>
                  </a:lnTo>
                  <a:lnTo>
                    <a:pt x="647178" y="1153412"/>
                  </a:lnTo>
                  <a:lnTo>
                    <a:pt x="627938" y="1126477"/>
                  </a:lnTo>
                  <a:lnTo>
                    <a:pt x="611714" y="1098631"/>
                  </a:lnTo>
                  <a:lnTo>
                    <a:pt x="598543" y="1070125"/>
                  </a:lnTo>
                  <a:lnTo>
                    <a:pt x="588444" y="1041215"/>
                  </a:lnTo>
                  <a:lnTo>
                    <a:pt x="581414" y="1012154"/>
                  </a:lnTo>
                  <a:lnTo>
                    <a:pt x="577436" y="983194"/>
                  </a:lnTo>
                  <a:lnTo>
                    <a:pt x="576472" y="954584"/>
                  </a:lnTo>
                  <a:lnTo>
                    <a:pt x="578464" y="926570"/>
                  </a:lnTo>
                  <a:lnTo>
                    <a:pt x="583339" y="899392"/>
                  </a:lnTo>
                  <a:lnTo>
                    <a:pt x="591006" y="873281"/>
                  </a:lnTo>
                  <a:lnTo>
                    <a:pt x="601356" y="848465"/>
                  </a:lnTo>
                  <a:lnTo>
                    <a:pt x="614264" y="825157"/>
                  </a:lnTo>
                  <a:lnTo>
                    <a:pt x="629589" y="803566"/>
                  </a:lnTo>
                  <a:lnTo>
                    <a:pt x="647178" y="783885"/>
                  </a:lnTo>
                  <a:lnTo>
                    <a:pt x="615064" y="782788"/>
                  </a:lnTo>
                  <a:lnTo>
                    <a:pt x="583062" y="779499"/>
                  </a:lnTo>
                  <a:lnTo>
                    <a:pt x="551285" y="774027"/>
                  </a:lnTo>
                  <a:lnTo>
                    <a:pt x="519844" y="766383"/>
                  </a:lnTo>
                  <a:lnTo>
                    <a:pt x="488850" y="756586"/>
                  </a:lnTo>
                  <a:lnTo>
                    <a:pt x="458413" y="744659"/>
                  </a:lnTo>
                  <a:lnTo>
                    <a:pt x="428643" y="730630"/>
                  </a:lnTo>
                  <a:lnTo>
                    <a:pt x="399648" y="714530"/>
                  </a:lnTo>
                  <a:lnTo>
                    <a:pt x="371533" y="696399"/>
                  </a:lnTo>
                  <a:lnTo>
                    <a:pt x="344403" y="676279"/>
                  </a:lnTo>
                  <a:lnTo>
                    <a:pt x="318361" y="654216"/>
                  </a:lnTo>
                  <a:lnTo>
                    <a:pt x="293507" y="630264"/>
                  </a:lnTo>
                  <a:lnTo>
                    <a:pt x="269939" y="604478"/>
                  </a:lnTo>
                  <a:lnTo>
                    <a:pt x="247754" y="576920"/>
                  </a:lnTo>
                  <a:lnTo>
                    <a:pt x="227044" y="547656"/>
                  </a:lnTo>
                  <a:lnTo>
                    <a:pt x="207899" y="516754"/>
                  </a:lnTo>
                  <a:lnTo>
                    <a:pt x="190407" y="484289"/>
                  </a:lnTo>
                  <a:lnTo>
                    <a:pt x="174650" y="450339"/>
                  </a:lnTo>
                  <a:lnTo>
                    <a:pt x="160710" y="414985"/>
                  </a:lnTo>
                  <a:lnTo>
                    <a:pt x="148662" y="378313"/>
                  </a:lnTo>
                  <a:lnTo>
                    <a:pt x="138581" y="340411"/>
                  </a:lnTo>
                  <a:lnTo>
                    <a:pt x="130534" y="301373"/>
                  </a:lnTo>
                  <a:lnTo>
                    <a:pt x="124587" y="261295"/>
                  </a:lnTo>
                  <a:lnTo>
                    <a:pt x="90997" y="314643"/>
                  </a:lnTo>
                  <a:lnTo>
                    <a:pt x="62622" y="369879"/>
                  </a:lnTo>
                  <a:lnTo>
                    <a:pt x="39537" y="426507"/>
                  </a:lnTo>
                  <a:lnTo>
                    <a:pt x="21770" y="484034"/>
                  </a:lnTo>
                  <a:lnTo>
                    <a:pt x="9306" y="541972"/>
                  </a:lnTo>
                  <a:lnTo>
                    <a:pt x="2083" y="599844"/>
                  </a:lnTo>
                  <a:lnTo>
                    <a:pt x="0" y="657184"/>
                  </a:lnTo>
                  <a:lnTo>
                    <a:pt x="2912" y="713545"/>
                  </a:lnTo>
                  <a:lnTo>
                    <a:pt x="10640" y="768499"/>
                  </a:lnTo>
                  <a:lnTo>
                    <a:pt x="22965" y="821643"/>
                  </a:lnTo>
                  <a:lnTo>
                    <a:pt x="39637" y="872599"/>
                  </a:lnTo>
                  <a:lnTo>
                    <a:pt x="60375" y="921020"/>
                  </a:lnTo>
                  <a:lnTo>
                    <a:pt x="84872" y="966589"/>
                  </a:lnTo>
                  <a:lnTo>
                    <a:pt x="112795" y="1009025"/>
                  </a:lnTo>
                  <a:lnTo>
                    <a:pt x="143793" y="1048082"/>
                  </a:lnTo>
                  <a:lnTo>
                    <a:pt x="177497" y="1083548"/>
                  </a:lnTo>
                  <a:lnTo>
                    <a:pt x="213526" y="1115252"/>
                  </a:lnTo>
                  <a:lnTo>
                    <a:pt x="251490" y="1143060"/>
                  </a:lnTo>
                  <a:lnTo>
                    <a:pt x="290991" y="1166878"/>
                  </a:lnTo>
                  <a:lnTo>
                    <a:pt x="331632" y="1186650"/>
                  </a:lnTo>
                  <a:lnTo>
                    <a:pt x="373016" y="1202357"/>
                  </a:lnTo>
                  <a:lnTo>
                    <a:pt x="414754" y="1214019"/>
                  </a:lnTo>
                  <a:lnTo>
                    <a:pt x="456464" y="1221692"/>
                  </a:lnTo>
                  <a:lnTo>
                    <a:pt x="497776" y="1225469"/>
                  </a:lnTo>
                  <a:lnTo>
                    <a:pt x="538336" y="1225472"/>
                  </a:lnTo>
                  <a:lnTo>
                    <a:pt x="577809" y="1221858"/>
                  </a:lnTo>
                  <a:lnTo>
                    <a:pt x="615881" y="1214812"/>
                  </a:lnTo>
                  <a:lnTo>
                    <a:pt x="652261" y="1204547"/>
                  </a:lnTo>
                  <a:lnTo>
                    <a:pt x="686683" y="1191296"/>
                  </a:lnTo>
                  <a:lnTo>
                    <a:pt x="718910" y="1175319"/>
                  </a:lnTo>
                  <a:lnTo>
                    <a:pt x="748736" y="1156889"/>
                  </a:lnTo>
                  <a:lnTo>
                    <a:pt x="775981" y="1136296"/>
                  </a:lnTo>
                  <a:lnTo>
                    <a:pt x="800501" y="1113844"/>
                  </a:lnTo>
                  <a:lnTo>
                    <a:pt x="822183" y="1089842"/>
                  </a:lnTo>
                  <a:lnTo>
                    <a:pt x="840946" y="1064606"/>
                  </a:lnTo>
                  <a:lnTo>
                    <a:pt x="856742" y="1038455"/>
                  </a:lnTo>
                  <a:lnTo>
                    <a:pt x="869557" y="1011704"/>
                  </a:lnTo>
                  <a:lnTo>
                    <a:pt x="879407" y="984667"/>
                  </a:lnTo>
                  <a:lnTo>
                    <a:pt x="886341" y="957647"/>
                  </a:lnTo>
                  <a:lnTo>
                    <a:pt x="890435" y="930939"/>
                  </a:lnTo>
                  <a:lnTo>
                    <a:pt x="891796" y="904824"/>
                  </a:lnTo>
                  <a:lnTo>
                    <a:pt x="890557" y="879566"/>
                  </a:lnTo>
                  <a:lnTo>
                    <a:pt x="886875" y="855412"/>
                  </a:lnTo>
                  <a:lnTo>
                    <a:pt x="880929" y="832587"/>
                  </a:lnTo>
                  <a:lnTo>
                    <a:pt x="872921" y="811295"/>
                  </a:lnTo>
                  <a:lnTo>
                    <a:pt x="863067" y="791714"/>
                  </a:lnTo>
                  <a:lnTo>
                    <a:pt x="851600" y="773997"/>
                  </a:lnTo>
                  <a:lnTo>
                    <a:pt x="838764" y="758269"/>
                  </a:lnTo>
                  <a:lnTo>
                    <a:pt x="824813" y="744629"/>
                  </a:lnTo>
                  <a:lnTo>
                    <a:pt x="810006" y="733145"/>
                  </a:lnTo>
                  <a:lnTo>
                    <a:pt x="794607" y="723859"/>
                  </a:lnTo>
                  <a:lnTo>
                    <a:pt x="778878" y="716780"/>
                  </a:lnTo>
                  <a:lnTo>
                    <a:pt x="763080" y="711893"/>
                  </a:lnTo>
                  <a:lnTo>
                    <a:pt x="747466" y="709153"/>
                  </a:lnTo>
                  <a:lnTo>
                    <a:pt x="732284" y="708487"/>
                  </a:lnTo>
                  <a:lnTo>
                    <a:pt x="717767" y="709799"/>
                  </a:lnTo>
                  <a:lnTo>
                    <a:pt x="704136" y="712965"/>
                  </a:lnTo>
                  <a:lnTo>
                    <a:pt x="691595" y="717842"/>
                  </a:lnTo>
                  <a:lnTo>
                    <a:pt x="680332" y="724262"/>
                  </a:lnTo>
                  <a:lnTo>
                    <a:pt x="670510" y="732043"/>
                  </a:lnTo>
                  <a:lnTo>
                    <a:pt x="662273" y="740983"/>
                  </a:lnTo>
                  <a:lnTo>
                    <a:pt x="655740" y="750867"/>
                  </a:lnTo>
                  <a:lnTo>
                    <a:pt x="651006" y="761469"/>
                  </a:lnTo>
                  <a:lnTo>
                    <a:pt x="648138" y="772555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11091678" y="7822076"/>
              <a:ext cx="1378702" cy="1153412"/>
            </a:xfrm>
            <a:custGeom>
              <a:avLst/>
              <a:pathLst>
                <a:path w="1378702" h="1153412">
                  <a:moveTo>
                    <a:pt x="522590" y="783885"/>
                  </a:moveTo>
                  <a:lnTo>
                    <a:pt x="523440" y="749252"/>
                  </a:lnTo>
                  <a:lnTo>
                    <a:pt x="525989" y="714682"/>
                  </a:lnTo>
                  <a:lnTo>
                    <a:pt x="530235" y="680237"/>
                  </a:lnTo>
                  <a:lnTo>
                    <a:pt x="536172" y="645980"/>
                  </a:lnTo>
                  <a:lnTo>
                    <a:pt x="543793" y="611972"/>
                  </a:lnTo>
                  <a:lnTo>
                    <a:pt x="553089" y="578276"/>
                  </a:lnTo>
                  <a:lnTo>
                    <a:pt x="564048" y="544953"/>
                  </a:lnTo>
                  <a:lnTo>
                    <a:pt x="576658" y="512065"/>
                  </a:lnTo>
                  <a:lnTo>
                    <a:pt x="590903" y="479672"/>
                  </a:lnTo>
                  <a:lnTo>
                    <a:pt x="606766" y="447835"/>
                  </a:lnTo>
                  <a:lnTo>
                    <a:pt x="624227" y="416614"/>
                  </a:lnTo>
                  <a:lnTo>
                    <a:pt x="643266" y="386068"/>
                  </a:lnTo>
                  <a:lnTo>
                    <a:pt x="663860" y="356254"/>
                  </a:lnTo>
                  <a:lnTo>
                    <a:pt x="685983" y="327232"/>
                  </a:lnTo>
                  <a:lnTo>
                    <a:pt x="709608" y="299058"/>
                  </a:lnTo>
                  <a:lnTo>
                    <a:pt x="734708" y="271787"/>
                  </a:lnTo>
                  <a:lnTo>
                    <a:pt x="761250" y="245476"/>
                  </a:lnTo>
                  <a:lnTo>
                    <a:pt x="789203" y="220178"/>
                  </a:lnTo>
                  <a:lnTo>
                    <a:pt x="818533" y="195947"/>
                  </a:lnTo>
                  <a:lnTo>
                    <a:pt x="849203" y="172834"/>
                  </a:lnTo>
                  <a:lnTo>
                    <a:pt x="881176" y="150891"/>
                  </a:lnTo>
                  <a:lnTo>
                    <a:pt x="914413" y="130167"/>
                  </a:lnTo>
                  <a:lnTo>
                    <a:pt x="948872" y="110712"/>
                  </a:lnTo>
                  <a:lnTo>
                    <a:pt x="984511" y="92571"/>
                  </a:lnTo>
                  <a:lnTo>
                    <a:pt x="1021285" y="75792"/>
                  </a:lnTo>
                  <a:lnTo>
                    <a:pt x="1059149" y="60418"/>
                  </a:lnTo>
                  <a:lnTo>
                    <a:pt x="1098056" y="46493"/>
                  </a:lnTo>
                  <a:lnTo>
                    <a:pt x="1137957" y="34058"/>
                  </a:lnTo>
                  <a:lnTo>
                    <a:pt x="1178801" y="23154"/>
                  </a:lnTo>
                  <a:lnTo>
                    <a:pt x="1220538" y="13818"/>
                  </a:lnTo>
                  <a:lnTo>
                    <a:pt x="1263114" y="6088"/>
                  </a:lnTo>
                  <a:lnTo>
                    <a:pt x="1306475" y="0"/>
                  </a:lnTo>
                  <a:lnTo>
                    <a:pt x="1322338" y="41827"/>
                  </a:lnTo>
                  <a:lnTo>
                    <a:pt x="1336188" y="83727"/>
                  </a:lnTo>
                  <a:lnTo>
                    <a:pt x="1348041" y="125609"/>
                  </a:lnTo>
                  <a:lnTo>
                    <a:pt x="1357919" y="167384"/>
                  </a:lnTo>
                  <a:lnTo>
                    <a:pt x="1365848" y="208961"/>
                  </a:lnTo>
                  <a:lnTo>
                    <a:pt x="1371856" y="250256"/>
                  </a:lnTo>
                  <a:lnTo>
                    <a:pt x="1375976" y="291182"/>
                  </a:lnTo>
                  <a:lnTo>
                    <a:pt x="1378245" y="331658"/>
                  </a:lnTo>
                  <a:lnTo>
                    <a:pt x="1378702" y="371603"/>
                  </a:lnTo>
                  <a:lnTo>
                    <a:pt x="1377390" y="410939"/>
                  </a:lnTo>
                  <a:lnTo>
                    <a:pt x="1374357" y="449591"/>
                  </a:lnTo>
                  <a:lnTo>
                    <a:pt x="1369652" y="487485"/>
                  </a:lnTo>
                  <a:lnTo>
                    <a:pt x="1363328" y="524551"/>
                  </a:lnTo>
                  <a:lnTo>
                    <a:pt x="1355440" y="560723"/>
                  </a:lnTo>
                  <a:lnTo>
                    <a:pt x="1346046" y="595936"/>
                  </a:lnTo>
                  <a:lnTo>
                    <a:pt x="1335209" y="630129"/>
                  </a:lnTo>
                  <a:lnTo>
                    <a:pt x="1322989" y="663244"/>
                  </a:lnTo>
                  <a:lnTo>
                    <a:pt x="1309455" y="695227"/>
                  </a:lnTo>
                  <a:lnTo>
                    <a:pt x="1294672" y="726025"/>
                  </a:lnTo>
                  <a:lnTo>
                    <a:pt x="1278711" y="755593"/>
                  </a:lnTo>
                  <a:lnTo>
                    <a:pt x="1261644" y="783885"/>
                  </a:lnTo>
                  <a:lnTo>
                    <a:pt x="1229099" y="808020"/>
                  </a:lnTo>
                  <a:lnTo>
                    <a:pt x="1195805" y="829934"/>
                  </a:lnTo>
                  <a:lnTo>
                    <a:pt x="1161876" y="849606"/>
                  </a:lnTo>
                  <a:lnTo>
                    <a:pt x="1127426" y="867018"/>
                  </a:lnTo>
                  <a:lnTo>
                    <a:pt x="1092570" y="882159"/>
                  </a:lnTo>
                  <a:lnTo>
                    <a:pt x="1057422" y="895024"/>
                  </a:lnTo>
                  <a:lnTo>
                    <a:pt x="1022096" y="905611"/>
                  </a:lnTo>
                  <a:lnTo>
                    <a:pt x="986708" y="913925"/>
                  </a:lnTo>
                  <a:lnTo>
                    <a:pt x="951371" y="919974"/>
                  </a:lnTo>
                  <a:lnTo>
                    <a:pt x="916197" y="923773"/>
                  </a:lnTo>
                  <a:lnTo>
                    <a:pt x="881299" y="925342"/>
                  </a:lnTo>
                  <a:lnTo>
                    <a:pt x="846788" y="924704"/>
                  </a:lnTo>
                  <a:lnTo>
                    <a:pt x="812773" y="921890"/>
                  </a:lnTo>
                  <a:lnTo>
                    <a:pt x="779362" y="916933"/>
                  </a:lnTo>
                  <a:lnTo>
                    <a:pt x="746661" y="909874"/>
                  </a:lnTo>
                  <a:lnTo>
                    <a:pt x="714774" y="900755"/>
                  </a:lnTo>
                  <a:lnTo>
                    <a:pt x="683803" y="889625"/>
                  </a:lnTo>
                  <a:lnTo>
                    <a:pt x="653847" y="876537"/>
                  </a:lnTo>
                  <a:lnTo>
                    <a:pt x="625004" y="861548"/>
                  </a:lnTo>
                  <a:lnTo>
                    <a:pt x="597367" y="844721"/>
                  </a:lnTo>
                  <a:lnTo>
                    <a:pt x="571028" y="826120"/>
                  </a:lnTo>
                  <a:lnTo>
                    <a:pt x="546074" y="805817"/>
                  </a:lnTo>
                  <a:lnTo>
                    <a:pt x="522590" y="783885"/>
                  </a:lnTo>
                  <a:lnTo>
                    <a:pt x="540178" y="803566"/>
                  </a:lnTo>
                  <a:lnTo>
                    <a:pt x="555504" y="825157"/>
                  </a:lnTo>
                  <a:lnTo>
                    <a:pt x="568412" y="848465"/>
                  </a:lnTo>
                  <a:lnTo>
                    <a:pt x="578761" y="873281"/>
                  </a:lnTo>
                  <a:lnTo>
                    <a:pt x="586428" y="899392"/>
                  </a:lnTo>
                  <a:lnTo>
                    <a:pt x="591303" y="926570"/>
                  </a:lnTo>
                  <a:lnTo>
                    <a:pt x="593296" y="954584"/>
                  </a:lnTo>
                  <a:lnTo>
                    <a:pt x="592331" y="983194"/>
                  </a:lnTo>
                  <a:lnTo>
                    <a:pt x="588353" y="1012154"/>
                  </a:lnTo>
                  <a:lnTo>
                    <a:pt x="581324" y="1041215"/>
                  </a:lnTo>
                  <a:lnTo>
                    <a:pt x="571224" y="1070125"/>
                  </a:lnTo>
                  <a:lnTo>
                    <a:pt x="558053" y="1098631"/>
                  </a:lnTo>
                  <a:lnTo>
                    <a:pt x="541829" y="1126477"/>
                  </a:lnTo>
                  <a:lnTo>
                    <a:pt x="522590" y="1153412"/>
                  </a:lnTo>
                  <a:lnTo>
                    <a:pt x="503350" y="1126477"/>
                  </a:lnTo>
                  <a:lnTo>
                    <a:pt x="487126" y="1098631"/>
                  </a:lnTo>
                  <a:lnTo>
                    <a:pt x="473956" y="1070125"/>
                  </a:lnTo>
                  <a:lnTo>
                    <a:pt x="463856" y="1041215"/>
                  </a:lnTo>
                  <a:lnTo>
                    <a:pt x="456827" y="1012154"/>
                  </a:lnTo>
                  <a:lnTo>
                    <a:pt x="452849" y="983194"/>
                  </a:lnTo>
                  <a:lnTo>
                    <a:pt x="451884" y="954584"/>
                  </a:lnTo>
                  <a:lnTo>
                    <a:pt x="453876" y="926570"/>
                  </a:lnTo>
                  <a:lnTo>
                    <a:pt x="458751" y="899392"/>
                  </a:lnTo>
                  <a:lnTo>
                    <a:pt x="466418" y="873281"/>
                  </a:lnTo>
                  <a:lnTo>
                    <a:pt x="476768" y="848465"/>
                  </a:lnTo>
                  <a:lnTo>
                    <a:pt x="489676" y="825157"/>
                  </a:lnTo>
                  <a:lnTo>
                    <a:pt x="505002" y="803566"/>
                  </a:lnTo>
                  <a:lnTo>
                    <a:pt x="522590" y="783885"/>
                  </a:lnTo>
                  <a:lnTo>
                    <a:pt x="522590" y="783885"/>
                  </a:lnTo>
                  <a:lnTo>
                    <a:pt x="490476" y="782788"/>
                  </a:lnTo>
                  <a:lnTo>
                    <a:pt x="458474" y="779499"/>
                  </a:lnTo>
                  <a:lnTo>
                    <a:pt x="426697" y="774027"/>
                  </a:lnTo>
                  <a:lnTo>
                    <a:pt x="395256" y="766383"/>
                  </a:lnTo>
                  <a:lnTo>
                    <a:pt x="364262" y="756586"/>
                  </a:lnTo>
                  <a:lnTo>
                    <a:pt x="333826" y="744659"/>
                  </a:lnTo>
                  <a:lnTo>
                    <a:pt x="304056" y="730630"/>
                  </a:lnTo>
                  <a:lnTo>
                    <a:pt x="275060" y="714530"/>
                  </a:lnTo>
                  <a:lnTo>
                    <a:pt x="246945" y="696399"/>
                  </a:lnTo>
                  <a:lnTo>
                    <a:pt x="219815" y="676279"/>
                  </a:lnTo>
                  <a:lnTo>
                    <a:pt x="193773" y="654216"/>
                  </a:lnTo>
                  <a:lnTo>
                    <a:pt x="168919" y="630264"/>
                  </a:lnTo>
                  <a:lnTo>
                    <a:pt x="145352" y="604478"/>
                  </a:lnTo>
                  <a:lnTo>
                    <a:pt x="123167" y="576920"/>
                  </a:lnTo>
                  <a:lnTo>
                    <a:pt x="102456" y="547656"/>
                  </a:lnTo>
                  <a:lnTo>
                    <a:pt x="83312" y="516754"/>
                  </a:lnTo>
                  <a:lnTo>
                    <a:pt x="65819" y="484289"/>
                  </a:lnTo>
                  <a:lnTo>
                    <a:pt x="50062" y="450339"/>
                  </a:lnTo>
                  <a:lnTo>
                    <a:pt x="36122" y="414985"/>
                  </a:lnTo>
                  <a:lnTo>
                    <a:pt x="24074" y="378313"/>
                  </a:lnTo>
                  <a:lnTo>
                    <a:pt x="13993" y="340411"/>
                  </a:lnTo>
                  <a:lnTo>
                    <a:pt x="5946" y="301373"/>
                  </a:lnTo>
                  <a:lnTo>
                    <a:pt x="0" y="261295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2366553" y="7790475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2321721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1582667" y="894388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11060077" y="805177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11614268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11614268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11614268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11614268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11614268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10830383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10505687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10830383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tx523"/>
            <p:cNvSpPr/>
            <p:nvPr/>
          </p:nvSpPr>
          <p:spPr>
            <a:xfrm>
              <a:off x="11482229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12262007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12753340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12252909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11473131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0480206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10245042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10489304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9987969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9938500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33" name="rc533"/>
            <p:cNvSpPr/>
            <p:nvPr/>
          </p:nvSpPr>
          <p:spPr>
            <a:xfrm>
              <a:off x="69589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69589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397588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6" name="tx536"/>
            <p:cNvSpPr/>
            <p:nvPr/>
          </p:nvSpPr>
          <p:spPr>
            <a:xfrm>
              <a:off x="1207715" y="10269915"/>
              <a:ext cx="1270833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Strigiformes (n=8)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457405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1843132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1843132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1843132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1843132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1843132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961261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595978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961261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1288911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734690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596135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1600798" y="11170562"/>
              <a:ext cx="1139223" cy="949351"/>
            </a:xfrm>
            <a:custGeom>
              <a:avLst/>
              <a:pathLst>
                <a:path w="1139223" h="949351">
                  <a:moveTo>
                    <a:pt x="242333" y="783885"/>
                  </a:moveTo>
                  <a:lnTo>
                    <a:pt x="243183" y="749252"/>
                  </a:lnTo>
                  <a:lnTo>
                    <a:pt x="245733" y="714682"/>
                  </a:lnTo>
                  <a:lnTo>
                    <a:pt x="249979" y="680237"/>
                  </a:lnTo>
                  <a:lnTo>
                    <a:pt x="255916" y="645980"/>
                  </a:lnTo>
                  <a:lnTo>
                    <a:pt x="263537" y="611972"/>
                  </a:lnTo>
                  <a:lnTo>
                    <a:pt x="272832" y="578276"/>
                  </a:lnTo>
                  <a:lnTo>
                    <a:pt x="283792" y="544953"/>
                  </a:lnTo>
                  <a:lnTo>
                    <a:pt x="296402" y="512065"/>
                  </a:lnTo>
                  <a:lnTo>
                    <a:pt x="310646" y="479672"/>
                  </a:lnTo>
                  <a:lnTo>
                    <a:pt x="326509" y="447835"/>
                  </a:lnTo>
                  <a:lnTo>
                    <a:pt x="343971" y="416614"/>
                  </a:lnTo>
                  <a:lnTo>
                    <a:pt x="363010" y="386068"/>
                  </a:lnTo>
                  <a:lnTo>
                    <a:pt x="383603" y="356254"/>
                  </a:lnTo>
                  <a:lnTo>
                    <a:pt x="405726" y="327232"/>
                  </a:lnTo>
                  <a:lnTo>
                    <a:pt x="429352" y="299058"/>
                  </a:lnTo>
                  <a:lnTo>
                    <a:pt x="454451" y="271787"/>
                  </a:lnTo>
                  <a:lnTo>
                    <a:pt x="480994" y="245476"/>
                  </a:lnTo>
                  <a:lnTo>
                    <a:pt x="508947" y="220178"/>
                  </a:lnTo>
                  <a:lnTo>
                    <a:pt x="538276" y="195947"/>
                  </a:lnTo>
                  <a:lnTo>
                    <a:pt x="568947" y="172834"/>
                  </a:lnTo>
                  <a:lnTo>
                    <a:pt x="600920" y="150891"/>
                  </a:lnTo>
                  <a:lnTo>
                    <a:pt x="634156" y="130167"/>
                  </a:lnTo>
                  <a:lnTo>
                    <a:pt x="668616" y="110712"/>
                  </a:lnTo>
                  <a:lnTo>
                    <a:pt x="704254" y="92571"/>
                  </a:lnTo>
                  <a:lnTo>
                    <a:pt x="741029" y="75792"/>
                  </a:lnTo>
                  <a:lnTo>
                    <a:pt x="778893" y="60418"/>
                  </a:lnTo>
                  <a:lnTo>
                    <a:pt x="817800" y="46493"/>
                  </a:lnTo>
                  <a:lnTo>
                    <a:pt x="857700" y="34058"/>
                  </a:lnTo>
                  <a:lnTo>
                    <a:pt x="898545" y="23154"/>
                  </a:lnTo>
                  <a:lnTo>
                    <a:pt x="940281" y="13818"/>
                  </a:lnTo>
                  <a:lnTo>
                    <a:pt x="982857" y="6088"/>
                  </a:lnTo>
                  <a:lnTo>
                    <a:pt x="1026219" y="0"/>
                  </a:lnTo>
                  <a:lnTo>
                    <a:pt x="1045307" y="38835"/>
                  </a:lnTo>
                  <a:lnTo>
                    <a:pt x="1062600" y="77988"/>
                  </a:lnTo>
                  <a:lnTo>
                    <a:pt x="1078103" y="117381"/>
                  </a:lnTo>
                  <a:lnTo>
                    <a:pt x="1091821" y="156934"/>
                  </a:lnTo>
                  <a:lnTo>
                    <a:pt x="1103765" y="196571"/>
                  </a:lnTo>
                  <a:lnTo>
                    <a:pt x="1113949" y="236213"/>
                  </a:lnTo>
                  <a:lnTo>
                    <a:pt x="1122388" y="275785"/>
                  </a:lnTo>
                  <a:lnTo>
                    <a:pt x="1129103" y="315213"/>
                  </a:lnTo>
                  <a:lnTo>
                    <a:pt x="1134117" y="354425"/>
                  </a:lnTo>
                  <a:lnTo>
                    <a:pt x="1137455" y="393347"/>
                  </a:lnTo>
                  <a:lnTo>
                    <a:pt x="1139146" y="431912"/>
                  </a:lnTo>
                  <a:lnTo>
                    <a:pt x="1139223" y="470050"/>
                  </a:lnTo>
                  <a:lnTo>
                    <a:pt x="1137719" y="507695"/>
                  </a:lnTo>
                  <a:lnTo>
                    <a:pt x="1134673" y="544783"/>
                  </a:lnTo>
                  <a:lnTo>
                    <a:pt x="1130123" y="581253"/>
                  </a:lnTo>
                  <a:lnTo>
                    <a:pt x="1124111" y="617044"/>
                  </a:lnTo>
                  <a:lnTo>
                    <a:pt x="1116683" y="652098"/>
                  </a:lnTo>
                  <a:lnTo>
                    <a:pt x="1107885" y="686361"/>
                  </a:lnTo>
                  <a:lnTo>
                    <a:pt x="1097765" y="719779"/>
                  </a:lnTo>
                  <a:lnTo>
                    <a:pt x="1086376" y="752303"/>
                  </a:lnTo>
                  <a:lnTo>
                    <a:pt x="1073769" y="783885"/>
                  </a:lnTo>
                  <a:lnTo>
                    <a:pt x="1041426" y="808031"/>
                  </a:lnTo>
                  <a:lnTo>
                    <a:pt x="1008412" y="830224"/>
                  </a:lnTo>
                  <a:lnTo>
                    <a:pt x="974816" y="850447"/>
                  </a:lnTo>
                  <a:lnTo>
                    <a:pt x="940727" y="868685"/>
                  </a:lnTo>
                  <a:lnTo>
                    <a:pt x="906232" y="884929"/>
                  </a:lnTo>
                  <a:lnTo>
                    <a:pt x="871423" y="899170"/>
                  </a:lnTo>
                  <a:lnTo>
                    <a:pt x="836388" y="911406"/>
                  </a:lnTo>
                  <a:lnTo>
                    <a:pt x="801217" y="921637"/>
                  </a:lnTo>
                  <a:lnTo>
                    <a:pt x="765997" y="929867"/>
                  </a:lnTo>
                  <a:lnTo>
                    <a:pt x="730819" y="936103"/>
                  </a:lnTo>
                  <a:lnTo>
                    <a:pt x="695770" y="940356"/>
                  </a:lnTo>
                  <a:lnTo>
                    <a:pt x="660937" y="942640"/>
                  </a:lnTo>
                  <a:lnTo>
                    <a:pt x="626407" y="942973"/>
                  </a:lnTo>
                  <a:lnTo>
                    <a:pt x="592265" y="941377"/>
                  </a:lnTo>
                  <a:lnTo>
                    <a:pt x="558598" y="937875"/>
                  </a:lnTo>
                  <a:lnTo>
                    <a:pt x="525487" y="932496"/>
                  </a:lnTo>
                  <a:lnTo>
                    <a:pt x="493016" y="925270"/>
                  </a:lnTo>
                  <a:lnTo>
                    <a:pt x="461265" y="916234"/>
                  </a:lnTo>
                  <a:lnTo>
                    <a:pt x="430313" y="905423"/>
                  </a:lnTo>
                  <a:lnTo>
                    <a:pt x="400239" y="892879"/>
                  </a:lnTo>
                  <a:lnTo>
                    <a:pt x="371118" y="878647"/>
                  </a:lnTo>
                  <a:lnTo>
                    <a:pt x="343024" y="862771"/>
                  </a:lnTo>
                  <a:lnTo>
                    <a:pt x="316030" y="845304"/>
                  </a:lnTo>
                  <a:lnTo>
                    <a:pt x="290205" y="826296"/>
                  </a:lnTo>
                  <a:lnTo>
                    <a:pt x="265618" y="805804"/>
                  </a:lnTo>
                  <a:lnTo>
                    <a:pt x="242333" y="783885"/>
                  </a:lnTo>
                  <a:lnTo>
                    <a:pt x="217202" y="782088"/>
                  </a:lnTo>
                  <a:lnTo>
                    <a:pt x="192456" y="776714"/>
                  </a:lnTo>
                  <a:lnTo>
                    <a:pt x="168476" y="767818"/>
                  </a:lnTo>
                  <a:lnTo>
                    <a:pt x="145635" y="755492"/>
                  </a:lnTo>
                  <a:lnTo>
                    <a:pt x="124301" y="739861"/>
                  </a:lnTo>
                  <a:lnTo>
                    <a:pt x="104824" y="721087"/>
                  </a:lnTo>
                  <a:lnTo>
                    <a:pt x="87541" y="699362"/>
                  </a:lnTo>
                  <a:lnTo>
                    <a:pt x="72770" y="674913"/>
                  </a:lnTo>
                  <a:lnTo>
                    <a:pt x="60806" y="647996"/>
                  </a:lnTo>
                  <a:lnTo>
                    <a:pt x="51922" y="618893"/>
                  </a:lnTo>
                  <a:lnTo>
                    <a:pt x="46362" y="587914"/>
                  </a:lnTo>
                  <a:lnTo>
                    <a:pt x="22200" y="630668"/>
                  </a:lnTo>
                  <a:lnTo>
                    <a:pt x="6746" y="675639"/>
                  </a:lnTo>
                  <a:lnTo>
                    <a:pt x="0" y="721140"/>
                  </a:lnTo>
                  <a:lnTo>
                    <a:pt x="1645" y="765556"/>
                  </a:lnTo>
                  <a:lnTo>
                    <a:pt x="11081" y="807401"/>
                  </a:lnTo>
                  <a:lnTo>
                    <a:pt x="27452" y="845370"/>
                  </a:lnTo>
                  <a:lnTo>
                    <a:pt x="49697" y="878378"/>
                  </a:lnTo>
                  <a:lnTo>
                    <a:pt x="76595" y="905589"/>
                  </a:lnTo>
                  <a:lnTo>
                    <a:pt x="106825" y="926440"/>
                  </a:lnTo>
                  <a:lnTo>
                    <a:pt x="139019" y="940646"/>
                  </a:lnTo>
                  <a:lnTo>
                    <a:pt x="171821" y="948198"/>
                  </a:lnTo>
                  <a:lnTo>
                    <a:pt x="203936" y="949351"/>
                  </a:lnTo>
                  <a:lnTo>
                    <a:pt x="234183" y="944601"/>
                  </a:lnTo>
                  <a:lnTo>
                    <a:pt x="261535" y="934650"/>
                  </a:lnTo>
                  <a:lnTo>
                    <a:pt x="285155" y="920368"/>
                  </a:lnTo>
                  <a:lnTo>
                    <a:pt x="304422" y="902748"/>
                  </a:lnTo>
                  <a:lnTo>
                    <a:pt x="318946" y="882860"/>
                  </a:lnTo>
                  <a:lnTo>
                    <a:pt x="328572" y="861799"/>
                  </a:lnTo>
                  <a:lnTo>
                    <a:pt x="333378" y="840633"/>
                  </a:lnTo>
                  <a:lnTo>
                    <a:pt x="333659" y="820365"/>
                  </a:lnTo>
                  <a:lnTo>
                    <a:pt x="329905" y="801881"/>
                  </a:lnTo>
                  <a:lnTo>
                    <a:pt x="322769" y="785923"/>
                  </a:lnTo>
                  <a:lnTo>
                    <a:pt x="313030" y="773055"/>
                  </a:lnTo>
                  <a:lnTo>
                    <a:pt x="301551" y="763644"/>
                  </a:lnTo>
                  <a:lnTo>
                    <a:pt x="289234" y="757853"/>
                  </a:lnTo>
                  <a:lnTo>
                    <a:pt x="276977" y="755637"/>
                  </a:lnTo>
                  <a:lnTo>
                    <a:pt x="265627" y="756751"/>
                  </a:lnTo>
                  <a:lnTo>
                    <a:pt x="255939" y="760772"/>
                  </a:lnTo>
                  <a:lnTo>
                    <a:pt x="248543" y="767118"/>
                  </a:lnTo>
                  <a:lnTo>
                    <a:pt x="243910" y="775085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1647161" y="11170562"/>
              <a:ext cx="1092861" cy="942973"/>
            </a:xfrm>
            <a:custGeom>
              <a:avLst/>
              <a:pathLst>
                <a:path w="1092861" h="942973">
                  <a:moveTo>
                    <a:pt x="195971" y="783885"/>
                  </a:moveTo>
                  <a:lnTo>
                    <a:pt x="196821" y="749252"/>
                  </a:lnTo>
                  <a:lnTo>
                    <a:pt x="199371" y="714682"/>
                  </a:lnTo>
                  <a:lnTo>
                    <a:pt x="203616" y="680237"/>
                  </a:lnTo>
                  <a:lnTo>
                    <a:pt x="209553" y="645980"/>
                  </a:lnTo>
                  <a:lnTo>
                    <a:pt x="217174" y="611972"/>
                  </a:lnTo>
                  <a:lnTo>
                    <a:pt x="226470" y="578276"/>
                  </a:lnTo>
                  <a:lnTo>
                    <a:pt x="237429" y="544953"/>
                  </a:lnTo>
                  <a:lnTo>
                    <a:pt x="250039" y="512065"/>
                  </a:lnTo>
                  <a:lnTo>
                    <a:pt x="264284" y="479672"/>
                  </a:lnTo>
                  <a:lnTo>
                    <a:pt x="280147" y="447835"/>
                  </a:lnTo>
                  <a:lnTo>
                    <a:pt x="297608" y="416614"/>
                  </a:lnTo>
                  <a:lnTo>
                    <a:pt x="316647" y="386068"/>
                  </a:lnTo>
                  <a:lnTo>
                    <a:pt x="337241" y="356254"/>
                  </a:lnTo>
                  <a:lnTo>
                    <a:pt x="359364" y="327232"/>
                  </a:lnTo>
                  <a:lnTo>
                    <a:pt x="382989" y="299058"/>
                  </a:lnTo>
                  <a:lnTo>
                    <a:pt x="408089" y="271787"/>
                  </a:lnTo>
                  <a:lnTo>
                    <a:pt x="434631" y="245476"/>
                  </a:lnTo>
                  <a:lnTo>
                    <a:pt x="462584" y="220178"/>
                  </a:lnTo>
                  <a:lnTo>
                    <a:pt x="491914" y="195947"/>
                  </a:lnTo>
                  <a:lnTo>
                    <a:pt x="522584" y="172834"/>
                  </a:lnTo>
                  <a:lnTo>
                    <a:pt x="554558" y="150891"/>
                  </a:lnTo>
                  <a:lnTo>
                    <a:pt x="587794" y="130167"/>
                  </a:lnTo>
                  <a:lnTo>
                    <a:pt x="622253" y="110712"/>
                  </a:lnTo>
                  <a:lnTo>
                    <a:pt x="657892" y="92571"/>
                  </a:lnTo>
                  <a:lnTo>
                    <a:pt x="694666" y="75792"/>
                  </a:lnTo>
                  <a:lnTo>
                    <a:pt x="732531" y="60418"/>
                  </a:lnTo>
                  <a:lnTo>
                    <a:pt x="771437" y="46493"/>
                  </a:lnTo>
                  <a:lnTo>
                    <a:pt x="811338" y="34058"/>
                  </a:lnTo>
                  <a:lnTo>
                    <a:pt x="852182" y="23154"/>
                  </a:lnTo>
                  <a:lnTo>
                    <a:pt x="893919" y="13818"/>
                  </a:lnTo>
                  <a:lnTo>
                    <a:pt x="936495" y="6088"/>
                  </a:lnTo>
                  <a:lnTo>
                    <a:pt x="979856" y="0"/>
                  </a:lnTo>
                  <a:lnTo>
                    <a:pt x="998944" y="38835"/>
                  </a:lnTo>
                  <a:lnTo>
                    <a:pt x="1016238" y="77988"/>
                  </a:lnTo>
                  <a:lnTo>
                    <a:pt x="1031740" y="117381"/>
                  </a:lnTo>
                  <a:lnTo>
                    <a:pt x="1045459" y="156934"/>
                  </a:lnTo>
                  <a:lnTo>
                    <a:pt x="1057403" y="196571"/>
                  </a:lnTo>
                  <a:lnTo>
                    <a:pt x="1067586" y="236213"/>
                  </a:lnTo>
                  <a:lnTo>
                    <a:pt x="1076026" y="275785"/>
                  </a:lnTo>
                  <a:lnTo>
                    <a:pt x="1082741" y="315213"/>
                  </a:lnTo>
                  <a:lnTo>
                    <a:pt x="1087754" y="354425"/>
                  </a:lnTo>
                  <a:lnTo>
                    <a:pt x="1091092" y="393347"/>
                  </a:lnTo>
                  <a:lnTo>
                    <a:pt x="1092784" y="431912"/>
                  </a:lnTo>
                  <a:lnTo>
                    <a:pt x="1092861" y="470050"/>
                  </a:lnTo>
                  <a:lnTo>
                    <a:pt x="1091357" y="507695"/>
                  </a:lnTo>
                  <a:lnTo>
                    <a:pt x="1088310" y="544783"/>
                  </a:lnTo>
                  <a:lnTo>
                    <a:pt x="1083760" y="581253"/>
                  </a:lnTo>
                  <a:lnTo>
                    <a:pt x="1077749" y="617044"/>
                  </a:lnTo>
                  <a:lnTo>
                    <a:pt x="1070320" y="652098"/>
                  </a:lnTo>
                  <a:lnTo>
                    <a:pt x="1061522" y="686361"/>
                  </a:lnTo>
                  <a:lnTo>
                    <a:pt x="1051403" y="719779"/>
                  </a:lnTo>
                  <a:lnTo>
                    <a:pt x="1040014" y="752303"/>
                  </a:lnTo>
                  <a:lnTo>
                    <a:pt x="1027407" y="783885"/>
                  </a:lnTo>
                  <a:lnTo>
                    <a:pt x="995064" y="808031"/>
                  </a:lnTo>
                  <a:lnTo>
                    <a:pt x="962050" y="830224"/>
                  </a:lnTo>
                  <a:lnTo>
                    <a:pt x="928454" y="850447"/>
                  </a:lnTo>
                  <a:lnTo>
                    <a:pt x="894364" y="868685"/>
                  </a:lnTo>
                  <a:lnTo>
                    <a:pt x="859870" y="884929"/>
                  </a:lnTo>
                  <a:lnTo>
                    <a:pt x="825061" y="899170"/>
                  </a:lnTo>
                  <a:lnTo>
                    <a:pt x="790026" y="911406"/>
                  </a:lnTo>
                  <a:lnTo>
                    <a:pt x="754854" y="921637"/>
                  </a:lnTo>
                  <a:lnTo>
                    <a:pt x="719635" y="929867"/>
                  </a:lnTo>
                  <a:lnTo>
                    <a:pt x="684457" y="936103"/>
                  </a:lnTo>
                  <a:lnTo>
                    <a:pt x="649407" y="940356"/>
                  </a:lnTo>
                  <a:lnTo>
                    <a:pt x="614574" y="942640"/>
                  </a:lnTo>
                  <a:lnTo>
                    <a:pt x="580044" y="942973"/>
                  </a:lnTo>
                  <a:lnTo>
                    <a:pt x="545903" y="941377"/>
                  </a:lnTo>
                  <a:lnTo>
                    <a:pt x="512235" y="937875"/>
                  </a:lnTo>
                  <a:lnTo>
                    <a:pt x="479125" y="932496"/>
                  </a:lnTo>
                  <a:lnTo>
                    <a:pt x="446653" y="925270"/>
                  </a:lnTo>
                  <a:lnTo>
                    <a:pt x="414902" y="916234"/>
                  </a:lnTo>
                  <a:lnTo>
                    <a:pt x="383951" y="905423"/>
                  </a:lnTo>
                  <a:lnTo>
                    <a:pt x="353877" y="892879"/>
                  </a:lnTo>
                  <a:lnTo>
                    <a:pt x="324756" y="878647"/>
                  </a:lnTo>
                  <a:lnTo>
                    <a:pt x="296662" y="862771"/>
                  </a:lnTo>
                  <a:lnTo>
                    <a:pt x="269668" y="845304"/>
                  </a:lnTo>
                  <a:lnTo>
                    <a:pt x="243843" y="826296"/>
                  </a:lnTo>
                  <a:lnTo>
                    <a:pt x="219256" y="805804"/>
                  </a:lnTo>
                  <a:lnTo>
                    <a:pt x="195971" y="783885"/>
                  </a:lnTo>
                  <a:lnTo>
                    <a:pt x="195971" y="783885"/>
                  </a:lnTo>
                  <a:lnTo>
                    <a:pt x="195971" y="783885"/>
                  </a:lnTo>
                  <a:lnTo>
                    <a:pt x="195971" y="783885"/>
                  </a:lnTo>
                  <a:lnTo>
                    <a:pt x="170840" y="782088"/>
                  </a:lnTo>
                  <a:lnTo>
                    <a:pt x="146094" y="776714"/>
                  </a:lnTo>
                  <a:lnTo>
                    <a:pt x="122113" y="767818"/>
                  </a:lnTo>
                  <a:lnTo>
                    <a:pt x="99273" y="755492"/>
                  </a:lnTo>
                  <a:lnTo>
                    <a:pt x="77938" y="739861"/>
                  </a:lnTo>
                  <a:lnTo>
                    <a:pt x="58462" y="721087"/>
                  </a:lnTo>
                  <a:lnTo>
                    <a:pt x="41179" y="699362"/>
                  </a:lnTo>
                  <a:lnTo>
                    <a:pt x="26408" y="674913"/>
                  </a:lnTo>
                  <a:lnTo>
                    <a:pt x="14444" y="647996"/>
                  </a:lnTo>
                  <a:lnTo>
                    <a:pt x="5560" y="618893"/>
                  </a:lnTo>
                  <a:lnTo>
                    <a:pt x="0" y="587914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2595416" y="11138961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642967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615559" y="11726875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1843132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1843132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1843132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843132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843132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1059247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34551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1059247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tx567"/>
            <p:cNvSpPr/>
            <p:nvPr/>
          </p:nvSpPr>
          <p:spPr>
            <a:xfrm>
              <a:off x="1711093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2490871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2982204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2481773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1701994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709069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47390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718168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216833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167364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77" name="rc577"/>
            <p:cNvSpPr/>
            <p:nvPr/>
          </p:nvSpPr>
          <p:spPr>
            <a:xfrm>
              <a:off x="3326634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3326634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3654633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4493519" y="10269915"/>
              <a:ext cx="121331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 (n=7)</a:t>
              </a:r>
            </a:p>
          </p:txBody>
        </p:sp>
        <p:sp>
          <p:nvSpPr>
            <p:cNvPr id="581" name="rc581"/>
            <p:cNvSpPr/>
            <p:nvPr/>
          </p:nvSpPr>
          <p:spPr>
            <a:xfrm>
              <a:off x="3714451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5100177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100177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5100177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5100177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5100177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4218306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3853023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4218306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4545957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991736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3853180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779539" y="11147314"/>
              <a:ext cx="1104524" cy="1206150"/>
            </a:xfrm>
            <a:custGeom>
              <a:avLst/>
              <a:pathLst>
                <a:path w="1104524" h="1206150">
                  <a:moveTo>
                    <a:pt x="320638" y="252842"/>
                  </a:moveTo>
                  <a:lnTo>
                    <a:pt x="341322" y="228016"/>
                  </a:lnTo>
                  <a:lnTo>
                    <a:pt x="363776" y="203993"/>
                  </a:lnTo>
                  <a:lnTo>
                    <a:pt x="387969" y="180866"/>
                  </a:lnTo>
                  <a:lnTo>
                    <a:pt x="413865" y="158730"/>
                  </a:lnTo>
                  <a:lnTo>
                    <a:pt x="441422" y="137675"/>
                  </a:lnTo>
                  <a:lnTo>
                    <a:pt x="470595" y="117794"/>
                  </a:lnTo>
                  <a:lnTo>
                    <a:pt x="501334" y="99173"/>
                  </a:lnTo>
                  <a:lnTo>
                    <a:pt x="533586" y="81899"/>
                  </a:lnTo>
                  <a:lnTo>
                    <a:pt x="567292" y="66056"/>
                  </a:lnTo>
                  <a:lnTo>
                    <a:pt x="602391" y="51725"/>
                  </a:lnTo>
                  <a:lnTo>
                    <a:pt x="638815" y="38986"/>
                  </a:lnTo>
                  <a:lnTo>
                    <a:pt x="676496" y="27914"/>
                  </a:lnTo>
                  <a:lnTo>
                    <a:pt x="715359" y="18581"/>
                  </a:lnTo>
                  <a:lnTo>
                    <a:pt x="755327" y="11059"/>
                  </a:lnTo>
                  <a:lnTo>
                    <a:pt x="796320" y="5413"/>
                  </a:lnTo>
                  <a:lnTo>
                    <a:pt x="838254" y="1707"/>
                  </a:lnTo>
                  <a:lnTo>
                    <a:pt x="881041" y="0"/>
                  </a:lnTo>
                  <a:lnTo>
                    <a:pt x="924591" y="346"/>
                  </a:lnTo>
                  <a:lnTo>
                    <a:pt x="968812" y="2799"/>
                  </a:lnTo>
                  <a:lnTo>
                    <a:pt x="1013606" y="7405"/>
                  </a:lnTo>
                  <a:lnTo>
                    <a:pt x="1058877" y="14208"/>
                  </a:lnTo>
                  <a:lnTo>
                    <a:pt x="1104524" y="23247"/>
                  </a:lnTo>
                  <a:lnTo>
                    <a:pt x="1098435" y="66609"/>
                  </a:lnTo>
                  <a:lnTo>
                    <a:pt x="1090705" y="109185"/>
                  </a:lnTo>
                  <a:lnTo>
                    <a:pt x="1081370" y="150921"/>
                  </a:lnTo>
                  <a:lnTo>
                    <a:pt x="1070465" y="191766"/>
                  </a:lnTo>
                  <a:lnTo>
                    <a:pt x="1058030" y="231666"/>
                  </a:lnTo>
                  <a:lnTo>
                    <a:pt x="1044105" y="270573"/>
                  </a:lnTo>
                  <a:lnTo>
                    <a:pt x="1028732" y="308437"/>
                  </a:lnTo>
                  <a:lnTo>
                    <a:pt x="1011952" y="345212"/>
                  </a:lnTo>
                  <a:lnTo>
                    <a:pt x="993812" y="380850"/>
                  </a:lnTo>
                  <a:lnTo>
                    <a:pt x="974356" y="415309"/>
                  </a:lnTo>
                  <a:lnTo>
                    <a:pt x="953632" y="448546"/>
                  </a:lnTo>
                  <a:lnTo>
                    <a:pt x="931689" y="480519"/>
                  </a:lnTo>
                  <a:lnTo>
                    <a:pt x="908577" y="511189"/>
                  </a:lnTo>
                  <a:lnTo>
                    <a:pt x="884345" y="540519"/>
                  </a:lnTo>
                  <a:lnTo>
                    <a:pt x="859047" y="568472"/>
                  </a:lnTo>
                  <a:lnTo>
                    <a:pt x="832736" y="595015"/>
                  </a:lnTo>
                  <a:lnTo>
                    <a:pt x="805466" y="620114"/>
                  </a:lnTo>
                  <a:lnTo>
                    <a:pt x="777291" y="643740"/>
                  </a:lnTo>
                  <a:lnTo>
                    <a:pt x="748269" y="665863"/>
                  </a:lnTo>
                  <a:lnTo>
                    <a:pt x="718456" y="686456"/>
                  </a:lnTo>
                  <a:lnTo>
                    <a:pt x="687909" y="705495"/>
                  </a:lnTo>
                  <a:lnTo>
                    <a:pt x="656688" y="722957"/>
                  </a:lnTo>
                  <a:lnTo>
                    <a:pt x="624851" y="738819"/>
                  </a:lnTo>
                  <a:lnTo>
                    <a:pt x="592458" y="753064"/>
                  </a:lnTo>
                  <a:lnTo>
                    <a:pt x="559570" y="765674"/>
                  </a:lnTo>
                  <a:lnTo>
                    <a:pt x="526248" y="776633"/>
                  </a:lnTo>
                  <a:lnTo>
                    <a:pt x="492552" y="785929"/>
                  </a:lnTo>
                  <a:lnTo>
                    <a:pt x="458544" y="793550"/>
                  </a:lnTo>
                  <a:lnTo>
                    <a:pt x="424286" y="799487"/>
                  </a:lnTo>
                  <a:lnTo>
                    <a:pt x="389841" y="803733"/>
                  </a:lnTo>
                  <a:lnTo>
                    <a:pt x="355271" y="806282"/>
                  </a:lnTo>
                  <a:lnTo>
                    <a:pt x="320638" y="807133"/>
                  </a:lnTo>
                  <a:lnTo>
                    <a:pt x="295508" y="805335"/>
                  </a:lnTo>
                  <a:lnTo>
                    <a:pt x="270761" y="799961"/>
                  </a:lnTo>
                  <a:lnTo>
                    <a:pt x="246781" y="791066"/>
                  </a:lnTo>
                  <a:lnTo>
                    <a:pt x="223941" y="778740"/>
                  </a:lnTo>
                  <a:lnTo>
                    <a:pt x="202606" y="763109"/>
                  </a:lnTo>
                  <a:lnTo>
                    <a:pt x="183129" y="744334"/>
                  </a:lnTo>
                  <a:lnTo>
                    <a:pt x="165846" y="722610"/>
                  </a:lnTo>
                  <a:lnTo>
                    <a:pt x="151075" y="698161"/>
                  </a:lnTo>
                  <a:lnTo>
                    <a:pt x="139111" y="671243"/>
                  </a:lnTo>
                  <a:lnTo>
                    <a:pt x="130227" y="642140"/>
                  </a:lnTo>
                  <a:lnTo>
                    <a:pt x="124667" y="611161"/>
                  </a:lnTo>
                  <a:lnTo>
                    <a:pt x="108466" y="623284"/>
                  </a:lnTo>
                  <a:lnTo>
                    <a:pt x="93009" y="636732"/>
                  </a:lnTo>
                  <a:lnTo>
                    <a:pt x="78405" y="651459"/>
                  </a:lnTo>
                  <a:lnTo>
                    <a:pt x="64758" y="667411"/>
                  </a:lnTo>
                  <a:lnTo>
                    <a:pt x="52168" y="684526"/>
                  </a:lnTo>
                  <a:lnTo>
                    <a:pt x="40733" y="702733"/>
                  </a:lnTo>
                  <a:lnTo>
                    <a:pt x="30545" y="721954"/>
                  </a:lnTo>
                  <a:lnTo>
                    <a:pt x="21690" y="742101"/>
                  </a:lnTo>
                  <a:lnTo>
                    <a:pt x="14250" y="763081"/>
                  </a:lnTo>
                  <a:lnTo>
                    <a:pt x="8298" y="784794"/>
                  </a:lnTo>
                  <a:lnTo>
                    <a:pt x="3901" y="807133"/>
                  </a:lnTo>
                  <a:lnTo>
                    <a:pt x="1118" y="829985"/>
                  </a:lnTo>
                  <a:lnTo>
                    <a:pt x="0" y="853234"/>
                  </a:lnTo>
                  <a:lnTo>
                    <a:pt x="588" y="876755"/>
                  </a:lnTo>
                  <a:lnTo>
                    <a:pt x="2917" y="900424"/>
                  </a:lnTo>
                  <a:lnTo>
                    <a:pt x="7009" y="924110"/>
                  </a:lnTo>
                  <a:lnTo>
                    <a:pt x="12880" y="947681"/>
                  </a:lnTo>
                  <a:lnTo>
                    <a:pt x="20531" y="971004"/>
                  </a:lnTo>
                  <a:lnTo>
                    <a:pt x="29959" y="993941"/>
                  </a:lnTo>
                  <a:lnTo>
                    <a:pt x="41145" y="1016359"/>
                  </a:lnTo>
                  <a:lnTo>
                    <a:pt x="54063" y="1038122"/>
                  </a:lnTo>
                  <a:lnTo>
                    <a:pt x="68675" y="1059096"/>
                  </a:lnTo>
                  <a:lnTo>
                    <a:pt x="84935" y="1079149"/>
                  </a:lnTo>
                  <a:lnTo>
                    <a:pt x="102784" y="1098152"/>
                  </a:lnTo>
                  <a:lnTo>
                    <a:pt x="122154" y="1115980"/>
                  </a:lnTo>
                  <a:lnTo>
                    <a:pt x="142968" y="1132512"/>
                  </a:lnTo>
                  <a:lnTo>
                    <a:pt x="165138" y="1147632"/>
                  </a:lnTo>
                  <a:lnTo>
                    <a:pt x="188567" y="1161230"/>
                  </a:lnTo>
                  <a:lnTo>
                    <a:pt x="213150" y="1173203"/>
                  </a:lnTo>
                  <a:lnTo>
                    <a:pt x="238774" y="1183455"/>
                  </a:lnTo>
                  <a:lnTo>
                    <a:pt x="265317" y="1191899"/>
                  </a:lnTo>
                  <a:lnTo>
                    <a:pt x="292650" y="1198456"/>
                  </a:lnTo>
                  <a:lnTo>
                    <a:pt x="320638" y="1203055"/>
                  </a:lnTo>
                  <a:lnTo>
                    <a:pt x="349140" y="1205636"/>
                  </a:lnTo>
                  <a:lnTo>
                    <a:pt x="378008" y="1206150"/>
                  </a:lnTo>
                  <a:lnTo>
                    <a:pt x="407093" y="1204558"/>
                  </a:lnTo>
                  <a:lnTo>
                    <a:pt x="436239" y="1200831"/>
                  </a:lnTo>
                  <a:lnTo>
                    <a:pt x="465288" y="1194953"/>
                  </a:lnTo>
                  <a:lnTo>
                    <a:pt x="494082" y="1186920"/>
                  </a:lnTo>
                  <a:lnTo>
                    <a:pt x="522458" y="1176738"/>
                  </a:lnTo>
                  <a:lnTo>
                    <a:pt x="550257" y="1164427"/>
                  </a:lnTo>
                  <a:lnTo>
                    <a:pt x="577318" y="1150017"/>
                  </a:lnTo>
                  <a:lnTo>
                    <a:pt x="603482" y="1133552"/>
                  </a:lnTo>
                  <a:lnTo>
                    <a:pt x="628593" y="1115088"/>
                  </a:lnTo>
                  <a:lnTo>
                    <a:pt x="652498" y="1094691"/>
                  </a:lnTo>
                  <a:lnTo>
                    <a:pt x="675048" y="1072440"/>
                  </a:lnTo>
                  <a:lnTo>
                    <a:pt x="696100" y="1048427"/>
                  </a:lnTo>
                  <a:lnTo>
                    <a:pt x="715516" y="1022752"/>
                  </a:lnTo>
                  <a:lnTo>
                    <a:pt x="733166" y="995528"/>
                  </a:lnTo>
                  <a:lnTo>
                    <a:pt x="748927" y="966876"/>
                  </a:lnTo>
                  <a:lnTo>
                    <a:pt x="762686" y="936929"/>
                  </a:lnTo>
                  <a:lnTo>
                    <a:pt x="774336" y="905829"/>
                  </a:lnTo>
                  <a:lnTo>
                    <a:pt x="783784" y="873723"/>
                  </a:lnTo>
                  <a:lnTo>
                    <a:pt x="790944" y="840770"/>
                  </a:lnTo>
                  <a:lnTo>
                    <a:pt x="795745" y="807133"/>
                  </a:lnTo>
                  <a:lnTo>
                    <a:pt x="798124" y="772982"/>
                  </a:lnTo>
                  <a:lnTo>
                    <a:pt x="798034" y="738494"/>
                  </a:lnTo>
                  <a:lnTo>
                    <a:pt x="795438" y="703846"/>
                  </a:lnTo>
                  <a:lnTo>
                    <a:pt x="790314" y="669224"/>
                  </a:lnTo>
                  <a:lnTo>
                    <a:pt x="782651" y="634811"/>
                  </a:lnTo>
                  <a:lnTo>
                    <a:pt x="772454" y="600795"/>
                  </a:lnTo>
                  <a:lnTo>
                    <a:pt x="759742" y="567364"/>
                  </a:lnTo>
                  <a:lnTo>
                    <a:pt x="744547" y="534703"/>
                  </a:lnTo>
                  <a:lnTo>
                    <a:pt x="726913" y="502999"/>
                  </a:lnTo>
                  <a:lnTo>
                    <a:pt x="706901" y="472434"/>
                  </a:lnTo>
                  <a:lnTo>
                    <a:pt x="684585" y="443186"/>
                  </a:lnTo>
                  <a:lnTo>
                    <a:pt x="660051" y="415429"/>
                  </a:lnTo>
                  <a:lnTo>
                    <a:pt x="633400" y="389333"/>
                  </a:lnTo>
                  <a:lnTo>
                    <a:pt x="604743" y="365057"/>
                  </a:lnTo>
                  <a:lnTo>
                    <a:pt x="574207" y="342757"/>
                  </a:lnTo>
                  <a:lnTo>
                    <a:pt x="541928" y="322576"/>
                  </a:lnTo>
                  <a:lnTo>
                    <a:pt x="508054" y="304652"/>
                  </a:lnTo>
                  <a:lnTo>
                    <a:pt x="472744" y="289109"/>
                  </a:lnTo>
                  <a:lnTo>
                    <a:pt x="436166" y="276060"/>
                  </a:lnTo>
                  <a:lnTo>
                    <a:pt x="398498" y="265609"/>
                  </a:lnTo>
                  <a:lnTo>
                    <a:pt x="359924" y="257844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4904206" y="11147314"/>
              <a:ext cx="979856" cy="807133"/>
            </a:xfrm>
            <a:custGeom>
              <a:avLst/>
              <a:pathLst>
                <a:path w="979856" h="807133">
                  <a:moveTo>
                    <a:pt x="195971" y="252842"/>
                  </a:moveTo>
                  <a:lnTo>
                    <a:pt x="216654" y="228016"/>
                  </a:lnTo>
                  <a:lnTo>
                    <a:pt x="239108" y="203993"/>
                  </a:lnTo>
                  <a:lnTo>
                    <a:pt x="263302" y="180866"/>
                  </a:lnTo>
                  <a:lnTo>
                    <a:pt x="289197" y="158730"/>
                  </a:lnTo>
                  <a:lnTo>
                    <a:pt x="316754" y="137675"/>
                  </a:lnTo>
                  <a:lnTo>
                    <a:pt x="345927" y="117794"/>
                  </a:lnTo>
                  <a:lnTo>
                    <a:pt x="376667" y="99173"/>
                  </a:lnTo>
                  <a:lnTo>
                    <a:pt x="408919" y="81899"/>
                  </a:lnTo>
                  <a:lnTo>
                    <a:pt x="442625" y="66056"/>
                  </a:lnTo>
                  <a:lnTo>
                    <a:pt x="477723" y="51725"/>
                  </a:lnTo>
                  <a:lnTo>
                    <a:pt x="514148" y="38986"/>
                  </a:lnTo>
                  <a:lnTo>
                    <a:pt x="551828" y="27914"/>
                  </a:lnTo>
                  <a:lnTo>
                    <a:pt x="590691" y="18581"/>
                  </a:lnTo>
                  <a:lnTo>
                    <a:pt x="630660" y="11059"/>
                  </a:lnTo>
                  <a:lnTo>
                    <a:pt x="671653" y="5413"/>
                  </a:lnTo>
                  <a:lnTo>
                    <a:pt x="713586" y="1707"/>
                  </a:lnTo>
                  <a:lnTo>
                    <a:pt x="756373" y="0"/>
                  </a:lnTo>
                  <a:lnTo>
                    <a:pt x="799924" y="346"/>
                  </a:lnTo>
                  <a:lnTo>
                    <a:pt x="844144" y="2799"/>
                  </a:lnTo>
                  <a:lnTo>
                    <a:pt x="888939" y="7405"/>
                  </a:lnTo>
                  <a:lnTo>
                    <a:pt x="934210" y="14208"/>
                  </a:lnTo>
                  <a:lnTo>
                    <a:pt x="979856" y="23247"/>
                  </a:lnTo>
                  <a:lnTo>
                    <a:pt x="973767" y="66609"/>
                  </a:lnTo>
                  <a:lnTo>
                    <a:pt x="966038" y="109185"/>
                  </a:lnTo>
                  <a:lnTo>
                    <a:pt x="956702" y="150921"/>
                  </a:lnTo>
                  <a:lnTo>
                    <a:pt x="945798" y="191766"/>
                  </a:lnTo>
                  <a:lnTo>
                    <a:pt x="933363" y="231666"/>
                  </a:lnTo>
                  <a:lnTo>
                    <a:pt x="919438" y="270573"/>
                  </a:lnTo>
                  <a:lnTo>
                    <a:pt x="904064" y="308437"/>
                  </a:lnTo>
                  <a:lnTo>
                    <a:pt x="887285" y="345212"/>
                  </a:lnTo>
                  <a:lnTo>
                    <a:pt x="869144" y="380850"/>
                  </a:lnTo>
                  <a:lnTo>
                    <a:pt x="849688" y="415309"/>
                  </a:lnTo>
                  <a:lnTo>
                    <a:pt x="828965" y="448546"/>
                  </a:lnTo>
                  <a:lnTo>
                    <a:pt x="807022" y="480519"/>
                  </a:lnTo>
                  <a:lnTo>
                    <a:pt x="783909" y="511189"/>
                  </a:lnTo>
                  <a:lnTo>
                    <a:pt x="759678" y="540519"/>
                  </a:lnTo>
                  <a:lnTo>
                    <a:pt x="734380" y="568472"/>
                  </a:lnTo>
                  <a:lnTo>
                    <a:pt x="708069" y="595015"/>
                  </a:lnTo>
                  <a:lnTo>
                    <a:pt x="680798" y="620114"/>
                  </a:lnTo>
                  <a:lnTo>
                    <a:pt x="652624" y="643740"/>
                  </a:lnTo>
                  <a:lnTo>
                    <a:pt x="623601" y="665863"/>
                  </a:lnTo>
                  <a:lnTo>
                    <a:pt x="593788" y="686456"/>
                  </a:lnTo>
                  <a:lnTo>
                    <a:pt x="563242" y="705495"/>
                  </a:lnTo>
                  <a:lnTo>
                    <a:pt x="532020" y="722957"/>
                  </a:lnTo>
                  <a:lnTo>
                    <a:pt x="500184" y="738819"/>
                  </a:lnTo>
                  <a:lnTo>
                    <a:pt x="467791" y="753064"/>
                  </a:lnTo>
                  <a:lnTo>
                    <a:pt x="434903" y="765674"/>
                  </a:lnTo>
                  <a:lnTo>
                    <a:pt x="401580" y="776633"/>
                  </a:lnTo>
                  <a:lnTo>
                    <a:pt x="367884" y="785929"/>
                  </a:lnTo>
                  <a:lnTo>
                    <a:pt x="333876" y="793550"/>
                  </a:lnTo>
                  <a:lnTo>
                    <a:pt x="299619" y="799487"/>
                  </a:lnTo>
                  <a:lnTo>
                    <a:pt x="265174" y="803733"/>
                  </a:lnTo>
                  <a:lnTo>
                    <a:pt x="230604" y="806282"/>
                  </a:lnTo>
                  <a:lnTo>
                    <a:pt x="195971" y="807133"/>
                  </a:lnTo>
                  <a:lnTo>
                    <a:pt x="195971" y="807133"/>
                  </a:lnTo>
                  <a:lnTo>
                    <a:pt x="195971" y="807133"/>
                  </a:lnTo>
                  <a:lnTo>
                    <a:pt x="195971" y="807133"/>
                  </a:lnTo>
                  <a:lnTo>
                    <a:pt x="195971" y="807133"/>
                  </a:lnTo>
                  <a:lnTo>
                    <a:pt x="170840" y="805335"/>
                  </a:lnTo>
                  <a:lnTo>
                    <a:pt x="146094" y="799961"/>
                  </a:lnTo>
                  <a:lnTo>
                    <a:pt x="122113" y="791066"/>
                  </a:lnTo>
                  <a:lnTo>
                    <a:pt x="99273" y="778740"/>
                  </a:lnTo>
                  <a:lnTo>
                    <a:pt x="77938" y="763109"/>
                  </a:lnTo>
                  <a:lnTo>
                    <a:pt x="58462" y="744334"/>
                  </a:lnTo>
                  <a:lnTo>
                    <a:pt x="41179" y="722610"/>
                  </a:lnTo>
                  <a:lnTo>
                    <a:pt x="26408" y="698161"/>
                  </a:lnTo>
                  <a:lnTo>
                    <a:pt x="14444" y="671243"/>
                  </a:lnTo>
                  <a:lnTo>
                    <a:pt x="5560" y="642140"/>
                  </a:lnTo>
                  <a:lnTo>
                    <a:pt x="0" y="611161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068576" y="11368555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852462" y="11138961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4872605" y="11726875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5100177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5100177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5100177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5100177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5100177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4316292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3991596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4316292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tx611"/>
            <p:cNvSpPr/>
            <p:nvPr/>
          </p:nvSpPr>
          <p:spPr>
            <a:xfrm>
              <a:off x="4968138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5747916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6239249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5738818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4959040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3966115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3730951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3975213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3473878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3424409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21" name="rc621"/>
            <p:cNvSpPr/>
            <p:nvPr/>
          </p:nvSpPr>
          <p:spPr>
            <a:xfrm>
              <a:off x="6583680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6583680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6911679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7417494" y="10269915"/>
              <a:ext cx="187945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Phoenicopteriformes (n=5)</a:t>
              </a:r>
            </a:p>
          </p:txBody>
        </p:sp>
        <p:sp>
          <p:nvSpPr>
            <p:cNvPr id="625" name="rc625"/>
            <p:cNvSpPr/>
            <p:nvPr/>
          </p:nvSpPr>
          <p:spPr>
            <a:xfrm>
              <a:off x="6971496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8357223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8357223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8357223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8357223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8357223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7475352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7110069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7475352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7803002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7248781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7110226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7248655" y="10845866"/>
              <a:ext cx="2217149" cy="2217045"/>
            </a:xfrm>
            <a:custGeom>
              <a:avLst/>
              <a:pathLst>
                <a:path w="2217149" h="2217045">
                  <a:moveTo>
                    <a:pt x="1108568" y="0"/>
                  </a:moveTo>
                  <a:lnTo>
                    <a:pt x="1146416" y="646"/>
                  </a:lnTo>
                  <a:lnTo>
                    <a:pt x="1184220" y="2584"/>
                  </a:lnTo>
                  <a:lnTo>
                    <a:pt x="1221936" y="5811"/>
                  </a:lnTo>
                  <a:lnTo>
                    <a:pt x="1259520" y="10325"/>
                  </a:lnTo>
                  <a:lnTo>
                    <a:pt x="1296927" y="16119"/>
                  </a:lnTo>
                  <a:lnTo>
                    <a:pt x="1334115" y="23186"/>
                  </a:lnTo>
                  <a:lnTo>
                    <a:pt x="1371040" y="31520"/>
                  </a:lnTo>
                  <a:lnTo>
                    <a:pt x="1407660" y="41109"/>
                  </a:lnTo>
                  <a:lnTo>
                    <a:pt x="1443930" y="51942"/>
                  </a:lnTo>
                  <a:lnTo>
                    <a:pt x="1479809" y="64008"/>
                  </a:lnTo>
                  <a:lnTo>
                    <a:pt x="1515256" y="77292"/>
                  </a:lnTo>
                  <a:lnTo>
                    <a:pt x="1550228" y="91778"/>
                  </a:lnTo>
                  <a:lnTo>
                    <a:pt x="1584685" y="107449"/>
                  </a:lnTo>
                  <a:lnTo>
                    <a:pt x="1618587" y="124288"/>
                  </a:lnTo>
                  <a:lnTo>
                    <a:pt x="1651895" y="142274"/>
                  </a:lnTo>
                  <a:lnTo>
                    <a:pt x="1684569" y="161387"/>
                  </a:lnTo>
                  <a:lnTo>
                    <a:pt x="1716571" y="181605"/>
                  </a:lnTo>
                  <a:lnTo>
                    <a:pt x="1747865" y="202903"/>
                  </a:lnTo>
                  <a:lnTo>
                    <a:pt x="1778413" y="225258"/>
                  </a:lnTo>
                  <a:lnTo>
                    <a:pt x="1808180" y="248642"/>
                  </a:lnTo>
                  <a:lnTo>
                    <a:pt x="1837132" y="273029"/>
                  </a:lnTo>
                  <a:lnTo>
                    <a:pt x="1865234" y="298390"/>
                  </a:lnTo>
                  <a:lnTo>
                    <a:pt x="1892453" y="324695"/>
                  </a:lnTo>
                  <a:lnTo>
                    <a:pt x="1918759" y="351915"/>
                  </a:lnTo>
                  <a:lnTo>
                    <a:pt x="1944120" y="380017"/>
                  </a:lnTo>
                  <a:lnTo>
                    <a:pt x="1968507" y="408969"/>
                  </a:lnTo>
                  <a:lnTo>
                    <a:pt x="1991891" y="438736"/>
                  </a:lnTo>
                  <a:lnTo>
                    <a:pt x="2014245" y="469284"/>
                  </a:lnTo>
                  <a:lnTo>
                    <a:pt x="2035544" y="500577"/>
                  </a:lnTo>
                  <a:lnTo>
                    <a:pt x="2055761" y="532580"/>
                  </a:lnTo>
                  <a:lnTo>
                    <a:pt x="2074874" y="565254"/>
                  </a:lnTo>
                  <a:lnTo>
                    <a:pt x="2092861" y="598561"/>
                  </a:lnTo>
                  <a:lnTo>
                    <a:pt x="2109700" y="632464"/>
                  </a:lnTo>
                  <a:lnTo>
                    <a:pt x="2125371" y="666921"/>
                  </a:lnTo>
                  <a:lnTo>
                    <a:pt x="2139857" y="701893"/>
                  </a:lnTo>
                  <a:lnTo>
                    <a:pt x="2153141" y="737340"/>
                  </a:lnTo>
                  <a:lnTo>
                    <a:pt x="2165206" y="773219"/>
                  </a:lnTo>
                  <a:lnTo>
                    <a:pt x="2176040" y="809489"/>
                  </a:lnTo>
                  <a:lnTo>
                    <a:pt x="2185629" y="846108"/>
                  </a:lnTo>
                  <a:lnTo>
                    <a:pt x="2193962" y="883033"/>
                  </a:lnTo>
                  <a:lnTo>
                    <a:pt x="2201030" y="920221"/>
                  </a:lnTo>
                  <a:lnTo>
                    <a:pt x="2206824" y="957629"/>
                  </a:lnTo>
                  <a:lnTo>
                    <a:pt x="2211337" y="995213"/>
                  </a:lnTo>
                  <a:lnTo>
                    <a:pt x="2214565" y="1032929"/>
                  </a:lnTo>
                  <a:lnTo>
                    <a:pt x="2216503" y="1070733"/>
                  </a:lnTo>
                  <a:lnTo>
                    <a:pt x="2217149" y="1108581"/>
                  </a:lnTo>
                  <a:lnTo>
                    <a:pt x="2182183" y="1134937"/>
                  </a:lnTo>
                  <a:lnTo>
                    <a:pt x="2146611" y="1159577"/>
                  </a:lnTo>
                  <a:lnTo>
                    <a:pt x="2110498" y="1182488"/>
                  </a:lnTo>
                  <a:lnTo>
                    <a:pt x="2073906" y="1203658"/>
                  </a:lnTo>
                  <a:lnTo>
                    <a:pt x="2036899" y="1223080"/>
                  </a:lnTo>
                  <a:lnTo>
                    <a:pt x="1999541" y="1240744"/>
                  </a:lnTo>
                  <a:lnTo>
                    <a:pt x="1961896" y="1256647"/>
                  </a:lnTo>
                  <a:lnTo>
                    <a:pt x="1924028" y="1270786"/>
                  </a:lnTo>
                  <a:lnTo>
                    <a:pt x="1886000" y="1283159"/>
                  </a:lnTo>
                  <a:lnTo>
                    <a:pt x="1847877" y="1293768"/>
                  </a:lnTo>
                  <a:lnTo>
                    <a:pt x="1809721" y="1302616"/>
                  </a:lnTo>
                  <a:lnTo>
                    <a:pt x="1771597" y="1309708"/>
                  </a:lnTo>
                  <a:lnTo>
                    <a:pt x="1733566" y="1315053"/>
                  </a:lnTo>
                  <a:lnTo>
                    <a:pt x="1695693" y="1318658"/>
                  </a:lnTo>
                  <a:lnTo>
                    <a:pt x="1658039" y="1320535"/>
                  </a:lnTo>
                  <a:lnTo>
                    <a:pt x="1620666" y="1320699"/>
                  </a:lnTo>
                  <a:lnTo>
                    <a:pt x="1583635" y="1319164"/>
                  </a:lnTo>
                  <a:lnTo>
                    <a:pt x="1547007" y="1315947"/>
                  </a:lnTo>
                  <a:lnTo>
                    <a:pt x="1510841" y="1311068"/>
                  </a:lnTo>
                  <a:lnTo>
                    <a:pt x="1475198" y="1304549"/>
                  </a:lnTo>
                  <a:lnTo>
                    <a:pt x="1440136" y="1296412"/>
                  </a:lnTo>
                  <a:lnTo>
                    <a:pt x="1405712" y="1286682"/>
                  </a:lnTo>
                  <a:lnTo>
                    <a:pt x="1371983" y="1275387"/>
                  </a:lnTo>
                  <a:lnTo>
                    <a:pt x="1339006" y="1262555"/>
                  </a:lnTo>
                  <a:lnTo>
                    <a:pt x="1306834" y="1248216"/>
                  </a:lnTo>
                  <a:lnTo>
                    <a:pt x="1275522" y="1232402"/>
                  </a:lnTo>
                  <a:lnTo>
                    <a:pt x="1245122" y="1215149"/>
                  </a:lnTo>
                  <a:lnTo>
                    <a:pt x="1215686" y="1196490"/>
                  </a:lnTo>
                  <a:lnTo>
                    <a:pt x="1187264" y="1176465"/>
                  </a:lnTo>
                  <a:lnTo>
                    <a:pt x="1159906" y="1155111"/>
                  </a:lnTo>
                  <a:lnTo>
                    <a:pt x="1133658" y="1132469"/>
                  </a:lnTo>
                  <a:lnTo>
                    <a:pt x="1108568" y="1108581"/>
                  </a:lnTo>
                  <a:lnTo>
                    <a:pt x="1107718" y="1143214"/>
                  </a:lnTo>
                  <a:lnTo>
                    <a:pt x="1105168" y="1177784"/>
                  </a:lnTo>
                  <a:lnTo>
                    <a:pt x="1100922" y="1212229"/>
                  </a:lnTo>
                  <a:lnTo>
                    <a:pt x="1094985" y="1246486"/>
                  </a:lnTo>
                  <a:lnTo>
                    <a:pt x="1087364" y="1280494"/>
                  </a:lnTo>
                  <a:lnTo>
                    <a:pt x="1078069" y="1314190"/>
                  </a:lnTo>
                  <a:lnTo>
                    <a:pt x="1067109" y="1347513"/>
                  </a:lnTo>
                  <a:lnTo>
                    <a:pt x="1054499" y="1380401"/>
                  </a:lnTo>
                  <a:lnTo>
                    <a:pt x="1040255" y="1412794"/>
                  </a:lnTo>
                  <a:lnTo>
                    <a:pt x="1024392" y="1444630"/>
                  </a:lnTo>
                  <a:lnTo>
                    <a:pt x="1006930" y="1475852"/>
                  </a:lnTo>
                  <a:lnTo>
                    <a:pt x="987891" y="1506398"/>
                  </a:lnTo>
                  <a:lnTo>
                    <a:pt x="967298" y="1536212"/>
                  </a:lnTo>
                  <a:lnTo>
                    <a:pt x="945175" y="1565234"/>
                  </a:lnTo>
                  <a:lnTo>
                    <a:pt x="921549" y="1593408"/>
                  </a:lnTo>
                  <a:lnTo>
                    <a:pt x="896450" y="1620679"/>
                  </a:lnTo>
                  <a:lnTo>
                    <a:pt x="869908" y="1646990"/>
                  </a:lnTo>
                  <a:lnTo>
                    <a:pt x="841954" y="1672288"/>
                  </a:lnTo>
                  <a:lnTo>
                    <a:pt x="812625" y="1696519"/>
                  </a:lnTo>
                  <a:lnTo>
                    <a:pt x="781954" y="1719632"/>
                  </a:lnTo>
                  <a:lnTo>
                    <a:pt x="749981" y="1741575"/>
                  </a:lnTo>
                  <a:lnTo>
                    <a:pt x="716745" y="1762298"/>
                  </a:lnTo>
                  <a:lnTo>
                    <a:pt x="682286" y="1781754"/>
                  </a:lnTo>
                  <a:lnTo>
                    <a:pt x="646647" y="1799895"/>
                  </a:lnTo>
                  <a:lnTo>
                    <a:pt x="609872" y="1816674"/>
                  </a:lnTo>
                  <a:lnTo>
                    <a:pt x="572008" y="1832048"/>
                  </a:lnTo>
                  <a:lnTo>
                    <a:pt x="533101" y="1845973"/>
                  </a:lnTo>
                  <a:lnTo>
                    <a:pt x="493201" y="1858408"/>
                  </a:lnTo>
                  <a:lnTo>
                    <a:pt x="452357" y="1869312"/>
                  </a:lnTo>
                  <a:lnTo>
                    <a:pt x="410620" y="1878648"/>
                  </a:lnTo>
                  <a:lnTo>
                    <a:pt x="368044" y="1886377"/>
                  </a:lnTo>
                  <a:lnTo>
                    <a:pt x="324682" y="1892466"/>
                  </a:lnTo>
                  <a:lnTo>
                    <a:pt x="330771" y="1849105"/>
                  </a:lnTo>
                  <a:lnTo>
                    <a:pt x="338501" y="1806529"/>
                  </a:lnTo>
                  <a:lnTo>
                    <a:pt x="347837" y="1764792"/>
                  </a:lnTo>
                  <a:lnTo>
                    <a:pt x="358741" y="1723948"/>
                  </a:lnTo>
                  <a:lnTo>
                    <a:pt x="371176" y="1684047"/>
                  </a:lnTo>
                  <a:lnTo>
                    <a:pt x="385101" y="1645141"/>
                  </a:lnTo>
                  <a:lnTo>
                    <a:pt x="400475" y="1607276"/>
                  </a:lnTo>
                  <a:lnTo>
                    <a:pt x="417254" y="1570502"/>
                  </a:lnTo>
                  <a:lnTo>
                    <a:pt x="435395" y="1534863"/>
                  </a:lnTo>
                  <a:lnTo>
                    <a:pt x="454850" y="1500404"/>
                  </a:lnTo>
                  <a:lnTo>
                    <a:pt x="475574" y="1467168"/>
                  </a:lnTo>
                  <a:lnTo>
                    <a:pt x="497517" y="1435194"/>
                  </a:lnTo>
                  <a:lnTo>
                    <a:pt x="520630" y="1404524"/>
                  </a:lnTo>
                  <a:lnTo>
                    <a:pt x="544861" y="1375194"/>
                  </a:lnTo>
                  <a:lnTo>
                    <a:pt x="570159" y="1347241"/>
                  </a:lnTo>
                  <a:lnTo>
                    <a:pt x="596470" y="1320699"/>
                  </a:lnTo>
                  <a:lnTo>
                    <a:pt x="623740" y="1295599"/>
                  </a:lnTo>
                  <a:lnTo>
                    <a:pt x="651915" y="1271974"/>
                  </a:lnTo>
                  <a:lnTo>
                    <a:pt x="680937" y="1249851"/>
                  </a:lnTo>
                  <a:lnTo>
                    <a:pt x="710751" y="1229257"/>
                  </a:lnTo>
                  <a:lnTo>
                    <a:pt x="741297" y="1210218"/>
                  </a:lnTo>
                  <a:lnTo>
                    <a:pt x="772518" y="1192757"/>
                  </a:lnTo>
                  <a:lnTo>
                    <a:pt x="804355" y="1176894"/>
                  </a:lnTo>
                  <a:lnTo>
                    <a:pt x="836748" y="1162649"/>
                  </a:lnTo>
                  <a:lnTo>
                    <a:pt x="869636" y="1150040"/>
                  </a:lnTo>
                  <a:lnTo>
                    <a:pt x="902959" y="1139080"/>
                  </a:lnTo>
                  <a:lnTo>
                    <a:pt x="936655" y="1129784"/>
                  </a:lnTo>
                  <a:lnTo>
                    <a:pt x="970662" y="1122163"/>
                  </a:lnTo>
                  <a:lnTo>
                    <a:pt x="1004920" y="1116226"/>
                  </a:lnTo>
                  <a:lnTo>
                    <a:pt x="1039365" y="1111981"/>
                  </a:lnTo>
                  <a:lnTo>
                    <a:pt x="1073935" y="1109431"/>
                  </a:lnTo>
                  <a:lnTo>
                    <a:pt x="1108568" y="1108581"/>
                  </a:lnTo>
                  <a:lnTo>
                    <a:pt x="1073935" y="1107731"/>
                  </a:lnTo>
                  <a:lnTo>
                    <a:pt x="1039365" y="1105181"/>
                  </a:lnTo>
                  <a:lnTo>
                    <a:pt x="1004920" y="1100935"/>
                  </a:lnTo>
                  <a:lnTo>
                    <a:pt x="970662" y="1094998"/>
                  </a:lnTo>
                  <a:lnTo>
                    <a:pt x="936655" y="1087377"/>
                  </a:lnTo>
                  <a:lnTo>
                    <a:pt x="902959" y="1078082"/>
                  </a:lnTo>
                  <a:lnTo>
                    <a:pt x="869636" y="1067122"/>
                  </a:lnTo>
                  <a:lnTo>
                    <a:pt x="836748" y="1054513"/>
                  </a:lnTo>
                  <a:lnTo>
                    <a:pt x="804355" y="1040268"/>
                  </a:lnTo>
                  <a:lnTo>
                    <a:pt x="772518" y="1024405"/>
                  </a:lnTo>
                  <a:lnTo>
                    <a:pt x="741297" y="1006943"/>
                  </a:lnTo>
                  <a:lnTo>
                    <a:pt x="710751" y="987904"/>
                  </a:lnTo>
                  <a:lnTo>
                    <a:pt x="680937" y="967311"/>
                  </a:lnTo>
                  <a:lnTo>
                    <a:pt x="651915" y="945188"/>
                  </a:lnTo>
                  <a:lnTo>
                    <a:pt x="623740" y="921562"/>
                  </a:lnTo>
                  <a:lnTo>
                    <a:pt x="596470" y="896463"/>
                  </a:lnTo>
                  <a:lnTo>
                    <a:pt x="570159" y="869921"/>
                  </a:lnTo>
                  <a:lnTo>
                    <a:pt x="544861" y="841967"/>
                  </a:lnTo>
                  <a:lnTo>
                    <a:pt x="520630" y="812638"/>
                  </a:lnTo>
                  <a:lnTo>
                    <a:pt x="497517" y="781967"/>
                  </a:lnTo>
                  <a:lnTo>
                    <a:pt x="475574" y="749994"/>
                  </a:lnTo>
                  <a:lnTo>
                    <a:pt x="454850" y="716758"/>
                  </a:lnTo>
                  <a:lnTo>
                    <a:pt x="435395" y="682299"/>
                  </a:lnTo>
                  <a:lnTo>
                    <a:pt x="417254" y="646660"/>
                  </a:lnTo>
                  <a:lnTo>
                    <a:pt x="400475" y="609885"/>
                  </a:lnTo>
                  <a:lnTo>
                    <a:pt x="385101" y="572021"/>
                  </a:lnTo>
                  <a:lnTo>
                    <a:pt x="371176" y="533114"/>
                  </a:lnTo>
                  <a:lnTo>
                    <a:pt x="358741" y="493214"/>
                  </a:lnTo>
                  <a:lnTo>
                    <a:pt x="347837" y="452370"/>
                  </a:lnTo>
                  <a:lnTo>
                    <a:pt x="338501" y="410633"/>
                  </a:lnTo>
                  <a:lnTo>
                    <a:pt x="330771" y="368057"/>
                  </a:lnTo>
                  <a:lnTo>
                    <a:pt x="324682" y="324695"/>
                  </a:lnTo>
                  <a:lnTo>
                    <a:pt x="298536" y="351744"/>
                  </a:lnTo>
                  <a:lnTo>
                    <a:pt x="273323" y="379665"/>
                  </a:lnTo>
                  <a:lnTo>
                    <a:pt x="249071" y="408425"/>
                  </a:lnTo>
                  <a:lnTo>
                    <a:pt x="225810" y="437991"/>
                  </a:lnTo>
                  <a:lnTo>
                    <a:pt x="203565" y="468330"/>
                  </a:lnTo>
                  <a:lnTo>
                    <a:pt x="182362" y="499405"/>
                  </a:lnTo>
                  <a:lnTo>
                    <a:pt x="162225" y="531183"/>
                  </a:lnTo>
                  <a:lnTo>
                    <a:pt x="143179" y="563625"/>
                  </a:lnTo>
                  <a:lnTo>
                    <a:pt x="125244" y="596695"/>
                  </a:lnTo>
                  <a:lnTo>
                    <a:pt x="108442" y="630354"/>
                  </a:lnTo>
                  <a:lnTo>
                    <a:pt x="92791" y="664564"/>
                  </a:lnTo>
                  <a:lnTo>
                    <a:pt x="78310" y="699286"/>
                  </a:lnTo>
                  <a:lnTo>
                    <a:pt x="65016" y="734479"/>
                  </a:lnTo>
                  <a:lnTo>
                    <a:pt x="52924" y="770102"/>
                  </a:lnTo>
                  <a:lnTo>
                    <a:pt x="42047" y="806116"/>
                  </a:lnTo>
                  <a:lnTo>
                    <a:pt x="32398" y="842477"/>
                  </a:lnTo>
                  <a:lnTo>
                    <a:pt x="23989" y="879145"/>
                  </a:lnTo>
                  <a:lnTo>
                    <a:pt x="16828" y="916078"/>
                  </a:lnTo>
                  <a:lnTo>
                    <a:pt x="10925" y="953232"/>
                  </a:lnTo>
                  <a:lnTo>
                    <a:pt x="6286" y="990565"/>
                  </a:lnTo>
                  <a:lnTo>
                    <a:pt x="2917" y="1028034"/>
                  </a:lnTo>
                  <a:lnTo>
                    <a:pt x="820" y="1065595"/>
                  </a:lnTo>
                  <a:lnTo>
                    <a:pt x="0" y="1103206"/>
                  </a:lnTo>
                  <a:lnTo>
                    <a:pt x="455" y="1140824"/>
                  </a:lnTo>
                  <a:lnTo>
                    <a:pt x="2188" y="1178404"/>
                  </a:lnTo>
                  <a:lnTo>
                    <a:pt x="5194" y="1215904"/>
                  </a:lnTo>
                  <a:lnTo>
                    <a:pt x="9471" y="1253280"/>
                  </a:lnTo>
                  <a:lnTo>
                    <a:pt x="15013" y="1290489"/>
                  </a:lnTo>
                  <a:lnTo>
                    <a:pt x="21815" y="1327489"/>
                  </a:lnTo>
                  <a:lnTo>
                    <a:pt x="29868" y="1364237"/>
                  </a:lnTo>
                  <a:lnTo>
                    <a:pt x="39164" y="1400691"/>
                  </a:lnTo>
                  <a:lnTo>
                    <a:pt x="49691" y="1436808"/>
                  </a:lnTo>
                  <a:lnTo>
                    <a:pt x="61438" y="1472547"/>
                  </a:lnTo>
                  <a:lnTo>
                    <a:pt x="74390" y="1507867"/>
                  </a:lnTo>
                  <a:lnTo>
                    <a:pt x="88534" y="1542727"/>
                  </a:lnTo>
                  <a:lnTo>
                    <a:pt x="103852" y="1577088"/>
                  </a:lnTo>
                  <a:lnTo>
                    <a:pt x="120327" y="1610908"/>
                  </a:lnTo>
                  <a:lnTo>
                    <a:pt x="137940" y="1644151"/>
                  </a:lnTo>
                  <a:lnTo>
                    <a:pt x="156671" y="1676776"/>
                  </a:lnTo>
                  <a:lnTo>
                    <a:pt x="176499" y="1708747"/>
                  </a:lnTo>
                  <a:lnTo>
                    <a:pt x="197399" y="1740027"/>
                  </a:lnTo>
                  <a:lnTo>
                    <a:pt x="219349" y="1770580"/>
                  </a:lnTo>
                  <a:lnTo>
                    <a:pt x="242323" y="1800370"/>
                  </a:lnTo>
                  <a:lnTo>
                    <a:pt x="266294" y="1829364"/>
                  </a:lnTo>
                  <a:lnTo>
                    <a:pt x="291236" y="1857528"/>
                  </a:lnTo>
                  <a:lnTo>
                    <a:pt x="317119" y="1884829"/>
                  </a:lnTo>
                  <a:lnTo>
                    <a:pt x="343913" y="1911236"/>
                  </a:lnTo>
                  <a:lnTo>
                    <a:pt x="371588" y="1936719"/>
                  </a:lnTo>
                  <a:lnTo>
                    <a:pt x="400111" y="1961248"/>
                  </a:lnTo>
                  <a:lnTo>
                    <a:pt x="429450" y="1984795"/>
                  </a:lnTo>
                  <a:lnTo>
                    <a:pt x="459572" y="2007334"/>
                  </a:lnTo>
                  <a:lnTo>
                    <a:pt x="490440" y="2028837"/>
                  </a:lnTo>
                  <a:lnTo>
                    <a:pt x="522021" y="2049280"/>
                  </a:lnTo>
                  <a:lnTo>
                    <a:pt x="554277" y="2068641"/>
                  </a:lnTo>
                  <a:lnTo>
                    <a:pt x="587172" y="2086895"/>
                  </a:lnTo>
                  <a:lnTo>
                    <a:pt x="620666" y="2104023"/>
                  </a:lnTo>
                  <a:lnTo>
                    <a:pt x="654723" y="2120004"/>
                  </a:lnTo>
                  <a:lnTo>
                    <a:pt x="689303" y="2134821"/>
                  </a:lnTo>
                  <a:lnTo>
                    <a:pt x="724365" y="2148456"/>
                  </a:lnTo>
                  <a:lnTo>
                    <a:pt x="759869" y="2160894"/>
                  </a:lnTo>
                  <a:lnTo>
                    <a:pt x="795776" y="2172119"/>
                  </a:lnTo>
                  <a:lnTo>
                    <a:pt x="832042" y="2182120"/>
                  </a:lnTo>
                  <a:lnTo>
                    <a:pt x="868627" y="2190884"/>
                  </a:lnTo>
                  <a:lnTo>
                    <a:pt x="905488" y="2198403"/>
                  </a:lnTo>
                  <a:lnTo>
                    <a:pt x="942583" y="2204666"/>
                  </a:lnTo>
                  <a:lnTo>
                    <a:pt x="979869" y="2209666"/>
                  </a:lnTo>
                  <a:lnTo>
                    <a:pt x="1017304" y="2213399"/>
                  </a:lnTo>
                  <a:lnTo>
                    <a:pt x="1054843" y="2215860"/>
                  </a:lnTo>
                  <a:lnTo>
                    <a:pt x="1092445" y="2217045"/>
                  </a:lnTo>
                  <a:lnTo>
                    <a:pt x="1130065" y="2216954"/>
                  </a:lnTo>
                  <a:lnTo>
                    <a:pt x="1167660" y="2215586"/>
                  </a:lnTo>
                  <a:lnTo>
                    <a:pt x="1205187" y="2212944"/>
                  </a:lnTo>
                  <a:lnTo>
                    <a:pt x="1242603" y="2209030"/>
                  </a:lnTo>
                  <a:lnTo>
                    <a:pt x="1279865" y="2203848"/>
                  </a:lnTo>
                  <a:lnTo>
                    <a:pt x="1316929" y="2197405"/>
                  </a:lnTo>
                  <a:lnTo>
                    <a:pt x="1353753" y="2189708"/>
                  </a:lnTo>
                  <a:lnTo>
                    <a:pt x="1390295" y="2180767"/>
                  </a:lnTo>
                  <a:lnTo>
                    <a:pt x="1426513" y="2170590"/>
                  </a:lnTo>
                  <a:lnTo>
                    <a:pt x="1462364" y="2159191"/>
                  </a:lnTo>
                  <a:lnTo>
                    <a:pt x="1497808" y="2146581"/>
                  </a:lnTo>
                  <a:lnTo>
                    <a:pt x="1532804" y="2132777"/>
                  </a:lnTo>
                  <a:lnTo>
                    <a:pt x="1567311" y="2117792"/>
                  </a:lnTo>
                  <a:lnTo>
                    <a:pt x="1601290" y="2101646"/>
                  </a:lnTo>
                  <a:lnTo>
                    <a:pt x="1634701" y="2084356"/>
                  </a:lnTo>
                  <a:lnTo>
                    <a:pt x="1667507" y="2065942"/>
                  </a:lnTo>
                  <a:lnTo>
                    <a:pt x="1699668" y="2046426"/>
                  </a:lnTo>
                  <a:lnTo>
                    <a:pt x="1731149" y="2025829"/>
                  </a:lnTo>
                  <a:lnTo>
                    <a:pt x="1761914" y="2004177"/>
                  </a:lnTo>
                  <a:lnTo>
                    <a:pt x="1791925" y="1981493"/>
                  </a:lnTo>
                  <a:lnTo>
                    <a:pt x="1821150" y="1957803"/>
                  </a:lnTo>
                  <a:lnTo>
                    <a:pt x="1849554" y="1933136"/>
                  </a:lnTo>
                  <a:lnTo>
                    <a:pt x="1877105" y="1907519"/>
                  </a:lnTo>
                  <a:lnTo>
                    <a:pt x="1903771" y="1880983"/>
                  </a:lnTo>
                  <a:lnTo>
                    <a:pt x="1929521" y="1853556"/>
                  </a:lnTo>
                  <a:lnTo>
                    <a:pt x="1954326" y="1825272"/>
                  </a:lnTo>
                  <a:lnTo>
                    <a:pt x="1978156" y="1796162"/>
                  </a:lnTo>
                  <a:lnTo>
                    <a:pt x="2000986" y="1766261"/>
                  </a:lnTo>
                  <a:lnTo>
                    <a:pt x="2022787" y="1735602"/>
                  </a:lnTo>
                  <a:lnTo>
                    <a:pt x="2043536" y="1704221"/>
                  </a:lnTo>
                  <a:lnTo>
                    <a:pt x="2063208" y="1672154"/>
                  </a:lnTo>
                  <a:lnTo>
                    <a:pt x="2081781" y="1639438"/>
                  </a:lnTo>
                  <a:lnTo>
                    <a:pt x="2099232" y="1606111"/>
                  </a:lnTo>
                  <a:lnTo>
                    <a:pt x="2115543" y="1572211"/>
                  </a:lnTo>
                  <a:lnTo>
                    <a:pt x="2130695" y="1537777"/>
                  </a:lnTo>
                  <a:lnTo>
                    <a:pt x="2144669" y="1502849"/>
                  </a:lnTo>
                  <a:lnTo>
                    <a:pt x="2157450" y="1467466"/>
                  </a:lnTo>
                  <a:lnTo>
                    <a:pt x="2169023" y="1431671"/>
                  </a:lnTo>
                  <a:lnTo>
                    <a:pt x="2179375" y="1395503"/>
                  </a:lnTo>
                  <a:lnTo>
                    <a:pt x="2188494" y="1359005"/>
                  </a:lnTo>
                  <a:lnTo>
                    <a:pt x="2196369" y="1322218"/>
                  </a:lnTo>
                  <a:lnTo>
                    <a:pt x="2202992" y="1285186"/>
                  </a:lnTo>
                  <a:lnTo>
                    <a:pt x="2208354" y="1247950"/>
                  </a:lnTo>
                  <a:lnTo>
                    <a:pt x="2212449" y="1210553"/>
                  </a:lnTo>
                  <a:lnTo>
                    <a:pt x="2215274" y="1173039"/>
                  </a:lnTo>
                  <a:lnTo>
                    <a:pt x="2216824" y="1135451"/>
                  </a:lnTo>
                  <a:lnTo>
                    <a:pt x="2217097" y="1097832"/>
                  </a:lnTo>
                  <a:lnTo>
                    <a:pt x="2216094" y="1060225"/>
                  </a:lnTo>
                  <a:lnTo>
                    <a:pt x="2213816" y="1022674"/>
                  </a:lnTo>
                  <a:lnTo>
                    <a:pt x="2210264" y="985222"/>
                  </a:lnTo>
                  <a:lnTo>
                    <a:pt x="2205444" y="947912"/>
                  </a:lnTo>
                  <a:lnTo>
                    <a:pt x="2199361" y="910787"/>
                  </a:lnTo>
                  <a:lnTo>
                    <a:pt x="2192022" y="873890"/>
                  </a:lnTo>
                  <a:lnTo>
                    <a:pt x="2183435" y="837263"/>
                  </a:lnTo>
                  <a:lnTo>
                    <a:pt x="2173610" y="800948"/>
                  </a:lnTo>
                  <a:lnTo>
                    <a:pt x="2162559" y="764988"/>
                  </a:lnTo>
                  <a:lnTo>
                    <a:pt x="2150294" y="729424"/>
                  </a:lnTo>
                  <a:lnTo>
                    <a:pt x="2136829" y="694296"/>
                  </a:lnTo>
                  <a:lnTo>
                    <a:pt x="2122180" y="659645"/>
                  </a:lnTo>
                  <a:lnTo>
                    <a:pt x="2106364" y="625511"/>
                  </a:lnTo>
                  <a:lnTo>
                    <a:pt x="2089398" y="591934"/>
                  </a:lnTo>
                  <a:lnTo>
                    <a:pt x="2071303" y="558951"/>
                  </a:lnTo>
                  <a:lnTo>
                    <a:pt x="2052100" y="526602"/>
                  </a:lnTo>
                  <a:lnTo>
                    <a:pt x="2031810" y="494922"/>
                  </a:lnTo>
                  <a:lnTo>
                    <a:pt x="2010457" y="463950"/>
                  </a:lnTo>
                  <a:lnTo>
                    <a:pt x="1988065" y="433719"/>
                  </a:lnTo>
                  <a:lnTo>
                    <a:pt x="1964660" y="404266"/>
                  </a:lnTo>
                  <a:lnTo>
                    <a:pt x="1940269" y="375624"/>
                  </a:lnTo>
                  <a:lnTo>
                    <a:pt x="1914921" y="347826"/>
                  </a:lnTo>
                  <a:lnTo>
                    <a:pt x="1888644" y="320904"/>
                  </a:lnTo>
                  <a:lnTo>
                    <a:pt x="1861468" y="294890"/>
                  </a:lnTo>
                  <a:lnTo>
                    <a:pt x="1833426" y="269812"/>
                  </a:lnTo>
                  <a:lnTo>
                    <a:pt x="1804549" y="245700"/>
                  </a:lnTo>
                  <a:lnTo>
                    <a:pt x="1774870" y="222582"/>
                  </a:lnTo>
                  <a:lnTo>
                    <a:pt x="1744424" y="200484"/>
                  </a:lnTo>
                  <a:lnTo>
                    <a:pt x="1713246" y="179432"/>
                  </a:lnTo>
                  <a:lnTo>
                    <a:pt x="1681371" y="159450"/>
                  </a:lnTo>
                  <a:lnTo>
                    <a:pt x="1648837" y="140561"/>
                  </a:lnTo>
                  <a:lnTo>
                    <a:pt x="1615680" y="122787"/>
                  </a:lnTo>
                  <a:lnTo>
                    <a:pt x="1581940" y="106148"/>
                  </a:lnTo>
                  <a:lnTo>
                    <a:pt x="1547655" y="90664"/>
                  </a:lnTo>
                  <a:lnTo>
                    <a:pt x="1512863" y="76351"/>
                  </a:lnTo>
                  <a:lnTo>
                    <a:pt x="1477606" y="63228"/>
                  </a:lnTo>
                  <a:lnTo>
                    <a:pt x="1441925" y="51308"/>
                  </a:lnTo>
                  <a:lnTo>
                    <a:pt x="1405859" y="40606"/>
                  </a:lnTo>
                  <a:lnTo>
                    <a:pt x="1369451" y="31134"/>
                  </a:lnTo>
                  <a:lnTo>
                    <a:pt x="1332742" y="22902"/>
                  </a:lnTo>
                  <a:lnTo>
                    <a:pt x="1295776" y="15921"/>
                  </a:lnTo>
                  <a:lnTo>
                    <a:pt x="1258594" y="10198"/>
                  </a:lnTo>
                  <a:lnTo>
                    <a:pt x="1221239" y="5740"/>
                  </a:lnTo>
                  <a:lnTo>
                    <a:pt x="1183754" y="2552"/>
                  </a:lnTo>
                  <a:lnTo>
                    <a:pt x="1146183" y="638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7573338" y="10845866"/>
              <a:ext cx="1892466" cy="1892466"/>
            </a:xfrm>
            <a:custGeom>
              <a:avLst/>
              <a:pathLst>
                <a:path w="1892466" h="1892466">
                  <a:moveTo>
                    <a:pt x="783885" y="0"/>
                  </a:moveTo>
                  <a:lnTo>
                    <a:pt x="821733" y="646"/>
                  </a:lnTo>
                  <a:lnTo>
                    <a:pt x="859537" y="2584"/>
                  </a:lnTo>
                  <a:lnTo>
                    <a:pt x="897253" y="5811"/>
                  </a:lnTo>
                  <a:lnTo>
                    <a:pt x="934837" y="10325"/>
                  </a:lnTo>
                  <a:lnTo>
                    <a:pt x="972244" y="16119"/>
                  </a:lnTo>
                  <a:lnTo>
                    <a:pt x="1009432" y="23186"/>
                  </a:lnTo>
                  <a:lnTo>
                    <a:pt x="1046358" y="31520"/>
                  </a:lnTo>
                  <a:lnTo>
                    <a:pt x="1082977" y="41109"/>
                  </a:lnTo>
                  <a:lnTo>
                    <a:pt x="1119247" y="51942"/>
                  </a:lnTo>
                  <a:lnTo>
                    <a:pt x="1155126" y="64008"/>
                  </a:lnTo>
                  <a:lnTo>
                    <a:pt x="1190573" y="77292"/>
                  </a:lnTo>
                  <a:lnTo>
                    <a:pt x="1225545" y="91778"/>
                  </a:lnTo>
                  <a:lnTo>
                    <a:pt x="1260002" y="107449"/>
                  </a:lnTo>
                  <a:lnTo>
                    <a:pt x="1293904" y="124288"/>
                  </a:lnTo>
                  <a:lnTo>
                    <a:pt x="1327212" y="142274"/>
                  </a:lnTo>
                  <a:lnTo>
                    <a:pt x="1359886" y="161387"/>
                  </a:lnTo>
                  <a:lnTo>
                    <a:pt x="1391888" y="181605"/>
                  </a:lnTo>
                  <a:lnTo>
                    <a:pt x="1423182" y="202903"/>
                  </a:lnTo>
                  <a:lnTo>
                    <a:pt x="1453730" y="225258"/>
                  </a:lnTo>
                  <a:lnTo>
                    <a:pt x="1483497" y="248642"/>
                  </a:lnTo>
                  <a:lnTo>
                    <a:pt x="1512449" y="273029"/>
                  </a:lnTo>
                  <a:lnTo>
                    <a:pt x="1540551" y="298390"/>
                  </a:lnTo>
                  <a:lnTo>
                    <a:pt x="1567770" y="324695"/>
                  </a:lnTo>
                  <a:lnTo>
                    <a:pt x="1594076" y="351915"/>
                  </a:lnTo>
                  <a:lnTo>
                    <a:pt x="1619437" y="380017"/>
                  </a:lnTo>
                  <a:lnTo>
                    <a:pt x="1643824" y="408969"/>
                  </a:lnTo>
                  <a:lnTo>
                    <a:pt x="1667208" y="438736"/>
                  </a:lnTo>
                  <a:lnTo>
                    <a:pt x="1689563" y="469284"/>
                  </a:lnTo>
                  <a:lnTo>
                    <a:pt x="1710861" y="500577"/>
                  </a:lnTo>
                  <a:lnTo>
                    <a:pt x="1731078" y="532580"/>
                  </a:lnTo>
                  <a:lnTo>
                    <a:pt x="1750191" y="565254"/>
                  </a:lnTo>
                  <a:lnTo>
                    <a:pt x="1768178" y="598561"/>
                  </a:lnTo>
                  <a:lnTo>
                    <a:pt x="1785017" y="632464"/>
                  </a:lnTo>
                  <a:lnTo>
                    <a:pt x="1800688" y="666921"/>
                  </a:lnTo>
                  <a:lnTo>
                    <a:pt x="1815174" y="701893"/>
                  </a:lnTo>
                  <a:lnTo>
                    <a:pt x="1828458" y="737340"/>
                  </a:lnTo>
                  <a:lnTo>
                    <a:pt x="1840523" y="773219"/>
                  </a:lnTo>
                  <a:lnTo>
                    <a:pt x="1851357" y="809489"/>
                  </a:lnTo>
                  <a:lnTo>
                    <a:pt x="1860946" y="846108"/>
                  </a:lnTo>
                  <a:lnTo>
                    <a:pt x="1869279" y="883033"/>
                  </a:lnTo>
                  <a:lnTo>
                    <a:pt x="1876347" y="920221"/>
                  </a:lnTo>
                  <a:lnTo>
                    <a:pt x="1882141" y="957629"/>
                  </a:lnTo>
                  <a:lnTo>
                    <a:pt x="1886654" y="995213"/>
                  </a:lnTo>
                  <a:lnTo>
                    <a:pt x="1889882" y="1032929"/>
                  </a:lnTo>
                  <a:lnTo>
                    <a:pt x="1891820" y="1070733"/>
                  </a:lnTo>
                  <a:lnTo>
                    <a:pt x="1892466" y="1108581"/>
                  </a:lnTo>
                  <a:lnTo>
                    <a:pt x="1857500" y="1134937"/>
                  </a:lnTo>
                  <a:lnTo>
                    <a:pt x="1821928" y="1159577"/>
                  </a:lnTo>
                  <a:lnTo>
                    <a:pt x="1785815" y="1182488"/>
                  </a:lnTo>
                  <a:lnTo>
                    <a:pt x="1749223" y="1203658"/>
                  </a:lnTo>
                  <a:lnTo>
                    <a:pt x="1712216" y="1223080"/>
                  </a:lnTo>
                  <a:lnTo>
                    <a:pt x="1674858" y="1240744"/>
                  </a:lnTo>
                  <a:lnTo>
                    <a:pt x="1637213" y="1256647"/>
                  </a:lnTo>
                  <a:lnTo>
                    <a:pt x="1599345" y="1270786"/>
                  </a:lnTo>
                  <a:lnTo>
                    <a:pt x="1561317" y="1283159"/>
                  </a:lnTo>
                  <a:lnTo>
                    <a:pt x="1523194" y="1293768"/>
                  </a:lnTo>
                  <a:lnTo>
                    <a:pt x="1485038" y="1302616"/>
                  </a:lnTo>
                  <a:lnTo>
                    <a:pt x="1446914" y="1309708"/>
                  </a:lnTo>
                  <a:lnTo>
                    <a:pt x="1408884" y="1315053"/>
                  </a:lnTo>
                  <a:lnTo>
                    <a:pt x="1371010" y="1318658"/>
                  </a:lnTo>
                  <a:lnTo>
                    <a:pt x="1333356" y="1320535"/>
                  </a:lnTo>
                  <a:lnTo>
                    <a:pt x="1295983" y="1320699"/>
                  </a:lnTo>
                  <a:lnTo>
                    <a:pt x="1258952" y="1319164"/>
                  </a:lnTo>
                  <a:lnTo>
                    <a:pt x="1222324" y="1315947"/>
                  </a:lnTo>
                  <a:lnTo>
                    <a:pt x="1186158" y="1311068"/>
                  </a:lnTo>
                  <a:lnTo>
                    <a:pt x="1150515" y="1304549"/>
                  </a:lnTo>
                  <a:lnTo>
                    <a:pt x="1115453" y="1296412"/>
                  </a:lnTo>
                  <a:lnTo>
                    <a:pt x="1081029" y="1286682"/>
                  </a:lnTo>
                  <a:lnTo>
                    <a:pt x="1047301" y="1275387"/>
                  </a:lnTo>
                  <a:lnTo>
                    <a:pt x="1014323" y="1262555"/>
                  </a:lnTo>
                  <a:lnTo>
                    <a:pt x="982151" y="1248216"/>
                  </a:lnTo>
                  <a:lnTo>
                    <a:pt x="950839" y="1232402"/>
                  </a:lnTo>
                  <a:lnTo>
                    <a:pt x="920439" y="1215149"/>
                  </a:lnTo>
                  <a:lnTo>
                    <a:pt x="891003" y="1196490"/>
                  </a:lnTo>
                  <a:lnTo>
                    <a:pt x="862581" y="1176465"/>
                  </a:lnTo>
                  <a:lnTo>
                    <a:pt x="835223" y="1155111"/>
                  </a:lnTo>
                  <a:lnTo>
                    <a:pt x="808975" y="1132469"/>
                  </a:lnTo>
                  <a:lnTo>
                    <a:pt x="783885" y="1108581"/>
                  </a:lnTo>
                  <a:lnTo>
                    <a:pt x="783885" y="1108581"/>
                  </a:lnTo>
                  <a:lnTo>
                    <a:pt x="783035" y="1143214"/>
                  </a:lnTo>
                  <a:lnTo>
                    <a:pt x="780485" y="1177784"/>
                  </a:lnTo>
                  <a:lnTo>
                    <a:pt x="776239" y="1212229"/>
                  </a:lnTo>
                  <a:lnTo>
                    <a:pt x="770302" y="1246486"/>
                  </a:lnTo>
                  <a:lnTo>
                    <a:pt x="762681" y="1280494"/>
                  </a:lnTo>
                  <a:lnTo>
                    <a:pt x="753386" y="1314190"/>
                  </a:lnTo>
                  <a:lnTo>
                    <a:pt x="742426" y="1347513"/>
                  </a:lnTo>
                  <a:lnTo>
                    <a:pt x="729817" y="1380401"/>
                  </a:lnTo>
                  <a:lnTo>
                    <a:pt x="715572" y="1412794"/>
                  </a:lnTo>
                  <a:lnTo>
                    <a:pt x="699709" y="1444630"/>
                  </a:lnTo>
                  <a:lnTo>
                    <a:pt x="682247" y="1475852"/>
                  </a:lnTo>
                  <a:lnTo>
                    <a:pt x="663208" y="1506398"/>
                  </a:lnTo>
                  <a:lnTo>
                    <a:pt x="642615" y="1536212"/>
                  </a:lnTo>
                  <a:lnTo>
                    <a:pt x="620492" y="1565234"/>
                  </a:lnTo>
                  <a:lnTo>
                    <a:pt x="596866" y="1593408"/>
                  </a:lnTo>
                  <a:lnTo>
                    <a:pt x="571767" y="1620679"/>
                  </a:lnTo>
                  <a:lnTo>
                    <a:pt x="545225" y="1646990"/>
                  </a:lnTo>
                  <a:lnTo>
                    <a:pt x="517271" y="1672288"/>
                  </a:lnTo>
                  <a:lnTo>
                    <a:pt x="487942" y="1696519"/>
                  </a:lnTo>
                  <a:lnTo>
                    <a:pt x="457271" y="1719632"/>
                  </a:lnTo>
                  <a:lnTo>
                    <a:pt x="425298" y="1741575"/>
                  </a:lnTo>
                  <a:lnTo>
                    <a:pt x="392062" y="1762298"/>
                  </a:lnTo>
                  <a:lnTo>
                    <a:pt x="357603" y="1781754"/>
                  </a:lnTo>
                  <a:lnTo>
                    <a:pt x="321964" y="1799895"/>
                  </a:lnTo>
                  <a:lnTo>
                    <a:pt x="285189" y="1816674"/>
                  </a:lnTo>
                  <a:lnTo>
                    <a:pt x="247325" y="1832048"/>
                  </a:lnTo>
                  <a:lnTo>
                    <a:pt x="208418" y="1845973"/>
                  </a:lnTo>
                  <a:lnTo>
                    <a:pt x="168518" y="1858408"/>
                  </a:lnTo>
                  <a:lnTo>
                    <a:pt x="127674" y="1869312"/>
                  </a:lnTo>
                  <a:lnTo>
                    <a:pt x="85937" y="1878648"/>
                  </a:lnTo>
                  <a:lnTo>
                    <a:pt x="43361" y="1886377"/>
                  </a:lnTo>
                  <a:lnTo>
                    <a:pt x="0" y="1892466"/>
                  </a:lnTo>
                  <a:lnTo>
                    <a:pt x="6088" y="1849105"/>
                  </a:lnTo>
                  <a:lnTo>
                    <a:pt x="13818" y="1806529"/>
                  </a:lnTo>
                  <a:lnTo>
                    <a:pt x="23154" y="1764792"/>
                  </a:lnTo>
                  <a:lnTo>
                    <a:pt x="34058" y="1723948"/>
                  </a:lnTo>
                  <a:lnTo>
                    <a:pt x="46493" y="1684047"/>
                  </a:lnTo>
                  <a:lnTo>
                    <a:pt x="60418" y="1645141"/>
                  </a:lnTo>
                  <a:lnTo>
                    <a:pt x="75792" y="1607276"/>
                  </a:lnTo>
                  <a:lnTo>
                    <a:pt x="92571" y="1570502"/>
                  </a:lnTo>
                  <a:lnTo>
                    <a:pt x="110712" y="1534863"/>
                  </a:lnTo>
                  <a:lnTo>
                    <a:pt x="130167" y="1500404"/>
                  </a:lnTo>
                  <a:lnTo>
                    <a:pt x="150891" y="1467168"/>
                  </a:lnTo>
                  <a:lnTo>
                    <a:pt x="172834" y="1435194"/>
                  </a:lnTo>
                  <a:lnTo>
                    <a:pt x="195947" y="1404524"/>
                  </a:lnTo>
                  <a:lnTo>
                    <a:pt x="220178" y="1375194"/>
                  </a:lnTo>
                  <a:lnTo>
                    <a:pt x="245476" y="1347241"/>
                  </a:lnTo>
                  <a:lnTo>
                    <a:pt x="271787" y="1320699"/>
                  </a:lnTo>
                  <a:lnTo>
                    <a:pt x="299058" y="1295599"/>
                  </a:lnTo>
                  <a:lnTo>
                    <a:pt x="327232" y="1271974"/>
                  </a:lnTo>
                  <a:lnTo>
                    <a:pt x="356254" y="1249851"/>
                  </a:lnTo>
                  <a:lnTo>
                    <a:pt x="386068" y="1229257"/>
                  </a:lnTo>
                  <a:lnTo>
                    <a:pt x="416614" y="1210218"/>
                  </a:lnTo>
                  <a:lnTo>
                    <a:pt x="447835" y="1192757"/>
                  </a:lnTo>
                  <a:lnTo>
                    <a:pt x="479672" y="1176894"/>
                  </a:lnTo>
                  <a:lnTo>
                    <a:pt x="512065" y="1162649"/>
                  </a:lnTo>
                  <a:lnTo>
                    <a:pt x="544953" y="1150040"/>
                  </a:lnTo>
                  <a:lnTo>
                    <a:pt x="578276" y="1139080"/>
                  </a:lnTo>
                  <a:lnTo>
                    <a:pt x="611972" y="1129784"/>
                  </a:lnTo>
                  <a:lnTo>
                    <a:pt x="645980" y="1122163"/>
                  </a:lnTo>
                  <a:lnTo>
                    <a:pt x="680237" y="1116226"/>
                  </a:lnTo>
                  <a:lnTo>
                    <a:pt x="714682" y="1111981"/>
                  </a:lnTo>
                  <a:lnTo>
                    <a:pt x="749252" y="1109431"/>
                  </a:lnTo>
                  <a:lnTo>
                    <a:pt x="783885" y="1108581"/>
                  </a:lnTo>
                  <a:lnTo>
                    <a:pt x="749252" y="1107731"/>
                  </a:lnTo>
                  <a:lnTo>
                    <a:pt x="714682" y="1105181"/>
                  </a:lnTo>
                  <a:lnTo>
                    <a:pt x="680237" y="1100935"/>
                  </a:lnTo>
                  <a:lnTo>
                    <a:pt x="645980" y="1094998"/>
                  </a:lnTo>
                  <a:lnTo>
                    <a:pt x="611972" y="1087377"/>
                  </a:lnTo>
                  <a:lnTo>
                    <a:pt x="578276" y="1078082"/>
                  </a:lnTo>
                  <a:lnTo>
                    <a:pt x="544953" y="1067122"/>
                  </a:lnTo>
                  <a:lnTo>
                    <a:pt x="512065" y="1054513"/>
                  </a:lnTo>
                  <a:lnTo>
                    <a:pt x="479672" y="1040268"/>
                  </a:lnTo>
                  <a:lnTo>
                    <a:pt x="447835" y="1024405"/>
                  </a:lnTo>
                  <a:lnTo>
                    <a:pt x="416614" y="1006943"/>
                  </a:lnTo>
                  <a:lnTo>
                    <a:pt x="386068" y="987904"/>
                  </a:lnTo>
                  <a:lnTo>
                    <a:pt x="356254" y="967311"/>
                  </a:lnTo>
                  <a:lnTo>
                    <a:pt x="327232" y="945188"/>
                  </a:lnTo>
                  <a:lnTo>
                    <a:pt x="299058" y="921562"/>
                  </a:lnTo>
                  <a:lnTo>
                    <a:pt x="271787" y="896463"/>
                  </a:lnTo>
                  <a:lnTo>
                    <a:pt x="245476" y="869921"/>
                  </a:lnTo>
                  <a:lnTo>
                    <a:pt x="220178" y="841967"/>
                  </a:lnTo>
                  <a:lnTo>
                    <a:pt x="195947" y="812638"/>
                  </a:lnTo>
                  <a:lnTo>
                    <a:pt x="172834" y="781967"/>
                  </a:lnTo>
                  <a:lnTo>
                    <a:pt x="150891" y="749994"/>
                  </a:lnTo>
                  <a:lnTo>
                    <a:pt x="130167" y="716758"/>
                  </a:lnTo>
                  <a:lnTo>
                    <a:pt x="110712" y="682299"/>
                  </a:lnTo>
                  <a:lnTo>
                    <a:pt x="92571" y="646660"/>
                  </a:lnTo>
                  <a:lnTo>
                    <a:pt x="75792" y="609885"/>
                  </a:lnTo>
                  <a:lnTo>
                    <a:pt x="60418" y="572021"/>
                  </a:lnTo>
                  <a:lnTo>
                    <a:pt x="46493" y="533114"/>
                  </a:lnTo>
                  <a:lnTo>
                    <a:pt x="34058" y="493214"/>
                  </a:lnTo>
                  <a:lnTo>
                    <a:pt x="23154" y="452370"/>
                  </a:lnTo>
                  <a:lnTo>
                    <a:pt x="13818" y="410633"/>
                  </a:lnTo>
                  <a:lnTo>
                    <a:pt x="6088" y="368057"/>
                  </a:lnTo>
                  <a:lnTo>
                    <a:pt x="0" y="324695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8325622" y="10814265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9109507" y="11138961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9434203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7541736" y="1270673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7541736" y="11138961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8357223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8357223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8357223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8357223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8357223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7573338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7248642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7573338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tx655"/>
            <p:cNvSpPr/>
            <p:nvPr/>
          </p:nvSpPr>
          <p:spPr>
            <a:xfrm>
              <a:off x="8225184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9004962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9496295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8995864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8216085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7223160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698799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7232259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6730924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6681455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65" name="rc665"/>
            <p:cNvSpPr/>
            <p:nvPr/>
          </p:nvSpPr>
          <p:spPr>
            <a:xfrm>
              <a:off x="9840725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9840725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10168724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10793777" y="10269915"/>
              <a:ext cx="1640982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Podicipediformes (n=5)</a:t>
              </a:r>
            </a:p>
          </p:txBody>
        </p:sp>
        <p:sp>
          <p:nvSpPr>
            <p:cNvPr id="669" name="rc669"/>
            <p:cNvSpPr/>
            <p:nvPr/>
          </p:nvSpPr>
          <p:spPr>
            <a:xfrm>
              <a:off x="10228542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11614268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11614268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11614268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11614268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1614268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10732397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10367114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10732397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11060048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10505827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10367271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10505687" y="11400157"/>
              <a:ext cx="1662872" cy="1108562"/>
            </a:xfrm>
            <a:custGeom>
              <a:avLst/>
              <a:pathLst>
                <a:path w="1662872" h="1108562">
                  <a:moveTo>
                    <a:pt x="1108581" y="0"/>
                  </a:moveTo>
                  <a:lnTo>
                    <a:pt x="1130281" y="29621"/>
                  </a:lnTo>
                  <a:lnTo>
                    <a:pt x="1149536" y="60040"/>
                  </a:lnTo>
                  <a:lnTo>
                    <a:pt x="1166317" y="91104"/>
                  </a:lnTo>
                  <a:lnTo>
                    <a:pt x="1180607" y="122661"/>
                  </a:lnTo>
                  <a:lnTo>
                    <a:pt x="1192396" y="154558"/>
                  </a:lnTo>
                  <a:lnTo>
                    <a:pt x="1201682" y="186644"/>
                  </a:lnTo>
                  <a:lnTo>
                    <a:pt x="1208471" y="218765"/>
                  </a:lnTo>
                  <a:lnTo>
                    <a:pt x="1212779" y="250773"/>
                  </a:lnTo>
                  <a:lnTo>
                    <a:pt x="1214628" y="282515"/>
                  </a:lnTo>
                  <a:lnTo>
                    <a:pt x="1214050" y="313846"/>
                  </a:lnTo>
                  <a:lnTo>
                    <a:pt x="1211083" y="344619"/>
                  </a:lnTo>
                  <a:lnTo>
                    <a:pt x="1205775" y="374691"/>
                  </a:lnTo>
                  <a:lnTo>
                    <a:pt x="1198181" y="403922"/>
                  </a:lnTo>
                  <a:lnTo>
                    <a:pt x="1188362" y="432176"/>
                  </a:lnTo>
                  <a:lnTo>
                    <a:pt x="1176388" y="459320"/>
                  </a:lnTo>
                  <a:lnTo>
                    <a:pt x="1162337" y="485225"/>
                  </a:lnTo>
                  <a:lnTo>
                    <a:pt x="1146290" y="509767"/>
                  </a:lnTo>
                  <a:lnTo>
                    <a:pt x="1128339" y="532827"/>
                  </a:lnTo>
                  <a:lnTo>
                    <a:pt x="1108581" y="554290"/>
                  </a:lnTo>
                  <a:lnTo>
                    <a:pt x="1130044" y="534532"/>
                  </a:lnTo>
                  <a:lnTo>
                    <a:pt x="1153104" y="516581"/>
                  </a:lnTo>
                  <a:lnTo>
                    <a:pt x="1177646" y="500535"/>
                  </a:lnTo>
                  <a:lnTo>
                    <a:pt x="1203551" y="486483"/>
                  </a:lnTo>
                  <a:lnTo>
                    <a:pt x="1230695" y="474509"/>
                  </a:lnTo>
                  <a:lnTo>
                    <a:pt x="1258949" y="464690"/>
                  </a:lnTo>
                  <a:lnTo>
                    <a:pt x="1288180" y="457096"/>
                  </a:lnTo>
                  <a:lnTo>
                    <a:pt x="1318252" y="451788"/>
                  </a:lnTo>
                  <a:lnTo>
                    <a:pt x="1349025" y="448822"/>
                  </a:lnTo>
                  <a:lnTo>
                    <a:pt x="1380356" y="448243"/>
                  </a:lnTo>
                  <a:lnTo>
                    <a:pt x="1412098" y="450092"/>
                  </a:lnTo>
                  <a:lnTo>
                    <a:pt x="1444106" y="454400"/>
                  </a:lnTo>
                  <a:lnTo>
                    <a:pt x="1476227" y="461189"/>
                  </a:lnTo>
                  <a:lnTo>
                    <a:pt x="1508313" y="470475"/>
                  </a:lnTo>
                  <a:lnTo>
                    <a:pt x="1540211" y="482264"/>
                  </a:lnTo>
                  <a:lnTo>
                    <a:pt x="1571767" y="496554"/>
                  </a:lnTo>
                  <a:lnTo>
                    <a:pt x="1602831" y="513335"/>
                  </a:lnTo>
                  <a:lnTo>
                    <a:pt x="1633250" y="532590"/>
                  </a:lnTo>
                  <a:lnTo>
                    <a:pt x="1662872" y="554290"/>
                  </a:lnTo>
                  <a:lnTo>
                    <a:pt x="1633250" y="575991"/>
                  </a:lnTo>
                  <a:lnTo>
                    <a:pt x="1602831" y="595245"/>
                  </a:lnTo>
                  <a:lnTo>
                    <a:pt x="1571767" y="612026"/>
                  </a:lnTo>
                  <a:lnTo>
                    <a:pt x="1540211" y="626316"/>
                  </a:lnTo>
                  <a:lnTo>
                    <a:pt x="1508313" y="638105"/>
                  </a:lnTo>
                  <a:lnTo>
                    <a:pt x="1476227" y="647391"/>
                  </a:lnTo>
                  <a:lnTo>
                    <a:pt x="1444106" y="654180"/>
                  </a:lnTo>
                  <a:lnTo>
                    <a:pt x="1412098" y="658488"/>
                  </a:lnTo>
                  <a:lnTo>
                    <a:pt x="1380356" y="660337"/>
                  </a:lnTo>
                  <a:lnTo>
                    <a:pt x="1349025" y="659759"/>
                  </a:lnTo>
                  <a:lnTo>
                    <a:pt x="1318252" y="656792"/>
                  </a:lnTo>
                  <a:lnTo>
                    <a:pt x="1288180" y="651485"/>
                  </a:lnTo>
                  <a:lnTo>
                    <a:pt x="1258949" y="643890"/>
                  </a:lnTo>
                  <a:lnTo>
                    <a:pt x="1230695" y="634071"/>
                  </a:lnTo>
                  <a:lnTo>
                    <a:pt x="1203551" y="622098"/>
                  </a:lnTo>
                  <a:lnTo>
                    <a:pt x="1177646" y="608046"/>
                  </a:lnTo>
                  <a:lnTo>
                    <a:pt x="1153104" y="591999"/>
                  </a:lnTo>
                  <a:lnTo>
                    <a:pt x="1130044" y="574049"/>
                  </a:lnTo>
                  <a:lnTo>
                    <a:pt x="1108581" y="554290"/>
                  </a:lnTo>
                  <a:lnTo>
                    <a:pt x="1083491" y="578178"/>
                  </a:lnTo>
                  <a:lnTo>
                    <a:pt x="1057243" y="600820"/>
                  </a:lnTo>
                  <a:lnTo>
                    <a:pt x="1029885" y="622174"/>
                  </a:lnTo>
                  <a:lnTo>
                    <a:pt x="1001463" y="642200"/>
                  </a:lnTo>
                  <a:lnTo>
                    <a:pt x="972027" y="660858"/>
                  </a:lnTo>
                  <a:lnTo>
                    <a:pt x="941627" y="678112"/>
                  </a:lnTo>
                  <a:lnTo>
                    <a:pt x="910315" y="693925"/>
                  </a:lnTo>
                  <a:lnTo>
                    <a:pt x="878143" y="708264"/>
                  </a:lnTo>
                  <a:lnTo>
                    <a:pt x="845165" y="721096"/>
                  </a:lnTo>
                  <a:lnTo>
                    <a:pt x="811437" y="732392"/>
                  </a:lnTo>
                  <a:lnTo>
                    <a:pt x="777013" y="742121"/>
                  </a:lnTo>
                  <a:lnTo>
                    <a:pt x="741950" y="750258"/>
                  </a:lnTo>
                  <a:lnTo>
                    <a:pt x="706307" y="756778"/>
                  </a:lnTo>
                  <a:lnTo>
                    <a:pt x="670142" y="761656"/>
                  </a:lnTo>
                  <a:lnTo>
                    <a:pt x="633514" y="764873"/>
                  </a:lnTo>
                  <a:lnTo>
                    <a:pt x="596483" y="766408"/>
                  </a:lnTo>
                  <a:lnTo>
                    <a:pt x="559110" y="766245"/>
                  </a:lnTo>
                  <a:lnTo>
                    <a:pt x="521456" y="764367"/>
                  </a:lnTo>
                  <a:lnTo>
                    <a:pt x="483582" y="760762"/>
                  </a:lnTo>
                  <a:lnTo>
                    <a:pt x="445552" y="755418"/>
                  </a:lnTo>
                  <a:lnTo>
                    <a:pt x="407427" y="748325"/>
                  </a:lnTo>
                  <a:lnTo>
                    <a:pt x="369272" y="739477"/>
                  </a:lnTo>
                  <a:lnTo>
                    <a:pt x="331148" y="728868"/>
                  </a:lnTo>
                  <a:lnTo>
                    <a:pt x="293121" y="716495"/>
                  </a:lnTo>
                  <a:lnTo>
                    <a:pt x="255252" y="702357"/>
                  </a:lnTo>
                  <a:lnTo>
                    <a:pt x="217607" y="686454"/>
                  </a:lnTo>
                  <a:lnTo>
                    <a:pt x="180250" y="668789"/>
                  </a:lnTo>
                  <a:lnTo>
                    <a:pt x="143243" y="649368"/>
                  </a:lnTo>
                  <a:lnTo>
                    <a:pt x="106651" y="628197"/>
                  </a:lnTo>
                  <a:lnTo>
                    <a:pt x="70538" y="605286"/>
                  </a:lnTo>
                  <a:lnTo>
                    <a:pt x="34966" y="580646"/>
                  </a:lnTo>
                  <a:lnTo>
                    <a:pt x="0" y="554290"/>
                  </a:lnTo>
                  <a:lnTo>
                    <a:pt x="25885" y="515622"/>
                  </a:lnTo>
                  <a:lnTo>
                    <a:pt x="53086" y="478800"/>
                  </a:lnTo>
                  <a:lnTo>
                    <a:pt x="81503" y="443868"/>
                  </a:lnTo>
                  <a:lnTo>
                    <a:pt x="111038" y="410865"/>
                  </a:lnTo>
                  <a:lnTo>
                    <a:pt x="141587" y="379825"/>
                  </a:lnTo>
                  <a:lnTo>
                    <a:pt x="173050" y="350778"/>
                  </a:lnTo>
                  <a:lnTo>
                    <a:pt x="205322" y="323747"/>
                  </a:lnTo>
                  <a:lnTo>
                    <a:pt x="238300" y="298753"/>
                  </a:lnTo>
                  <a:lnTo>
                    <a:pt x="271881" y="275810"/>
                  </a:lnTo>
                  <a:lnTo>
                    <a:pt x="305961" y="254928"/>
                  </a:lnTo>
                  <a:lnTo>
                    <a:pt x="340434" y="236113"/>
                  </a:lnTo>
                  <a:lnTo>
                    <a:pt x="375198" y="219366"/>
                  </a:lnTo>
                  <a:lnTo>
                    <a:pt x="410150" y="204681"/>
                  </a:lnTo>
                  <a:lnTo>
                    <a:pt x="445186" y="192049"/>
                  </a:lnTo>
                  <a:lnTo>
                    <a:pt x="480206" y="181458"/>
                  </a:lnTo>
                  <a:lnTo>
                    <a:pt x="515109" y="172889"/>
                  </a:lnTo>
                  <a:lnTo>
                    <a:pt x="549796" y="166319"/>
                  </a:lnTo>
                  <a:lnTo>
                    <a:pt x="584170" y="161721"/>
                  </a:lnTo>
                  <a:lnTo>
                    <a:pt x="618133" y="159063"/>
                  </a:lnTo>
                  <a:lnTo>
                    <a:pt x="651594" y="158309"/>
                  </a:lnTo>
                  <a:lnTo>
                    <a:pt x="684458" y="159418"/>
                  </a:lnTo>
                  <a:lnTo>
                    <a:pt x="716638" y="162347"/>
                  </a:lnTo>
                  <a:lnTo>
                    <a:pt x="694847" y="185424"/>
                  </a:lnTo>
                  <a:lnTo>
                    <a:pt x="674412" y="209710"/>
                  </a:lnTo>
                  <a:lnTo>
                    <a:pt x="655401" y="235125"/>
                  </a:lnTo>
                  <a:lnTo>
                    <a:pt x="637876" y="261587"/>
                  </a:lnTo>
                  <a:lnTo>
                    <a:pt x="621894" y="289009"/>
                  </a:lnTo>
                  <a:lnTo>
                    <a:pt x="607508" y="317300"/>
                  </a:lnTo>
                  <a:lnTo>
                    <a:pt x="594765" y="346369"/>
                  </a:lnTo>
                  <a:lnTo>
                    <a:pt x="583706" y="376119"/>
                  </a:lnTo>
                  <a:lnTo>
                    <a:pt x="574369" y="406454"/>
                  </a:lnTo>
                  <a:lnTo>
                    <a:pt x="566783" y="437273"/>
                  </a:lnTo>
                  <a:lnTo>
                    <a:pt x="560973" y="468476"/>
                  </a:lnTo>
                  <a:lnTo>
                    <a:pt x="556959" y="499960"/>
                  </a:lnTo>
                  <a:lnTo>
                    <a:pt x="554754" y="531623"/>
                  </a:lnTo>
                  <a:lnTo>
                    <a:pt x="554364" y="563359"/>
                  </a:lnTo>
                  <a:lnTo>
                    <a:pt x="555792" y="595066"/>
                  </a:lnTo>
                  <a:lnTo>
                    <a:pt x="559032" y="626640"/>
                  </a:lnTo>
                  <a:lnTo>
                    <a:pt x="564074" y="657976"/>
                  </a:lnTo>
                  <a:lnTo>
                    <a:pt x="570902" y="688972"/>
                  </a:lnTo>
                  <a:lnTo>
                    <a:pt x="579492" y="719526"/>
                  </a:lnTo>
                  <a:lnTo>
                    <a:pt x="589817" y="749539"/>
                  </a:lnTo>
                  <a:lnTo>
                    <a:pt x="601843" y="778912"/>
                  </a:lnTo>
                  <a:lnTo>
                    <a:pt x="615530" y="807548"/>
                  </a:lnTo>
                  <a:lnTo>
                    <a:pt x="630834" y="835353"/>
                  </a:lnTo>
                  <a:lnTo>
                    <a:pt x="647705" y="862238"/>
                  </a:lnTo>
                  <a:lnTo>
                    <a:pt x="666087" y="888112"/>
                  </a:lnTo>
                  <a:lnTo>
                    <a:pt x="685919" y="912892"/>
                  </a:lnTo>
                  <a:lnTo>
                    <a:pt x="707137" y="936496"/>
                  </a:lnTo>
                  <a:lnTo>
                    <a:pt x="729672" y="958847"/>
                  </a:lnTo>
                  <a:lnTo>
                    <a:pt x="753449" y="979872"/>
                  </a:lnTo>
                  <a:lnTo>
                    <a:pt x="778390" y="999501"/>
                  </a:lnTo>
                  <a:lnTo>
                    <a:pt x="804414" y="1017670"/>
                  </a:lnTo>
                  <a:lnTo>
                    <a:pt x="831436" y="1034320"/>
                  </a:lnTo>
                  <a:lnTo>
                    <a:pt x="859366" y="1049396"/>
                  </a:lnTo>
                  <a:lnTo>
                    <a:pt x="888113" y="1062849"/>
                  </a:lnTo>
                  <a:lnTo>
                    <a:pt x="917583" y="1074634"/>
                  </a:lnTo>
                  <a:lnTo>
                    <a:pt x="947679" y="1084713"/>
                  </a:lnTo>
                  <a:lnTo>
                    <a:pt x="978303" y="1093053"/>
                  </a:lnTo>
                  <a:lnTo>
                    <a:pt x="1009353" y="1099627"/>
                  </a:lnTo>
                  <a:lnTo>
                    <a:pt x="1040730" y="1104412"/>
                  </a:lnTo>
                  <a:lnTo>
                    <a:pt x="1072329" y="1107394"/>
                  </a:lnTo>
                  <a:lnTo>
                    <a:pt x="1104046" y="1108562"/>
                  </a:lnTo>
                  <a:lnTo>
                    <a:pt x="1135779" y="1107913"/>
                  </a:lnTo>
                  <a:lnTo>
                    <a:pt x="1167422" y="1105449"/>
                  </a:lnTo>
                  <a:lnTo>
                    <a:pt x="1198872" y="1101177"/>
                  </a:lnTo>
                  <a:lnTo>
                    <a:pt x="1230027" y="1095113"/>
                  </a:lnTo>
                  <a:lnTo>
                    <a:pt x="1260783" y="1087275"/>
                  </a:lnTo>
                  <a:lnTo>
                    <a:pt x="1291040" y="1077690"/>
                  </a:lnTo>
                  <a:lnTo>
                    <a:pt x="1320699" y="1066388"/>
                  </a:lnTo>
                  <a:lnTo>
                    <a:pt x="1349662" y="1053407"/>
                  </a:lnTo>
                  <a:lnTo>
                    <a:pt x="1377835" y="1038790"/>
                  </a:lnTo>
                  <a:lnTo>
                    <a:pt x="1405125" y="1022585"/>
                  </a:lnTo>
                  <a:lnTo>
                    <a:pt x="1431443" y="1004844"/>
                  </a:lnTo>
                  <a:lnTo>
                    <a:pt x="1456702" y="985625"/>
                  </a:lnTo>
                  <a:lnTo>
                    <a:pt x="1480820" y="964992"/>
                  </a:lnTo>
                  <a:lnTo>
                    <a:pt x="1503717" y="943013"/>
                  </a:lnTo>
                  <a:lnTo>
                    <a:pt x="1525319" y="919759"/>
                  </a:lnTo>
                  <a:lnTo>
                    <a:pt x="1545554" y="895307"/>
                  </a:lnTo>
                  <a:lnTo>
                    <a:pt x="1564356" y="869737"/>
                  </a:lnTo>
                  <a:lnTo>
                    <a:pt x="1581665" y="843133"/>
                  </a:lnTo>
                  <a:lnTo>
                    <a:pt x="1597422" y="815581"/>
                  </a:lnTo>
                  <a:lnTo>
                    <a:pt x="1611576" y="787173"/>
                  </a:lnTo>
                  <a:lnTo>
                    <a:pt x="1624081" y="758001"/>
                  </a:lnTo>
                  <a:lnTo>
                    <a:pt x="1634896" y="728161"/>
                  </a:lnTo>
                  <a:lnTo>
                    <a:pt x="1643985" y="697751"/>
                  </a:lnTo>
                  <a:lnTo>
                    <a:pt x="1651318" y="666871"/>
                  </a:lnTo>
                  <a:lnTo>
                    <a:pt x="1656872" y="635622"/>
                  </a:lnTo>
                  <a:lnTo>
                    <a:pt x="1660629" y="604105"/>
                  </a:lnTo>
                  <a:lnTo>
                    <a:pt x="1662575" y="572426"/>
                  </a:lnTo>
                  <a:lnTo>
                    <a:pt x="1662705" y="540687"/>
                  </a:lnTo>
                  <a:lnTo>
                    <a:pt x="1661018" y="508993"/>
                  </a:lnTo>
                  <a:lnTo>
                    <a:pt x="1657519" y="477447"/>
                  </a:lnTo>
                  <a:lnTo>
                    <a:pt x="1652221" y="446153"/>
                  </a:lnTo>
                  <a:lnTo>
                    <a:pt x="1645140" y="415214"/>
                  </a:lnTo>
                  <a:lnTo>
                    <a:pt x="1636300" y="384731"/>
                  </a:lnTo>
                  <a:lnTo>
                    <a:pt x="1625730" y="354804"/>
                  </a:lnTo>
                  <a:lnTo>
                    <a:pt x="1613464" y="325531"/>
                  </a:lnTo>
                  <a:lnTo>
                    <a:pt x="1599543" y="297007"/>
                  </a:lnTo>
                  <a:lnTo>
                    <a:pt x="1584012" y="269328"/>
                  </a:lnTo>
                  <a:lnTo>
                    <a:pt x="1566922" y="242583"/>
                  </a:lnTo>
                  <a:lnTo>
                    <a:pt x="1548329" y="216859"/>
                  </a:lnTo>
                  <a:lnTo>
                    <a:pt x="1528295" y="192243"/>
                  </a:lnTo>
                  <a:lnTo>
                    <a:pt x="1506884" y="168813"/>
                  </a:lnTo>
                  <a:lnTo>
                    <a:pt x="1484167" y="146647"/>
                  </a:lnTo>
                  <a:lnTo>
                    <a:pt x="1460219" y="125818"/>
                  </a:lnTo>
                  <a:lnTo>
                    <a:pt x="1435118" y="106393"/>
                  </a:lnTo>
                  <a:lnTo>
                    <a:pt x="1408946" y="88437"/>
                  </a:lnTo>
                  <a:lnTo>
                    <a:pt x="1381790" y="72009"/>
                  </a:lnTo>
                  <a:lnTo>
                    <a:pt x="1353737" y="57162"/>
                  </a:lnTo>
                  <a:lnTo>
                    <a:pt x="1324881" y="43945"/>
                  </a:lnTo>
                  <a:lnTo>
                    <a:pt x="1295316" y="32401"/>
                  </a:lnTo>
                  <a:lnTo>
                    <a:pt x="1265138" y="22568"/>
                  </a:lnTo>
                  <a:lnTo>
                    <a:pt x="1234447" y="14479"/>
                  </a:lnTo>
                  <a:lnTo>
                    <a:pt x="1203343" y="8160"/>
                  </a:lnTo>
                  <a:lnTo>
                    <a:pt x="1171929" y="3631"/>
                  </a:lnTo>
                  <a:lnTo>
                    <a:pt x="1140307" y="908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10505687" y="11400157"/>
              <a:ext cx="1662872" cy="766408"/>
            </a:xfrm>
            <a:custGeom>
              <a:avLst/>
              <a:pathLst>
                <a:path w="1662872" h="766408">
                  <a:moveTo>
                    <a:pt x="1108581" y="0"/>
                  </a:moveTo>
                  <a:lnTo>
                    <a:pt x="1130281" y="29621"/>
                  </a:lnTo>
                  <a:lnTo>
                    <a:pt x="1149536" y="60040"/>
                  </a:lnTo>
                  <a:lnTo>
                    <a:pt x="1166317" y="91104"/>
                  </a:lnTo>
                  <a:lnTo>
                    <a:pt x="1180607" y="122661"/>
                  </a:lnTo>
                  <a:lnTo>
                    <a:pt x="1192396" y="154558"/>
                  </a:lnTo>
                  <a:lnTo>
                    <a:pt x="1201682" y="186644"/>
                  </a:lnTo>
                  <a:lnTo>
                    <a:pt x="1208471" y="218765"/>
                  </a:lnTo>
                  <a:lnTo>
                    <a:pt x="1212779" y="250773"/>
                  </a:lnTo>
                  <a:lnTo>
                    <a:pt x="1214628" y="282515"/>
                  </a:lnTo>
                  <a:lnTo>
                    <a:pt x="1214050" y="313846"/>
                  </a:lnTo>
                  <a:lnTo>
                    <a:pt x="1211083" y="344619"/>
                  </a:lnTo>
                  <a:lnTo>
                    <a:pt x="1205775" y="374691"/>
                  </a:lnTo>
                  <a:lnTo>
                    <a:pt x="1198181" y="403922"/>
                  </a:lnTo>
                  <a:lnTo>
                    <a:pt x="1188362" y="432176"/>
                  </a:lnTo>
                  <a:lnTo>
                    <a:pt x="1176388" y="459320"/>
                  </a:lnTo>
                  <a:lnTo>
                    <a:pt x="1162337" y="485225"/>
                  </a:lnTo>
                  <a:lnTo>
                    <a:pt x="1146290" y="509767"/>
                  </a:lnTo>
                  <a:lnTo>
                    <a:pt x="1128339" y="532827"/>
                  </a:lnTo>
                  <a:lnTo>
                    <a:pt x="1108581" y="554290"/>
                  </a:lnTo>
                  <a:lnTo>
                    <a:pt x="1130044" y="534532"/>
                  </a:lnTo>
                  <a:lnTo>
                    <a:pt x="1153104" y="516581"/>
                  </a:lnTo>
                  <a:lnTo>
                    <a:pt x="1177646" y="500535"/>
                  </a:lnTo>
                  <a:lnTo>
                    <a:pt x="1203551" y="486483"/>
                  </a:lnTo>
                  <a:lnTo>
                    <a:pt x="1230695" y="474509"/>
                  </a:lnTo>
                  <a:lnTo>
                    <a:pt x="1258949" y="464690"/>
                  </a:lnTo>
                  <a:lnTo>
                    <a:pt x="1288180" y="457096"/>
                  </a:lnTo>
                  <a:lnTo>
                    <a:pt x="1318252" y="451788"/>
                  </a:lnTo>
                  <a:lnTo>
                    <a:pt x="1349025" y="448822"/>
                  </a:lnTo>
                  <a:lnTo>
                    <a:pt x="1380356" y="448243"/>
                  </a:lnTo>
                  <a:lnTo>
                    <a:pt x="1412098" y="450092"/>
                  </a:lnTo>
                  <a:lnTo>
                    <a:pt x="1444106" y="454400"/>
                  </a:lnTo>
                  <a:lnTo>
                    <a:pt x="1476227" y="461189"/>
                  </a:lnTo>
                  <a:lnTo>
                    <a:pt x="1508313" y="470475"/>
                  </a:lnTo>
                  <a:lnTo>
                    <a:pt x="1540211" y="482264"/>
                  </a:lnTo>
                  <a:lnTo>
                    <a:pt x="1571767" y="496554"/>
                  </a:lnTo>
                  <a:lnTo>
                    <a:pt x="1602831" y="513335"/>
                  </a:lnTo>
                  <a:lnTo>
                    <a:pt x="1633250" y="532590"/>
                  </a:lnTo>
                  <a:lnTo>
                    <a:pt x="1662872" y="554290"/>
                  </a:lnTo>
                  <a:lnTo>
                    <a:pt x="1633250" y="575991"/>
                  </a:lnTo>
                  <a:lnTo>
                    <a:pt x="1602831" y="595245"/>
                  </a:lnTo>
                  <a:lnTo>
                    <a:pt x="1571767" y="612026"/>
                  </a:lnTo>
                  <a:lnTo>
                    <a:pt x="1540211" y="626316"/>
                  </a:lnTo>
                  <a:lnTo>
                    <a:pt x="1508313" y="638105"/>
                  </a:lnTo>
                  <a:lnTo>
                    <a:pt x="1476227" y="647391"/>
                  </a:lnTo>
                  <a:lnTo>
                    <a:pt x="1444106" y="654180"/>
                  </a:lnTo>
                  <a:lnTo>
                    <a:pt x="1412098" y="658488"/>
                  </a:lnTo>
                  <a:lnTo>
                    <a:pt x="1380356" y="660337"/>
                  </a:lnTo>
                  <a:lnTo>
                    <a:pt x="1349025" y="659759"/>
                  </a:lnTo>
                  <a:lnTo>
                    <a:pt x="1318252" y="656792"/>
                  </a:lnTo>
                  <a:lnTo>
                    <a:pt x="1288180" y="651485"/>
                  </a:lnTo>
                  <a:lnTo>
                    <a:pt x="1258949" y="643890"/>
                  </a:lnTo>
                  <a:lnTo>
                    <a:pt x="1230695" y="634071"/>
                  </a:lnTo>
                  <a:lnTo>
                    <a:pt x="1203551" y="622098"/>
                  </a:lnTo>
                  <a:lnTo>
                    <a:pt x="1177646" y="608046"/>
                  </a:lnTo>
                  <a:lnTo>
                    <a:pt x="1153104" y="591999"/>
                  </a:lnTo>
                  <a:lnTo>
                    <a:pt x="1130044" y="574049"/>
                  </a:lnTo>
                  <a:lnTo>
                    <a:pt x="1108581" y="554290"/>
                  </a:lnTo>
                  <a:lnTo>
                    <a:pt x="1108581" y="554290"/>
                  </a:lnTo>
                  <a:lnTo>
                    <a:pt x="1108581" y="554290"/>
                  </a:lnTo>
                  <a:lnTo>
                    <a:pt x="1083491" y="578178"/>
                  </a:lnTo>
                  <a:lnTo>
                    <a:pt x="1057243" y="600820"/>
                  </a:lnTo>
                  <a:lnTo>
                    <a:pt x="1029885" y="622174"/>
                  </a:lnTo>
                  <a:lnTo>
                    <a:pt x="1001463" y="642200"/>
                  </a:lnTo>
                  <a:lnTo>
                    <a:pt x="972027" y="660858"/>
                  </a:lnTo>
                  <a:lnTo>
                    <a:pt x="941627" y="678112"/>
                  </a:lnTo>
                  <a:lnTo>
                    <a:pt x="910315" y="693925"/>
                  </a:lnTo>
                  <a:lnTo>
                    <a:pt x="878143" y="708264"/>
                  </a:lnTo>
                  <a:lnTo>
                    <a:pt x="845165" y="721096"/>
                  </a:lnTo>
                  <a:lnTo>
                    <a:pt x="811437" y="732392"/>
                  </a:lnTo>
                  <a:lnTo>
                    <a:pt x="777013" y="742121"/>
                  </a:lnTo>
                  <a:lnTo>
                    <a:pt x="741950" y="750258"/>
                  </a:lnTo>
                  <a:lnTo>
                    <a:pt x="706307" y="756778"/>
                  </a:lnTo>
                  <a:lnTo>
                    <a:pt x="670142" y="761656"/>
                  </a:lnTo>
                  <a:lnTo>
                    <a:pt x="633514" y="764873"/>
                  </a:lnTo>
                  <a:lnTo>
                    <a:pt x="596483" y="766408"/>
                  </a:lnTo>
                  <a:lnTo>
                    <a:pt x="559110" y="766245"/>
                  </a:lnTo>
                  <a:lnTo>
                    <a:pt x="521456" y="764367"/>
                  </a:lnTo>
                  <a:lnTo>
                    <a:pt x="483582" y="760762"/>
                  </a:lnTo>
                  <a:lnTo>
                    <a:pt x="445552" y="755418"/>
                  </a:lnTo>
                  <a:lnTo>
                    <a:pt x="407427" y="748325"/>
                  </a:lnTo>
                  <a:lnTo>
                    <a:pt x="369272" y="739477"/>
                  </a:lnTo>
                  <a:lnTo>
                    <a:pt x="331148" y="728868"/>
                  </a:lnTo>
                  <a:lnTo>
                    <a:pt x="293121" y="716495"/>
                  </a:lnTo>
                  <a:lnTo>
                    <a:pt x="255252" y="702357"/>
                  </a:lnTo>
                  <a:lnTo>
                    <a:pt x="217607" y="686454"/>
                  </a:lnTo>
                  <a:lnTo>
                    <a:pt x="180250" y="668789"/>
                  </a:lnTo>
                  <a:lnTo>
                    <a:pt x="143243" y="649368"/>
                  </a:lnTo>
                  <a:lnTo>
                    <a:pt x="106651" y="628197"/>
                  </a:lnTo>
                  <a:lnTo>
                    <a:pt x="70538" y="605286"/>
                  </a:lnTo>
                  <a:lnTo>
                    <a:pt x="34966" y="580646"/>
                  </a:lnTo>
                  <a:lnTo>
                    <a:pt x="0" y="554290"/>
                  </a:lnTo>
                  <a:lnTo>
                    <a:pt x="25885" y="515622"/>
                  </a:lnTo>
                  <a:lnTo>
                    <a:pt x="53086" y="478800"/>
                  </a:lnTo>
                  <a:lnTo>
                    <a:pt x="81503" y="443868"/>
                  </a:lnTo>
                  <a:lnTo>
                    <a:pt x="111038" y="410865"/>
                  </a:lnTo>
                  <a:lnTo>
                    <a:pt x="141587" y="379825"/>
                  </a:lnTo>
                  <a:lnTo>
                    <a:pt x="173050" y="350778"/>
                  </a:lnTo>
                  <a:lnTo>
                    <a:pt x="205322" y="323747"/>
                  </a:lnTo>
                  <a:lnTo>
                    <a:pt x="238300" y="298753"/>
                  </a:lnTo>
                  <a:lnTo>
                    <a:pt x="271881" y="275810"/>
                  </a:lnTo>
                  <a:lnTo>
                    <a:pt x="305961" y="254928"/>
                  </a:lnTo>
                  <a:lnTo>
                    <a:pt x="340434" y="236113"/>
                  </a:lnTo>
                  <a:lnTo>
                    <a:pt x="375198" y="219366"/>
                  </a:lnTo>
                  <a:lnTo>
                    <a:pt x="410150" y="204681"/>
                  </a:lnTo>
                  <a:lnTo>
                    <a:pt x="445186" y="192049"/>
                  </a:lnTo>
                  <a:lnTo>
                    <a:pt x="480206" y="181458"/>
                  </a:lnTo>
                  <a:lnTo>
                    <a:pt x="515109" y="172889"/>
                  </a:lnTo>
                  <a:lnTo>
                    <a:pt x="549796" y="166319"/>
                  </a:lnTo>
                  <a:lnTo>
                    <a:pt x="584170" y="161721"/>
                  </a:lnTo>
                  <a:lnTo>
                    <a:pt x="618133" y="159063"/>
                  </a:lnTo>
                  <a:lnTo>
                    <a:pt x="651594" y="158309"/>
                  </a:lnTo>
                  <a:lnTo>
                    <a:pt x="684458" y="159418"/>
                  </a:lnTo>
                  <a:lnTo>
                    <a:pt x="716638" y="162347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11582667" y="11368555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12136958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10474086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11190724" y="11530903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11614268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11614268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11614268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11614268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11614268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10830383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10505687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10830383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tx699"/>
            <p:cNvSpPr/>
            <p:nvPr/>
          </p:nvSpPr>
          <p:spPr>
            <a:xfrm>
              <a:off x="11482229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2262007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2753340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2252909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11473131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10480206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10245042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10489304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9987969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9938500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2026-05-11T20:59:15Z</dcterms:modified>
  <cp:category/>
</cp:coreProperties>
</file>