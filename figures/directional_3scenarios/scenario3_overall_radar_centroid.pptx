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0" y="0"/>
            <a:ext cx="10515600" cy="7315200"/>
            <a:chOff x="0" y="0"/>
            <a:chExt cx="10515600" cy="73152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10515600" cy="7315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235138"/>
              <a:ext cx="10515600" cy="684492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478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94894" y="554405"/>
              <a:ext cx="8038451" cy="643076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tx6"/>
            <p:cNvSpPr/>
            <p:nvPr/>
          </p:nvSpPr>
          <p:spPr>
            <a:xfrm>
              <a:off x="1627379" y="5711773"/>
              <a:ext cx="505937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7" name="tx7"/>
            <p:cNvSpPr/>
            <p:nvPr/>
          </p:nvSpPr>
          <p:spPr>
            <a:xfrm>
              <a:off x="1067965" y="3730970"/>
              <a:ext cx="244876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8" name="tx8"/>
            <p:cNvSpPr/>
            <p:nvPr/>
          </p:nvSpPr>
          <p:spPr>
            <a:xfrm>
              <a:off x="1645484" y="1750167"/>
              <a:ext cx="487832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9" name="pl9"/>
            <p:cNvSpPr/>
            <p:nvPr/>
          </p:nvSpPr>
          <p:spPr>
            <a:xfrm>
              <a:off x="3870539" y="3526199"/>
              <a:ext cx="487169" cy="487174"/>
            </a:xfrm>
            <a:custGeom>
              <a:avLst/>
              <a:pathLst>
                <a:path w="487169" h="487174">
                  <a:moveTo>
                    <a:pt x="487169" y="243587"/>
                  </a:moveTo>
                  <a:lnTo>
                    <a:pt x="487132" y="239324"/>
                  </a:lnTo>
                  <a:lnTo>
                    <a:pt x="487020" y="235062"/>
                  </a:lnTo>
                  <a:lnTo>
                    <a:pt x="486833" y="230803"/>
                  </a:lnTo>
                  <a:lnTo>
                    <a:pt x="486572" y="226547"/>
                  </a:lnTo>
                  <a:lnTo>
                    <a:pt x="486237" y="222297"/>
                  </a:lnTo>
                  <a:lnTo>
                    <a:pt x="485827" y="218054"/>
                  </a:lnTo>
                  <a:lnTo>
                    <a:pt x="485343" y="213818"/>
                  </a:lnTo>
                  <a:lnTo>
                    <a:pt x="484785" y="209592"/>
                  </a:lnTo>
                  <a:lnTo>
                    <a:pt x="484153" y="205376"/>
                  </a:lnTo>
                  <a:lnTo>
                    <a:pt x="483448" y="201171"/>
                  </a:lnTo>
                  <a:lnTo>
                    <a:pt x="482669" y="196980"/>
                  </a:lnTo>
                  <a:lnTo>
                    <a:pt x="481816" y="192803"/>
                  </a:lnTo>
                  <a:lnTo>
                    <a:pt x="480891" y="188641"/>
                  </a:lnTo>
                  <a:lnTo>
                    <a:pt x="479893" y="184496"/>
                  </a:lnTo>
                  <a:lnTo>
                    <a:pt x="478823" y="180369"/>
                  </a:lnTo>
                  <a:lnTo>
                    <a:pt x="477681" y="176262"/>
                  </a:lnTo>
                  <a:lnTo>
                    <a:pt x="476466" y="172175"/>
                  </a:lnTo>
                  <a:lnTo>
                    <a:pt x="475181" y="168111"/>
                  </a:lnTo>
                  <a:lnTo>
                    <a:pt x="473825" y="164069"/>
                  </a:lnTo>
                  <a:lnTo>
                    <a:pt x="472398" y="160052"/>
                  </a:lnTo>
                  <a:lnTo>
                    <a:pt x="470901" y="156060"/>
                  </a:lnTo>
                  <a:lnTo>
                    <a:pt x="469334" y="152095"/>
                  </a:lnTo>
                  <a:lnTo>
                    <a:pt x="467698" y="148158"/>
                  </a:lnTo>
                  <a:lnTo>
                    <a:pt x="465994" y="144250"/>
                  </a:lnTo>
                  <a:lnTo>
                    <a:pt x="464221" y="140373"/>
                  </a:lnTo>
                  <a:lnTo>
                    <a:pt x="462381" y="136527"/>
                  </a:lnTo>
                  <a:lnTo>
                    <a:pt x="460474" y="132715"/>
                  </a:lnTo>
                  <a:lnTo>
                    <a:pt x="458500" y="128936"/>
                  </a:lnTo>
                  <a:lnTo>
                    <a:pt x="456461" y="125192"/>
                  </a:lnTo>
                  <a:lnTo>
                    <a:pt x="454356" y="121484"/>
                  </a:lnTo>
                  <a:lnTo>
                    <a:pt x="452187" y="117814"/>
                  </a:lnTo>
                  <a:lnTo>
                    <a:pt x="449954" y="114183"/>
                  </a:lnTo>
                  <a:lnTo>
                    <a:pt x="447658" y="110591"/>
                  </a:lnTo>
                  <a:lnTo>
                    <a:pt x="445299" y="107040"/>
                  </a:lnTo>
                  <a:lnTo>
                    <a:pt x="442878" y="103530"/>
                  </a:lnTo>
                  <a:lnTo>
                    <a:pt x="440397" y="100064"/>
                  </a:lnTo>
                  <a:lnTo>
                    <a:pt x="437855" y="96641"/>
                  </a:lnTo>
                  <a:lnTo>
                    <a:pt x="435253" y="93264"/>
                  </a:lnTo>
                  <a:lnTo>
                    <a:pt x="432593" y="89932"/>
                  </a:lnTo>
                  <a:lnTo>
                    <a:pt x="429875" y="86648"/>
                  </a:lnTo>
                  <a:lnTo>
                    <a:pt x="427100" y="83411"/>
                  </a:lnTo>
                  <a:lnTo>
                    <a:pt x="424269" y="80224"/>
                  </a:lnTo>
                  <a:lnTo>
                    <a:pt x="421382" y="77087"/>
                  </a:lnTo>
                  <a:lnTo>
                    <a:pt x="418441" y="74001"/>
                  </a:lnTo>
                  <a:lnTo>
                    <a:pt x="415446" y="70966"/>
                  </a:lnTo>
                  <a:lnTo>
                    <a:pt x="412399" y="67985"/>
                  </a:lnTo>
                  <a:lnTo>
                    <a:pt x="409300" y="65057"/>
                  </a:lnTo>
                  <a:lnTo>
                    <a:pt x="406150" y="62185"/>
                  </a:lnTo>
                  <a:lnTo>
                    <a:pt x="402950" y="59367"/>
                  </a:lnTo>
                  <a:lnTo>
                    <a:pt x="399702" y="56606"/>
                  </a:lnTo>
                  <a:lnTo>
                    <a:pt x="396406" y="53903"/>
                  </a:lnTo>
                  <a:lnTo>
                    <a:pt x="393063" y="51257"/>
                  </a:lnTo>
                  <a:lnTo>
                    <a:pt x="389674" y="48670"/>
                  </a:lnTo>
                  <a:lnTo>
                    <a:pt x="386240" y="46143"/>
                  </a:lnTo>
                  <a:lnTo>
                    <a:pt x="382763" y="43677"/>
                  </a:lnTo>
                  <a:lnTo>
                    <a:pt x="379243" y="41272"/>
                  </a:lnTo>
                  <a:lnTo>
                    <a:pt x="375681" y="38928"/>
                  </a:lnTo>
                  <a:lnTo>
                    <a:pt x="372079" y="36648"/>
                  </a:lnTo>
                  <a:lnTo>
                    <a:pt x="368438" y="34431"/>
                  </a:lnTo>
                  <a:lnTo>
                    <a:pt x="364758" y="32278"/>
                  </a:lnTo>
                  <a:lnTo>
                    <a:pt x="361042" y="30189"/>
                  </a:lnTo>
                  <a:lnTo>
                    <a:pt x="357289" y="28166"/>
                  </a:lnTo>
                  <a:lnTo>
                    <a:pt x="353502" y="26209"/>
                  </a:lnTo>
                  <a:lnTo>
                    <a:pt x="349680" y="24319"/>
                  </a:lnTo>
                  <a:lnTo>
                    <a:pt x="345827" y="22495"/>
                  </a:lnTo>
                  <a:lnTo>
                    <a:pt x="341942" y="20740"/>
                  </a:lnTo>
                  <a:lnTo>
                    <a:pt x="338027" y="19053"/>
                  </a:lnTo>
                  <a:lnTo>
                    <a:pt x="334083" y="17434"/>
                  </a:lnTo>
                  <a:lnTo>
                    <a:pt x="330111" y="15885"/>
                  </a:lnTo>
                  <a:lnTo>
                    <a:pt x="326113" y="14405"/>
                  </a:lnTo>
                  <a:lnTo>
                    <a:pt x="322089" y="12996"/>
                  </a:lnTo>
                  <a:lnTo>
                    <a:pt x="318042" y="11657"/>
                  </a:lnTo>
                  <a:lnTo>
                    <a:pt x="313971" y="10390"/>
                  </a:lnTo>
                  <a:lnTo>
                    <a:pt x="309879" y="9193"/>
                  </a:lnTo>
                  <a:lnTo>
                    <a:pt x="305767" y="8069"/>
                  </a:lnTo>
                  <a:lnTo>
                    <a:pt x="301636" y="7017"/>
                  </a:lnTo>
                  <a:lnTo>
                    <a:pt x="297486" y="6037"/>
                  </a:lnTo>
                  <a:lnTo>
                    <a:pt x="293321" y="5130"/>
                  </a:lnTo>
                  <a:lnTo>
                    <a:pt x="289140" y="4296"/>
                  </a:lnTo>
                  <a:lnTo>
                    <a:pt x="284945" y="3535"/>
                  </a:lnTo>
                  <a:lnTo>
                    <a:pt x="280738" y="2848"/>
                  </a:lnTo>
                  <a:lnTo>
                    <a:pt x="276519" y="2235"/>
                  </a:lnTo>
                  <a:lnTo>
                    <a:pt x="272290" y="1695"/>
                  </a:lnTo>
                  <a:lnTo>
                    <a:pt x="268052" y="1230"/>
                  </a:lnTo>
                  <a:lnTo>
                    <a:pt x="263807" y="838"/>
                  </a:lnTo>
                  <a:lnTo>
                    <a:pt x="259555" y="522"/>
                  </a:lnTo>
                  <a:lnTo>
                    <a:pt x="255299" y="279"/>
                  </a:lnTo>
                  <a:lnTo>
                    <a:pt x="251039" y="111"/>
                  </a:lnTo>
                  <a:lnTo>
                    <a:pt x="246777" y="18"/>
                  </a:lnTo>
                  <a:lnTo>
                    <a:pt x="242514" y="0"/>
                  </a:lnTo>
                  <a:lnTo>
                    <a:pt x="238251" y="55"/>
                  </a:lnTo>
                  <a:lnTo>
                    <a:pt x="233990" y="186"/>
                  </a:lnTo>
                  <a:lnTo>
                    <a:pt x="229731" y="391"/>
                  </a:lnTo>
                  <a:lnTo>
                    <a:pt x="225477" y="671"/>
                  </a:lnTo>
                  <a:lnTo>
                    <a:pt x="221229" y="1025"/>
                  </a:lnTo>
                  <a:lnTo>
                    <a:pt x="216987" y="1453"/>
                  </a:lnTo>
                  <a:lnTo>
                    <a:pt x="212754" y="1956"/>
                  </a:lnTo>
                  <a:lnTo>
                    <a:pt x="208530" y="2532"/>
                  </a:lnTo>
                  <a:lnTo>
                    <a:pt x="204316" y="3182"/>
                  </a:lnTo>
                  <a:lnTo>
                    <a:pt x="200115" y="3906"/>
                  </a:lnTo>
                  <a:lnTo>
                    <a:pt x="195927" y="4704"/>
                  </a:lnTo>
                  <a:lnTo>
                    <a:pt x="191754" y="5574"/>
                  </a:lnTo>
                  <a:lnTo>
                    <a:pt x="187596" y="6518"/>
                  </a:lnTo>
                  <a:lnTo>
                    <a:pt x="183456" y="7534"/>
                  </a:lnTo>
                  <a:lnTo>
                    <a:pt x="179334" y="8622"/>
                  </a:lnTo>
                  <a:lnTo>
                    <a:pt x="175231" y="9783"/>
                  </a:lnTo>
                  <a:lnTo>
                    <a:pt x="171150" y="11014"/>
                  </a:lnTo>
                  <a:lnTo>
                    <a:pt x="167091" y="12318"/>
                  </a:lnTo>
                  <a:lnTo>
                    <a:pt x="163055" y="13692"/>
                  </a:lnTo>
                  <a:lnTo>
                    <a:pt x="159044" y="15136"/>
                  </a:lnTo>
                  <a:lnTo>
                    <a:pt x="155059" y="16651"/>
                  </a:lnTo>
                  <a:lnTo>
                    <a:pt x="151101" y="18235"/>
                  </a:lnTo>
                  <a:lnTo>
                    <a:pt x="147171" y="19888"/>
                  </a:lnTo>
                  <a:lnTo>
                    <a:pt x="143271" y="21609"/>
                  </a:lnTo>
                  <a:lnTo>
                    <a:pt x="139402" y="23399"/>
                  </a:lnTo>
                  <a:lnTo>
                    <a:pt x="135564" y="25256"/>
                  </a:lnTo>
                  <a:lnTo>
                    <a:pt x="131760" y="27179"/>
                  </a:lnTo>
                  <a:lnTo>
                    <a:pt x="127989" y="29169"/>
                  </a:lnTo>
                  <a:lnTo>
                    <a:pt x="124255" y="31225"/>
                  </a:lnTo>
                  <a:lnTo>
                    <a:pt x="120556" y="33346"/>
                  </a:lnTo>
                  <a:lnTo>
                    <a:pt x="116896" y="35531"/>
                  </a:lnTo>
                  <a:lnTo>
                    <a:pt x="113274" y="37780"/>
                  </a:lnTo>
                  <a:lnTo>
                    <a:pt x="109692" y="40092"/>
                  </a:lnTo>
                  <a:lnTo>
                    <a:pt x="106151" y="42467"/>
                  </a:lnTo>
                  <a:lnTo>
                    <a:pt x="102652" y="44903"/>
                  </a:lnTo>
                  <a:lnTo>
                    <a:pt x="99197" y="47399"/>
                  </a:lnTo>
                  <a:lnTo>
                    <a:pt x="95785" y="49956"/>
                  </a:lnTo>
                  <a:lnTo>
                    <a:pt x="92419" y="52572"/>
                  </a:lnTo>
                  <a:lnTo>
                    <a:pt x="89100" y="55247"/>
                  </a:lnTo>
                  <a:lnTo>
                    <a:pt x="85827" y="57980"/>
                  </a:lnTo>
                  <a:lnTo>
                    <a:pt x="82603" y="60769"/>
                  </a:lnTo>
                  <a:lnTo>
                    <a:pt x="79428" y="63614"/>
                  </a:lnTo>
                  <a:lnTo>
                    <a:pt x="76304" y="66514"/>
                  </a:lnTo>
                  <a:lnTo>
                    <a:pt x="73230" y="69469"/>
                  </a:lnTo>
                  <a:lnTo>
                    <a:pt x="70209" y="72477"/>
                  </a:lnTo>
                  <a:lnTo>
                    <a:pt x="67241" y="75537"/>
                  </a:lnTo>
                  <a:lnTo>
                    <a:pt x="64327" y="78649"/>
                  </a:lnTo>
                  <a:lnTo>
                    <a:pt x="61468" y="81812"/>
                  </a:lnTo>
                  <a:lnTo>
                    <a:pt x="58665" y="85024"/>
                  </a:lnTo>
                  <a:lnTo>
                    <a:pt x="55918" y="88284"/>
                  </a:lnTo>
                  <a:lnTo>
                    <a:pt x="53229" y="91592"/>
                  </a:lnTo>
                  <a:lnTo>
                    <a:pt x="50598" y="94947"/>
                  </a:lnTo>
                  <a:lnTo>
                    <a:pt x="48026" y="98347"/>
                  </a:lnTo>
                  <a:lnTo>
                    <a:pt x="45514" y="101791"/>
                  </a:lnTo>
                  <a:lnTo>
                    <a:pt x="43063" y="105280"/>
                  </a:lnTo>
                  <a:lnTo>
                    <a:pt x="40673" y="108810"/>
                  </a:lnTo>
                  <a:lnTo>
                    <a:pt x="38345" y="112382"/>
                  </a:lnTo>
                  <a:lnTo>
                    <a:pt x="36081" y="115994"/>
                  </a:lnTo>
                  <a:lnTo>
                    <a:pt x="33879" y="119645"/>
                  </a:lnTo>
                  <a:lnTo>
                    <a:pt x="31742" y="123333"/>
                  </a:lnTo>
                  <a:lnTo>
                    <a:pt x="29670" y="127059"/>
                  </a:lnTo>
                  <a:lnTo>
                    <a:pt x="27664" y="130821"/>
                  </a:lnTo>
                  <a:lnTo>
                    <a:pt x="25723" y="134617"/>
                  </a:lnTo>
                  <a:lnTo>
                    <a:pt x="23850" y="138446"/>
                  </a:lnTo>
                  <a:lnTo>
                    <a:pt x="22043" y="142308"/>
                  </a:lnTo>
                  <a:lnTo>
                    <a:pt x="20305" y="146200"/>
                  </a:lnTo>
                  <a:lnTo>
                    <a:pt x="18634" y="150123"/>
                  </a:lnTo>
                  <a:lnTo>
                    <a:pt x="17033" y="154074"/>
                  </a:lnTo>
                  <a:lnTo>
                    <a:pt x="15501" y="158052"/>
                  </a:lnTo>
                  <a:lnTo>
                    <a:pt x="14039" y="162057"/>
                  </a:lnTo>
                  <a:lnTo>
                    <a:pt x="12648" y="166087"/>
                  </a:lnTo>
                  <a:lnTo>
                    <a:pt x="11327" y="170140"/>
                  </a:lnTo>
                  <a:lnTo>
                    <a:pt x="10077" y="174216"/>
                  </a:lnTo>
                  <a:lnTo>
                    <a:pt x="8899" y="178313"/>
                  </a:lnTo>
                  <a:lnTo>
                    <a:pt x="7792" y="182430"/>
                  </a:lnTo>
                  <a:lnTo>
                    <a:pt x="6758" y="186566"/>
                  </a:lnTo>
                  <a:lnTo>
                    <a:pt x="5796" y="190720"/>
                  </a:lnTo>
                  <a:lnTo>
                    <a:pt x="4907" y="194889"/>
                  </a:lnTo>
                  <a:lnTo>
                    <a:pt x="4092" y="199074"/>
                  </a:lnTo>
                  <a:lnTo>
                    <a:pt x="3349" y="203272"/>
                  </a:lnTo>
                  <a:lnTo>
                    <a:pt x="2681" y="207482"/>
                  </a:lnTo>
                  <a:lnTo>
                    <a:pt x="2086" y="211704"/>
                  </a:lnTo>
                  <a:lnTo>
                    <a:pt x="1565" y="215935"/>
                  </a:lnTo>
                  <a:lnTo>
                    <a:pt x="1118" y="220175"/>
                  </a:lnTo>
                  <a:lnTo>
                    <a:pt x="745" y="224422"/>
                  </a:lnTo>
                  <a:lnTo>
                    <a:pt x="447" y="228674"/>
                  </a:lnTo>
                  <a:lnTo>
                    <a:pt x="223" y="232932"/>
                  </a:lnTo>
                  <a:lnTo>
                    <a:pt x="74" y="237192"/>
                  </a:lnTo>
                  <a:lnTo>
                    <a:pt x="0" y="241455"/>
                  </a:lnTo>
                  <a:lnTo>
                    <a:pt x="0" y="245718"/>
                  </a:lnTo>
                  <a:lnTo>
                    <a:pt x="74" y="249981"/>
                  </a:lnTo>
                  <a:lnTo>
                    <a:pt x="223" y="254241"/>
                  </a:lnTo>
                  <a:lnTo>
                    <a:pt x="447" y="258499"/>
                  </a:lnTo>
                  <a:lnTo>
                    <a:pt x="745" y="262752"/>
                  </a:lnTo>
                  <a:lnTo>
                    <a:pt x="1118" y="266998"/>
                  </a:lnTo>
                  <a:lnTo>
                    <a:pt x="1565" y="271238"/>
                  </a:lnTo>
                  <a:lnTo>
                    <a:pt x="2086" y="275469"/>
                  </a:lnTo>
                  <a:lnTo>
                    <a:pt x="2681" y="279691"/>
                  </a:lnTo>
                  <a:lnTo>
                    <a:pt x="3349" y="283901"/>
                  </a:lnTo>
                  <a:lnTo>
                    <a:pt x="4092" y="288100"/>
                  </a:lnTo>
                  <a:lnTo>
                    <a:pt x="4907" y="292284"/>
                  </a:lnTo>
                  <a:lnTo>
                    <a:pt x="5796" y="296454"/>
                  </a:lnTo>
                  <a:lnTo>
                    <a:pt x="6758" y="300607"/>
                  </a:lnTo>
                  <a:lnTo>
                    <a:pt x="7792" y="304743"/>
                  </a:lnTo>
                  <a:lnTo>
                    <a:pt x="8899" y="308860"/>
                  </a:lnTo>
                  <a:lnTo>
                    <a:pt x="10077" y="312957"/>
                  </a:lnTo>
                  <a:lnTo>
                    <a:pt x="11327" y="317033"/>
                  </a:lnTo>
                  <a:lnTo>
                    <a:pt x="12648" y="321086"/>
                  </a:lnTo>
                  <a:lnTo>
                    <a:pt x="14039" y="325116"/>
                  </a:lnTo>
                  <a:lnTo>
                    <a:pt x="15501" y="329121"/>
                  </a:lnTo>
                  <a:lnTo>
                    <a:pt x="17033" y="333099"/>
                  </a:lnTo>
                  <a:lnTo>
                    <a:pt x="18634" y="337050"/>
                  </a:lnTo>
                  <a:lnTo>
                    <a:pt x="20305" y="340973"/>
                  </a:lnTo>
                  <a:lnTo>
                    <a:pt x="22043" y="344865"/>
                  </a:lnTo>
                  <a:lnTo>
                    <a:pt x="23850" y="348727"/>
                  </a:lnTo>
                  <a:lnTo>
                    <a:pt x="25723" y="352556"/>
                  </a:lnTo>
                  <a:lnTo>
                    <a:pt x="27664" y="356352"/>
                  </a:lnTo>
                  <a:lnTo>
                    <a:pt x="29670" y="360114"/>
                  </a:lnTo>
                  <a:lnTo>
                    <a:pt x="31742" y="363840"/>
                  </a:lnTo>
                  <a:lnTo>
                    <a:pt x="33879" y="367529"/>
                  </a:lnTo>
                  <a:lnTo>
                    <a:pt x="36081" y="371180"/>
                  </a:lnTo>
                  <a:lnTo>
                    <a:pt x="38345" y="374792"/>
                  </a:lnTo>
                  <a:lnTo>
                    <a:pt x="40673" y="378363"/>
                  </a:lnTo>
                  <a:lnTo>
                    <a:pt x="43063" y="381894"/>
                  </a:lnTo>
                  <a:lnTo>
                    <a:pt x="45514" y="385382"/>
                  </a:lnTo>
                  <a:lnTo>
                    <a:pt x="48026" y="388826"/>
                  </a:lnTo>
                  <a:lnTo>
                    <a:pt x="50598" y="392227"/>
                  </a:lnTo>
                  <a:lnTo>
                    <a:pt x="53229" y="395581"/>
                  </a:lnTo>
                  <a:lnTo>
                    <a:pt x="55918" y="398889"/>
                  </a:lnTo>
                  <a:lnTo>
                    <a:pt x="58665" y="402150"/>
                  </a:lnTo>
                  <a:lnTo>
                    <a:pt x="61468" y="405362"/>
                  </a:lnTo>
                  <a:lnTo>
                    <a:pt x="64327" y="408524"/>
                  </a:lnTo>
                  <a:lnTo>
                    <a:pt x="67241" y="411636"/>
                  </a:lnTo>
                  <a:lnTo>
                    <a:pt x="70209" y="414696"/>
                  </a:lnTo>
                  <a:lnTo>
                    <a:pt x="73230" y="417704"/>
                  </a:lnTo>
                  <a:lnTo>
                    <a:pt x="76304" y="420659"/>
                  </a:lnTo>
                  <a:lnTo>
                    <a:pt x="79428" y="423559"/>
                  </a:lnTo>
                  <a:lnTo>
                    <a:pt x="82603" y="426404"/>
                  </a:lnTo>
                  <a:lnTo>
                    <a:pt x="85827" y="429194"/>
                  </a:lnTo>
                  <a:lnTo>
                    <a:pt x="89100" y="431926"/>
                  </a:lnTo>
                  <a:lnTo>
                    <a:pt x="92419" y="434601"/>
                  </a:lnTo>
                  <a:lnTo>
                    <a:pt x="95785" y="437217"/>
                  </a:lnTo>
                  <a:lnTo>
                    <a:pt x="99197" y="439774"/>
                  </a:lnTo>
                  <a:lnTo>
                    <a:pt x="102652" y="442271"/>
                  </a:lnTo>
                  <a:lnTo>
                    <a:pt x="106151" y="444707"/>
                  </a:lnTo>
                  <a:lnTo>
                    <a:pt x="109692" y="447081"/>
                  </a:lnTo>
                  <a:lnTo>
                    <a:pt x="113274" y="449393"/>
                  </a:lnTo>
                  <a:lnTo>
                    <a:pt x="116896" y="451642"/>
                  </a:lnTo>
                  <a:lnTo>
                    <a:pt x="120556" y="453827"/>
                  </a:lnTo>
                  <a:lnTo>
                    <a:pt x="124255" y="455948"/>
                  </a:lnTo>
                  <a:lnTo>
                    <a:pt x="127989" y="458004"/>
                  </a:lnTo>
                  <a:lnTo>
                    <a:pt x="131760" y="459994"/>
                  </a:lnTo>
                  <a:lnTo>
                    <a:pt x="135564" y="461918"/>
                  </a:lnTo>
                  <a:lnTo>
                    <a:pt x="139402" y="463775"/>
                  </a:lnTo>
                  <a:lnTo>
                    <a:pt x="143271" y="465564"/>
                  </a:lnTo>
                  <a:lnTo>
                    <a:pt x="147171" y="467286"/>
                  </a:lnTo>
                  <a:lnTo>
                    <a:pt x="151101" y="468939"/>
                  </a:lnTo>
                  <a:lnTo>
                    <a:pt x="155059" y="470523"/>
                  </a:lnTo>
                  <a:lnTo>
                    <a:pt x="159044" y="472037"/>
                  </a:lnTo>
                  <a:lnTo>
                    <a:pt x="163055" y="473481"/>
                  </a:lnTo>
                  <a:lnTo>
                    <a:pt x="167091" y="474856"/>
                  </a:lnTo>
                  <a:lnTo>
                    <a:pt x="171150" y="476159"/>
                  </a:lnTo>
                  <a:lnTo>
                    <a:pt x="175231" y="477391"/>
                  </a:lnTo>
                  <a:lnTo>
                    <a:pt x="179334" y="478551"/>
                  </a:lnTo>
                  <a:lnTo>
                    <a:pt x="183456" y="479639"/>
                  </a:lnTo>
                  <a:lnTo>
                    <a:pt x="187596" y="480656"/>
                  </a:lnTo>
                  <a:lnTo>
                    <a:pt x="191754" y="481599"/>
                  </a:lnTo>
                  <a:lnTo>
                    <a:pt x="195927" y="482470"/>
                  </a:lnTo>
                  <a:lnTo>
                    <a:pt x="200115" y="483267"/>
                  </a:lnTo>
                  <a:lnTo>
                    <a:pt x="204316" y="483991"/>
                  </a:lnTo>
                  <a:lnTo>
                    <a:pt x="208530" y="484641"/>
                  </a:lnTo>
                  <a:lnTo>
                    <a:pt x="212754" y="485218"/>
                  </a:lnTo>
                  <a:lnTo>
                    <a:pt x="216987" y="485720"/>
                  </a:lnTo>
                  <a:lnTo>
                    <a:pt x="221229" y="486148"/>
                  </a:lnTo>
                  <a:lnTo>
                    <a:pt x="225477" y="486502"/>
                  </a:lnTo>
                  <a:lnTo>
                    <a:pt x="229731" y="486782"/>
                  </a:lnTo>
                  <a:lnTo>
                    <a:pt x="233990" y="486987"/>
                  </a:lnTo>
                  <a:lnTo>
                    <a:pt x="238251" y="487118"/>
                  </a:lnTo>
                  <a:lnTo>
                    <a:pt x="242514" y="487174"/>
                  </a:lnTo>
                  <a:lnTo>
                    <a:pt x="246777" y="487155"/>
                  </a:lnTo>
                  <a:lnTo>
                    <a:pt x="251039" y="487062"/>
                  </a:lnTo>
                  <a:lnTo>
                    <a:pt x="255299" y="486894"/>
                  </a:lnTo>
                  <a:lnTo>
                    <a:pt x="259555" y="486652"/>
                  </a:lnTo>
                  <a:lnTo>
                    <a:pt x="263807" y="486335"/>
                  </a:lnTo>
                  <a:lnTo>
                    <a:pt x="268052" y="485944"/>
                  </a:lnTo>
                  <a:lnTo>
                    <a:pt x="272290" y="485478"/>
                  </a:lnTo>
                  <a:lnTo>
                    <a:pt x="276519" y="484939"/>
                  </a:lnTo>
                  <a:lnTo>
                    <a:pt x="280738" y="484325"/>
                  </a:lnTo>
                  <a:lnTo>
                    <a:pt x="284945" y="483638"/>
                  </a:lnTo>
                  <a:lnTo>
                    <a:pt x="289140" y="482877"/>
                  </a:lnTo>
                  <a:lnTo>
                    <a:pt x="293321" y="482043"/>
                  </a:lnTo>
                  <a:lnTo>
                    <a:pt x="297486" y="481136"/>
                  </a:lnTo>
                  <a:lnTo>
                    <a:pt x="301636" y="480157"/>
                  </a:lnTo>
                  <a:lnTo>
                    <a:pt x="305767" y="479104"/>
                  </a:lnTo>
                  <a:lnTo>
                    <a:pt x="309879" y="477980"/>
                  </a:lnTo>
                  <a:lnTo>
                    <a:pt x="313971" y="476784"/>
                  </a:lnTo>
                  <a:lnTo>
                    <a:pt x="318042" y="475516"/>
                  </a:lnTo>
                  <a:lnTo>
                    <a:pt x="322089" y="474177"/>
                  </a:lnTo>
                  <a:lnTo>
                    <a:pt x="326113" y="472768"/>
                  </a:lnTo>
                  <a:lnTo>
                    <a:pt x="330111" y="471288"/>
                  </a:lnTo>
                  <a:lnTo>
                    <a:pt x="334083" y="469739"/>
                  </a:lnTo>
                  <a:lnTo>
                    <a:pt x="338027" y="468121"/>
                  </a:lnTo>
                  <a:lnTo>
                    <a:pt x="341942" y="466433"/>
                  </a:lnTo>
                  <a:lnTo>
                    <a:pt x="345827" y="464678"/>
                  </a:lnTo>
                  <a:lnTo>
                    <a:pt x="349680" y="462855"/>
                  </a:lnTo>
                  <a:lnTo>
                    <a:pt x="353502" y="460964"/>
                  </a:lnTo>
                  <a:lnTo>
                    <a:pt x="357289" y="459007"/>
                  </a:lnTo>
                  <a:lnTo>
                    <a:pt x="361042" y="456984"/>
                  </a:lnTo>
                  <a:lnTo>
                    <a:pt x="364758" y="454896"/>
                  </a:lnTo>
                  <a:lnTo>
                    <a:pt x="368438" y="452743"/>
                  </a:lnTo>
                  <a:lnTo>
                    <a:pt x="372079" y="450525"/>
                  </a:lnTo>
                  <a:lnTo>
                    <a:pt x="375681" y="448245"/>
                  </a:lnTo>
                  <a:lnTo>
                    <a:pt x="379243" y="445902"/>
                  </a:lnTo>
                  <a:lnTo>
                    <a:pt x="382763" y="443496"/>
                  </a:lnTo>
                  <a:lnTo>
                    <a:pt x="386240" y="441030"/>
                  </a:lnTo>
                  <a:lnTo>
                    <a:pt x="389674" y="438503"/>
                  </a:lnTo>
                  <a:lnTo>
                    <a:pt x="393063" y="435916"/>
                  </a:lnTo>
                  <a:lnTo>
                    <a:pt x="396406" y="433271"/>
                  </a:lnTo>
                  <a:lnTo>
                    <a:pt x="399702" y="430567"/>
                  </a:lnTo>
                  <a:lnTo>
                    <a:pt x="402950" y="427806"/>
                  </a:lnTo>
                  <a:lnTo>
                    <a:pt x="406150" y="424989"/>
                  </a:lnTo>
                  <a:lnTo>
                    <a:pt x="409300" y="422116"/>
                  </a:lnTo>
                  <a:lnTo>
                    <a:pt x="412399" y="419188"/>
                  </a:lnTo>
                  <a:lnTo>
                    <a:pt x="415446" y="416207"/>
                  </a:lnTo>
                  <a:lnTo>
                    <a:pt x="418441" y="413172"/>
                  </a:lnTo>
                  <a:lnTo>
                    <a:pt x="421382" y="410086"/>
                  </a:lnTo>
                  <a:lnTo>
                    <a:pt x="424269" y="406949"/>
                  </a:lnTo>
                  <a:lnTo>
                    <a:pt x="427100" y="403762"/>
                  </a:lnTo>
                  <a:lnTo>
                    <a:pt x="429875" y="400525"/>
                  </a:lnTo>
                  <a:lnTo>
                    <a:pt x="432593" y="397241"/>
                  </a:lnTo>
                  <a:lnTo>
                    <a:pt x="435253" y="393910"/>
                  </a:lnTo>
                  <a:lnTo>
                    <a:pt x="437855" y="390532"/>
                  </a:lnTo>
                  <a:lnTo>
                    <a:pt x="440397" y="387110"/>
                  </a:lnTo>
                  <a:lnTo>
                    <a:pt x="442878" y="383643"/>
                  </a:lnTo>
                  <a:lnTo>
                    <a:pt x="445299" y="380134"/>
                  </a:lnTo>
                  <a:lnTo>
                    <a:pt x="447658" y="376583"/>
                  </a:lnTo>
                  <a:lnTo>
                    <a:pt x="449954" y="372991"/>
                  </a:lnTo>
                  <a:lnTo>
                    <a:pt x="452187" y="369359"/>
                  </a:lnTo>
                  <a:lnTo>
                    <a:pt x="454356" y="365689"/>
                  </a:lnTo>
                  <a:lnTo>
                    <a:pt x="456461" y="361981"/>
                  </a:lnTo>
                  <a:lnTo>
                    <a:pt x="458500" y="358238"/>
                  </a:lnTo>
                  <a:lnTo>
                    <a:pt x="460474" y="354459"/>
                  </a:lnTo>
                  <a:lnTo>
                    <a:pt x="462381" y="350646"/>
                  </a:lnTo>
                  <a:lnTo>
                    <a:pt x="464221" y="346800"/>
                  </a:lnTo>
                  <a:lnTo>
                    <a:pt x="465994" y="342923"/>
                  </a:lnTo>
                  <a:lnTo>
                    <a:pt x="467698" y="339015"/>
                  </a:lnTo>
                  <a:lnTo>
                    <a:pt x="469334" y="335078"/>
                  </a:lnTo>
                  <a:lnTo>
                    <a:pt x="470901" y="331113"/>
                  </a:lnTo>
                  <a:lnTo>
                    <a:pt x="472398" y="327122"/>
                  </a:lnTo>
                  <a:lnTo>
                    <a:pt x="473825" y="323104"/>
                  </a:lnTo>
                  <a:lnTo>
                    <a:pt x="475181" y="319063"/>
                  </a:lnTo>
                  <a:lnTo>
                    <a:pt x="476466" y="314998"/>
                  </a:lnTo>
                  <a:lnTo>
                    <a:pt x="477681" y="310911"/>
                  </a:lnTo>
                  <a:lnTo>
                    <a:pt x="478823" y="306804"/>
                  </a:lnTo>
                  <a:lnTo>
                    <a:pt x="479893" y="302677"/>
                  </a:lnTo>
                  <a:lnTo>
                    <a:pt x="480891" y="298532"/>
                  </a:lnTo>
                  <a:lnTo>
                    <a:pt x="481816" y="294371"/>
                  </a:lnTo>
                  <a:lnTo>
                    <a:pt x="482669" y="290194"/>
                  </a:lnTo>
                  <a:lnTo>
                    <a:pt x="483448" y="286002"/>
                  </a:lnTo>
                  <a:lnTo>
                    <a:pt x="484153" y="281798"/>
                  </a:lnTo>
                  <a:lnTo>
                    <a:pt x="484785" y="277582"/>
                  </a:lnTo>
                  <a:lnTo>
                    <a:pt x="485343" y="273355"/>
                  </a:lnTo>
                  <a:lnTo>
                    <a:pt x="485827" y="269119"/>
                  </a:lnTo>
                  <a:lnTo>
                    <a:pt x="486237" y="264876"/>
                  </a:lnTo>
                  <a:lnTo>
                    <a:pt x="486572" y="260626"/>
                  </a:lnTo>
                  <a:lnTo>
                    <a:pt x="486833" y="256371"/>
                  </a:lnTo>
                  <a:lnTo>
                    <a:pt x="487020" y="252111"/>
                  </a:lnTo>
                  <a:lnTo>
                    <a:pt x="487132" y="247850"/>
                  </a:lnTo>
                  <a:lnTo>
                    <a:pt x="487169" y="243587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774429" y="2430057"/>
              <a:ext cx="2679432" cy="2679458"/>
            </a:xfrm>
            <a:custGeom>
              <a:avLst/>
              <a:pathLst>
                <a:path w="2679432" h="2679458">
                  <a:moveTo>
                    <a:pt x="2679432" y="1339729"/>
                  </a:moveTo>
                  <a:lnTo>
                    <a:pt x="2679227" y="1316282"/>
                  </a:lnTo>
                  <a:lnTo>
                    <a:pt x="2678611" y="1292842"/>
                  </a:lnTo>
                  <a:lnTo>
                    <a:pt x="2677586" y="1269417"/>
                  </a:lnTo>
                  <a:lnTo>
                    <a:pt x="2676150" y="1246013"/>
                  </a:lnTo>
                  <a:lnTo>
                    <a:pt x="2674306" y="1222638"/>
                  </a:lnTo>
                  <a:lnTo>
                    <a:pt x="2672052" y="1199299"/>
                  </a:lnTo>
                  <a:lnTo>
                    <a:pt x="2669390" y="1176003"/>
                  </a:lnTo>
                  <a:lnTo>
                    <a:pt x="2666321" y="1152757"/>
                  </a:lnTo>
                  <a:lnTo>
                    <a:pt x="2662846" y="1129568"/>
                  </a:lnTo>
                  <a:lnTo>
                    <a:pt x="2658965" y="1106443"/>
                  </a:lnTo>
                  <a:lnTo>
                    <a:pt x="2654680" y="1083391"/>
                  </a:lnTo>
                  <a:lnTo>
                    <a:pt x="2649993" y="1060416"/>
                  </a:lnTo>
                  <a:lnTo>
                    <a:pt x="2644904" y="1037527"/>
                  </a:lnTo>
                  <a:lnTo>
                    <a:pt x="2639415" y="1014731"/>
                  </a:lnTo>
                  <a:lnTo>
                    <a:pt x="2633528" y="992034"/>
                  </a:lnTo>
                  <a:lnTo>
                    <a:pt x="2627245" y="969444"/>
                  </a:lnTo>
                  <a:lnTo>
                    <a:pt x="2620568" y="946967"/>
                  </a:lnTo>
                  <a:lnTo>
                    <a:pt x="2613498" y="924611"/>
                  </a:lnTo>
                  <a:lnTo>
                    <a:pt x="2606038" y="902381"/>
                  </a:lnTo>
                  <a:lnTo>
                    <a:pt x="2598190" y="880286"/>
                  </a:lnTo>
                  <a:lnTo>
                    <a:pt x="2589956" y="858331"/>
                  </a:lnTo>
                  <a:lnTo>
                    <a:pt x="2581340" y="836524"/>
                  </a:lnTo>
                  <a:lnTo>
                    <a:pt x="2572343" y="814871"/>
                  </a:lnTo>
                  <a:lnTo>
                    <a:pt x="2562969" y="793379"/>
                  </a:lnTo>
                  <a:lnTo>
                    <a:pt x="2553220" y="772054"/>
                  </a:lnTo>
                  <a:lnTo>
                    <a:pt x="2543099" y="750903"/>
                  </a:lnTo>
                  <a:lnTo>
                    <a:pt x="2532609" y="729932"/>
                  </a:lnTo>
                  <a:lnTo>
                    <a:pt x="2521755" y="709148"/>
                  </a:lnTo>
                  <a:lnTo>
                    <a:pt x="2510538" y="688557"/>
                  </a:lnTo>
                  <a:lnTo>
                    <a:pt x="2498962" y="668166"/>
                  </a:lnTo>
                  <a:lnTo>
                    <a:pt x="2487032" y="647981"/>
                  </a:lnTo>
                  <a:lnTo>
                    <a:pt x="2474750" y="628007"/>
                  </a:lnTo>
                  <a:lnTo>
                    <a:pt x="2462120" y="608251"/>
                  </a:lnTo>
                  <a:lnTo>
                    <a:pt x="2449147" y="588720"/>
                  </a:lnTo>
                  <a:lnTo>
                    <a:pt x="2435833" y="569418"/>
                  </a:lnTo>
                  <a:lnTo>
                    <a:pt x="2422184" y="550352"/>
                  </a:lnTo>
                  <a:lnTo>
                    <a:pt x="2408204" y="531528"/>
                  </a:lnTo>
                  <a:lnTo>
                    <a:pt x="2393896" y="512952"/>
                  </a:lnTo>
                  <a:lnTo>
                    <a:pt x="2379265" y="494629"/>
                  </a:lnTo>
                  <a:lnTo>
                    <a:pt x="2364315" y="476565"/>
                  </a:lnTo>
                  <a:lnTo>
                    <a:pt x="2349052" y="458765"/>
                  </a:lnTo>
                  <a:lnTo>
                    <a:pt x="2333480" y="441235"/>
                  </a:lnTo>
                  <a:lnTo>
                    <a:pt x="2317603" y="423980"/>
                  </a:lnTo>
                  <a:lnTo>
                    <a:pt x="2301427" y="407006"/>
                  </a:lnTo>
                  <a:lnTo>
                    <a:pt x="2284956" y="390318"/>
                  </a:lnTo>
                  <a:lnTo>
                    <a:pt x="2268195" y="373920"/>
                  </a:lnTo>
                  <a:lnTo>
                    <a:pt x="2251151" y="357818"/>
                  </a:lnTo>
                  <a:lnTo>
                    <a:pt x="2233827" y="342017"/>
                  </a:lnTo>
                  <a:lnTo>
                    <a:pt x="2216229" y="326522"/>
                  </a:lnTo>
                  <a:lnTo>
                    <a:pt x="2198362" y="311336"/>
                  </a:lnTo>
                  <a:lnTo>
                    <a:pt x="2180233" y="296466"/>
                  </a:lnTo>
                  <a:lnTo>
                    <a:pt x="2161846" y="281916"/>
                  </a:lnTo>
                  <a:lnTo>
                    <a:pt x="2143207" y="267689"/>
                  </a:lnTo>
                  <a:lnTo>
                    <a:pt x="2124322" y="253791"/>
                  </a:lnTo>
                  <a:lnTo>
                    <a:pt x="2105197" y="240225"/>
                  </a:lnTo>
                  <a:lnTo>
                    <a:pt x="2085838" y="226997"/>
                  </a:lnTo>
                  <a:lnTo>
                    <a:pt x="2066249" y="214109"/>
                  </a:lnTo>
                  <a:lnTo>
                    <a:pt x="2046439" y="201566"/>
                  </a:lnTo>
                  <a:lnTo>
                    <a:pt x="2026411" y="189371"/>
                  </a:lnTo>
                  <a:lnTo>
                    <a:pt x="2006174" y="177529"/>
                  </a:lnTo>
                  <a:lnTo>
                    <a:pt x="1985732" y="166043"/>
                  </a:lnTo>
                  <a:lnTo>
                    <a:pt x="1965092" y="154916"/>
                  </a:lnTo>
                  <a:lnTo>
                    <a:pt x="1944261" y="144152"/>
                  </a:lnTo>
                  <a:lnTo>
                    <a:pt x="1923245" y="133755"/>
                  </a:lnTo>
                  <a:lnTo>
                    <a:pt x="1902050" y="123727"/>
                  </a:lnTo>
                  <a:lnTo>
                    <a:pt x="1880682" y="114071"/>
                  </a:lnTo>
                  <a:lnTo>
                    <a:pt x="1859149" y="104791"/>
                  </a:lnTo>
                  <a:lnTo>
                    <a:pt x="1837457" y="95889"/>
                  </a:lnTo>
                  <a:lnTo>
                    <a:pt x="1815612" y="87368"/>
                  </a:lnTo>
                  <a:lnTo>
                    <a:pt x="1793622" y="79231"/>
                  </a:lnTo>
                  <a:lnTo>
                    <a:pt x="1771492" y="71480"/>
                  </a:lnTo>
                  <a:lnTo>
                    <a:pt x="1749231" y="64117"/>
                  </a:lnTo>
                  <a:lnTo>
                    <a:pt x="1726843" y="57145"/>
                  </a:lnTo>
                  <a:lnTo>
                    <a:pt x="1704338" y="50566"/>
                  </a:lnTo>
                  <a:lnTo>
                    <a:pt x="1681720" y="44382"/>
                  </a:lnTo>
                  <a:lnTo>
                    <a:pt x="1658998" y="38594"/>
                  </a:lnTo>
                  <a:lnTo>
                    <a:pt x="1636178" y="33205"/>
                  </a:lnTo>
                  <a:lnTo>
                    <a:pt x="1613267" y="28216"/>
                  </a:lnTo>
                  <a:lnTo>
                    <a:pt x="1590272" y="23629"/>
                  </a:lnTo>
                  <a:lnTo>
                    <a:pt x="1567201" y="19446"/>
                  </a:lnTo>
                  <a:lnTo>
                    <a:pt x="1544059" y="15666"/>
                  </a:lnTo>
                  <a:lnTo>
                    <a:pt x="1520856" y="12292"/>
                  </a:lnTo>
                  <a:lnTo>
                    <a:pt x="1497596" y="9325"/>
                  </a:lnTo>
                  <a:lnTo>
                    <a:pt x="1474289" y="6765"/>
                  </a:lnTo>
                  <a:lnTo>
                    <a:pt x="1450940" y="4614"/>
                  </a:lnTo>
                  <a:lnTo>
                    <a:pt x="1427557" y="2871"/>
                  </a:lnTo>
                  <a:lnTo>
                    <a:pt x="1404147" y="1538"/>
                  </a:lnTo>
                  <a:lnTo>
                    <a:pt x="1380718" y="615"/>
                  </a:lnTo>
                  <a:lnTo>
                    <a:pt x="1357276" y="102"/>
                  </a:lnTo>
                  <a:lnTo>
                    <a:pt x="1333828" y="0"/>
                  </a:lnTo>
                  <a:lnTo>
                    <a:pt x="1310382" y="307"/>
                  </a:lnTo>
                  <a:lnTo>
                    <a:pt x="1286946" y="1025"/>
                  </a:lnTo>
                  <a:lnTo>
                    <a:pt x="1263525" y="2153"/>
                  </a:lnTo>
                  <a:lnTo>
                    <a:pt x="1240128" y="3691"/>
                  </a:lnTo>
                  <a:lnTo>
                    <a:pt x="1216761" y="5638"/>
                  </a:lnTo>
                  <a:lnTo>
                    <a:pt x="1193432" y="7994"/>
                  </a:lnTo>
                  <a:lnTo>
                    <a:pt x="1170148" y="10758"/>
                  </a:lnTo>
                  <a:lnTo>
                    <a:pt x="1146915" y="13928"/>
                  </a:lnTo>
                  <a:lnTo>
                    <a:pt x="1123742" y="17505"/>
                  </a:lnTo>
                  <a:lnTo>
                    <a:pt x="1100635" y="21487"/>
                  </a:lnTo>
                  <a:lnTo>
                    <a:pt x="1077601" y="25873"/>
                  </a:lnTo>
                  <a:lnTo>
                    <a:pt x="1054647" y="30661"/>
                  </a:lnTo>
                  <a:lnTo>
                    <a:pt x="1031781" y="35850"/>
                  </a:lnTo>
                  <a:lnTo>
                    <a:pt x="1009009" y="41438"/>
                  </a:lnTo>
                  <a:lnTo>
                    <a:pt x="986338" y="47424"/>
                  </a:lnTo>
                  <a:lnTo>
                    <a:pt x="963775" y="53806"/>
                  </a:lnTo>
                  <a:lnTo>
                    <a:pt x="941328" y="60582"/>
                  </a:lnTo>
                  <a:lnTo>
                    <a:pt x="919003" y="67750"/>
                  </a:lnTo>
                  <a:lnTo>
                    <a:pt x="896806" y="75307"/>
                  </a:lnTo>
                  <a:lnTo>
                    <a:pt x="874745" y="83251"/>
                  </a:lnTo>
                  <a:lnTo>
                    <a:pt x="852827" y="91581"/>
                  </a:lnTo>
                  <a:lnTo>
                    <a:pt x="831058" y="100293"/>
                  </a:lnTo>
                  <a:lnTo>
                    <a:pt x="809444" y="109384"/>
                  </a:lnTo>
                  <a:lnTo>
                    <a:pt x="787993" y="118852"/>
                  </a:lnTo>
                  <a:lnTo>
                    <a:pt x="766711" y="128695"/>
                  </a:lnTo>
                  <a:lnTo>
                    <a:pt x="745604" y="138908"/>
                  </a:lnTo>
                  <a:lnTo>
                    <a:pt x="724680" y="149489"/>
                  </a:lnTo>
                  <a:lnTo>
                    <a:pt x="703944" y="160434"/>
                  </a:lnTo>
                  <a:lnTo>
                    <a:pt x="683402" y="171741"/>
                  </a:lnTo>
                  <a:lnTo>
                    <a:pt x="663062" y="183406"/>
                  </a:lnTo>
                  <a:lnTo>
                    <a:pt x="642929" y="195425"/>
                  </a:lnTo>
                  <a:lnTo>
                    <a:pt x="623009" y="207794"/>
                  </a:lnTo>
                  <a:lnTo>
                    <a:pt x="603309" y="220510"/>
                  </a:lnTo>
                  <a:lnTo>
                    <a:pt x="583834" y="233569"/>
                  </a:lnTo>
                  <a:lnTo>
                    <a:pt x="564591" y="246966"/>
                  </a:lnTo>
                  <a:lnTo>
                    <a:pt x="545585" y="260699"/>
                  </a:lnTo>
                  <a:lnTo>
                    <a:pt x="526822" y="274762"/>
                  </a:lnTo>
                  <a:lnTo>
                    <a:pt x="508309" y="289151"/>
                  </a:lnTo>
                  <a:lnTo>
                    <a:pt x="490050" y="303862"/>
                  </a:lnTo>
                  <a:lnTo>
                    <a:pt x="472051" y="318890"/>
                  </a:lnTo>
                  <a:lnTo>
                    <a:pt x="454319" y="334231"/>
                  </a:lnTo>
                  <a:lnTo>
                    <a:pt x="436857" y="349880"/>
                  </a:lnTo>
                  <a:lnTo>
                    <a:pt x="419672" y="365832"/>
                  </a:lnTo>
                  <a:lnTo>
                    <a:pt x="402769" y="382082"/>
                  </a:lnTo>
                  <a:lnTo>
                    <a:pt x="386152" y="398626"/>
                  </a:lnTo>
                  <a:lnTo>
                    <a:pt x="369828" y="415458"/>
                  </a:lnTo>
                  <a:lnTo>
                    <a:pt x="353801" y="432573"/>
                  </a:lnTo>
                  <a:lnTo>
                    <a:pt x="338076" y="449966"/>
                  </a:lnTo>
                  <a:lnTo>
                    <a:pt x="322658" y="467632"/>
                  </a:lnTo>
                  <a:lnTo>
                    <a:pt x="307551" y="485564"/>
                  </a:lnTo>
                  <a:lnTo>
                    <a:pt x="292760" y="503759"/>
                  </a:lnTo>
                  <a:lnTo>
                    <a:pt x="278290" y="522209"/>
                  </a:lnTo>
                  <a:lnTo>
                    <a:pt x="264145" y="540910"/>
                  </a:lnTo>
                  <a:lnTo>
                    <a:pt x="250330" y="559855"/>
                  </a:lnTo>
                  <a:lnTo>
                    <a:pt x="236848" y="579040"/>
                  </a:lnTo>
                  <a:lnTo>
                    <a:pt x="223704" y="598457"/>
                  </a:lnTo>
                  <a:lnTo>
                    <a:pt x="210902" y="618101"/>
                  </a:lnTo>
                  <a:lnTo>
                    <a:pt x="198446" y="637967"/>
                  </a:lnTo>
                  <a:lnTo>
                    <a:pt x="186339" y="658047"/>
                  </a:lnTo>
                  <a:lnTo>
                    <a:pt x="174585" y="678336"/>
                  </a:lnTo>
                  <a:lnTo>
                    <a:pt x="163189" y="698828"/>
                  </a:lnTo>
                  <a:lnTo>
                    <a:pt x="152153" y="719516"/>
                  </a:lnTo>
                  <a:lnTo>
                    <a:pt x="141480" y="740394"/>
                  </a:lnTo>
                  <a:lnTo>
                    <a:pt x="131175" y="761456"/>
                  </a:lnTo>
                  <a:lnTo>
                    <a:pt x="121239" y="782695"/>
                  </a:lnTo>
                  <a:lnTo>
                    <a:pt x="111677" y="804104"/>
                  </a:lnTo>
                  <a:lnTo>
                    <a:pt x="102492" y="825678"/>
                  </a:lnTo>
                  <a:lnTo>
                    <a:pt x="93685" y="847409"/>
                  </a:lnTo>
                  <a:lnTo>
                    <a:pt x="85259" y="869291"/>
                  </a:lnTo>
                  <a:lnTo>
                    <a:pt x="77218" y="891317"/>
                  </a:lnTo>
                  <a:lnTo>
                    <a:pt x="69564" y="913480"/>
                  </a:lnTo>
                  <a:lnTo>
                    <a:pt x="62299" y="935773"/>
                  </a:lnTo>
                  <a:lnTo>
                    <a:pt x="55425" y="958191"/>
                  </a:lnTo>
                  <a:lnTo>
                    <a:pt x="48944" y="980725"/>
                  </a:lnTo>
                  <a:lnTo>
                    <a:pt x="42859" y="1003370"/>
                  </a:lnTo>
                  <a:lnTo>
                    <a:pt x="37171" y="1026117"/>
                  </a:lnTo>
                  <a:lnTo>
                    <a:pt x="31882" y="1048961"/>
                  </a:lnTo>
                  <a:lnTo>
                    <a:pt x="26993" y="1071893"/>
                  </a:lnTo>
                  <a:lnTo>
                    <a:pt x="22507" y="1094908"/>
                  </a:lnTo>
                  <a:lnTo>
                    <a:pt x="18424" y="1117997"/>
                  </a:lnTo>
                  <a:lnTo>
                    <a:pt x="14746" y="1141155"/>
                  </a:lnTo>
                  <a:lnTo>
                    <a:pt x="11474" y="1164373"/>
                  </a:lnTo>
                  <a:lnTo>
                    <a:pt x="8608" y="1187645"/>
                  </a:lnTo>
                  <a:lnTo>
                    <a:pt x="6150" y="1210963"/>
                  </a:lnTo>
                  <a:lnTo>
                    <a:pt x="4101" y="1234321"/>
                  </a:lnTo>
                  <a:lnTo>
                    <a:pt x="2461" y="1257712"/>
                  </a:lnTo>
                  <a:lnTo>
                    <a:pt x="1230" y="1281127"/>
                  </a:lnTo>
                  <a:lnTo>
                    <a:pt x="410" y="1304561"/>
                  </a:lnTo>
                  <a:lnTo>
                    <a:pt x="0" y="1328005"/>
                  </a:lnTo>
                  <a:lnTo>
                    <a:pt x="0" y="1351452"/>
                  </a:lnTo>
                  <a:lnTo>
                    <a:pt x="410" y="1374897"/>
                  </a:lnTo>
                  <a:lnTo>
                    <a:pt x="1230" y="1398330"/>
                  </a:lnTo>
                  <a:lnTo>
                    <a:pt x="2461" y="1421745"/>
                  </a:lnTo>
                  <a:lnTo>
                    <a:pt x="4101" y="1445136"/>
                  </a:lnTo>
                  <a:lnTo>
                    <a:pt x="6150" y="1468494"/>
                  </a:lnTo>
                  <a:lnTo>
                    <a:pt x="8608" y="1491812"/>
                  </a:lnTo>
                  <a:lnTo>
                    <a:pt x="11474" y="1515084"/>
                  </a:lnTo>
                  <a:lnTo>
                    <a:pt x="14746" y="1538303"/>
                  </a:lnTo>
                  <a:lnTo>
                    <a:pt x="18424" y="1561460"/>
                  </a:lnTo>
                  <a:lnTo>
                    <a:pt x="22507" y="1584550"/>
                  </a:lnTo>
                  <a:lnTo>
                    <a:pt x="26993" y="1607564"/>
                  </a:lnTo>
                  <a:lnTo>
                    <a:pt x="31882" y="1630497"/>
                  </a:lnTo>
                  <a:lnTo>
                    <a:pt x="37171" y="1653340"/>
                  </a:lnTo>
                  <a:lnTo>
                    <a:pt x="42859" y="1676087"/>
                  </a:lnTo>
                  <a:lnTo>
                    <a:pt x="48944" y="1698732"/>
                  </a:lnTo>
                  <a:lnTo>
                    <a:pt x="55425" y="1721266"/>
                  </a:lnTo>
                  <a:lnTo>
                    <a:pt x="62299" y="1743684"/>
                  </a:lnTo>
                  <a:lnTo>
                    <a:pt x="69564" y="1765977"/>
                  </a:lnTo>
                  <a:lnTo>
                    <a:pt x="77218" y="1788141"/>
                  </a:lnTo>
                  <a:lnTo>
                    <a:pt x="85259" y="1810167"/>
                  </a:lnTo>
                  <a:lnTo>
                    <a:pt x="93685" y="1832048"/>
                  </a:lnTo>
                  <a:lnTo>
                    <a:pt x="102492" y="1853779"/>
                  </a:lnTo>
                  <a:lnTo>
                    <a:pt x="111677" y="1875353"/>
                  </a:lnTo>
                  <a:lnTo>
                    <a:pt x="121239" y="1896762"/>
                  </a:lnTo>
                  <a:lnTo>
                    <a:pt x="131175" y="1918001"/>
                  </a:lnTo>
                  <a:lnTo>
                    <a:pt x="141480" y="1939063"/>
                  </a:lnTo>
                  <a:lnTo>
                    <a:pt x="152153" y="1959941"/>
                  </a:lnTo>
                  <a:lnTo>
                    <a:pt x="163189" y="1980629"/>
                  </a:lnTo>
                  <a:lnTo>
                    <a:pt x="174585" y="2001121"/>
                  </a:lnTo>
                  <a:lnTo>
                    <a:pt x="186339" y="2021410"/>
                  </a:lnTo>
                  <a:lnTo>
                    <a:pt x="198446" y="2041490"/>
                  </a:lnTo>
                  <a:lnTo>
                    <a:pt x="210902" y="2061356"/>
                  </a:lnTo>
                  <a:lnTo>
                    <a:pt x="223704" y="2081000"/>
                  </a:lnTo>
                  <a:lnTo>
                    <a:pt x="236848" y="2100418"/>
                  </a:lnTo>
                  <a:lnTo>
                    <a:pt x="250330" y="2119602"/>
                  </a:lnTo>
                  <a:lnTo>
                    <a:pt x="264145" y="2138547"/>
                  </a:lnTo>
                  <a:lnTo>
                    <a:pt x="278290" y="2157248"/>
                  </a:lnTo>
                  <a:lnTo>
                    <a:pt x="292760" y="2175699"/>
                  </a:lnTo>
                  <a:lnTo>
                    <a:pt x="307551" y="2193893"/>
                  </a:lnTo>
                  <a:lnTo>
                    <a:pt x="322658" y="2211826"/>
                  </a:lnTo>
                  <a:lnTo>
                    <a:pt x="338076" y="2229491"/>
                  </a:lnTo>
                  <a:lnTo>
                    <a:pt x="353801" y="2246884"/>
                  </a:lnTo>
                  <a:lnTo>
                    <a:pt x="369828" y="2263999"/>
                  </a:lnTo>
                  <a:lnTo>
                    <a:pt x="386152" y="2280831"/>
                  </a:lnTo>
                  <a:lnTo>
                    <a:pt x="402769" y="2297375"/>
                  </a:lnTo>
                  <a:lnTo>
                    <a:pt x="419672" y="2313625"/>
                  </a:lnTo>
                  <a:lnTo>
                    <a:pt x="436857" y="2329577"/>
                  </a:lnTo>
                  <a:lnTo>
                    <a:pt x="454319" y="2345226"/>
                  </a:lnTo>
                  <a:lnTo>
                    <a:pt x="472051" y="2360567"/>
                  </a:lnTo>
                  <a:lnTo>
                    <a:pt x="490050" y="2375595"/>
                  </a:lnTo>
                  <a:lnTo>
                    <a:pt x="508309" y="2390306"/>
                  </a:lnTo>
                  <a:lnTo>
                    <a:pt x="526822" y="2404696"/>
                  </a:lnTo>
                  <a:lnTo>
                    <a:pt x="545585" y="2418758"/>
                  </a:lnTo>
                  <a:lnTo>
                    <a:pt x="564591" y="2432491"/>
                  </a:lnTo>
                  <a:lnTo>
                    <a:pt x="583834" y="2445888"/>
                  </a:lnTo>
                  <a:lnTo>
                    <a:pt x="603309" y="2458947"/>
                  </a:lnTo>
                  <a:lnTo>
                    <a:pt x="623009" y="2471663"/>
                  </a:lnTo>
                  <a:lnTo>
                    <a:pt x="642929" y="2484033"/>
                  </a:lnTo>
                  <a:lnTo>
                    <a:pt x="663062" y="2496051"/>
                  </a:lnTo>
                  <a:lnTo>
                    <a:pt x="683402" y="2507716"/>
                  </a:lnTo>
                  <a:lnTo>
                    <a:pt x="703944" y="2519023"/>
                  </a:lnTo>
                  <a:lnTo>
                    <a:pt x="724680" y="2529968"/>
                  </a:lnTo>
                  <a:lnTo>
                    <a:pt x="745604" y="2540549"/>
                  </a:lnTo>
                  <a:lnTo>
                    <a:pt x="766711" y="2550763"/>
                  </a:lnTo>
                  <a:lnTo>
                    <a:pt x="787993" y="2560605"/>
                  </a:lnTo>
                  <a:lnTo>
                    <a:pt x="809444" y="2570073"/>
                  </a:lnTo>
                  <a:lnTo>
                    <a:pt x="831058" y="2579165"/>
                  </a:lnTo>
                  <a:lnTo>
                    <a:pt x="852827" y="2587876"/>
                  </a:lnTo>
                  <a:lnTo>
                    <a:pt x="874745" y="2596206"/>
                  </a:lnTo>
                  <a:lnTo>
                    <a:pt x="896806" y="2604150"/>
                  </a:lnTo>
                  <a:lnTo>
                    <a:pt x="919003" y="2611708"/>
                  </a:lnTo>
                  <a:lnTo>
                    <a:pt x="941328" y="2618875"/>
                  </a:lnTo>
                  <a:lnTo>
                    <a:pt x="963775" y="2625651"/>
                  </a:lnTo>
                  <a:lnTo>
                    <a:pt x="986338" y="2632033"/>
                  </a:lnTo>
                  <a:lnTo>
                    <a:pt x="1009009" y="2638019"/>
                  </a:lnTo>
                  <a:lnTo>
                    <a:pt x="1031781" y="2643608"/>
                  </a:lnTo>
                  <a:lnTo>
                    <a:pt x="1054647" y="2648797"/>
                  </a:lnTo>
                  <a:lnTo>
                    <a:pt x="1077601" y="2653585"/>
                  </a:lnTo>
                  <a:lnTo>
                    <a:pt x="1100635" y="2657970"/>
                  </a:lnTo>
                  <a:lnTo>
                    <a:pt x="1123742" y="2661952"/>
                  </a:lnTo>
                  <a:lnTo>
                    <a:pt x="1146915" y="2665529"/>
                  </a:lnTo>
                  <a:lnTo>
                    <a:pt x="1170148" y="2668700"/>
                  </a:lnTo>
                  <a:lnTo>
                    <a:pt x="1193432" y="2671463"/>
                  </a:lnTo>
                  <a:lnTo>
                    <a:pt x="1216761" y="2673819"/>
                  </a:lnTo>
                  <a:lnTo>
                    <a:pt x="1240128" y="2675766"/>
                  </a:lnTo>
                  <a:lnTo>
                    <a:pt x="1263525" y="2677304"/>
                  </a:lnTo>
                  <a:lnTo>
                    <a:pt x="1286946" y="2678432"/>
                  </a:lnTo>
                  <a:lnTo>
                    <a:pt x="1310382" y="2679150"/>
                  </a:lnTo>
                  <a:lnTo>
                    <a:pt x="1333828" y="2679458"/>
                  </a:lnTo>
                  <a:lnTo>
                    <a:pt x="1357276" y="2679355"/>
                  </a:lnTo>
                  <a:lnTo>
                    <a:pt x="1380718" y="2678842"/>
                  </a:lnTo>
                  <a:lnTo>
                    <a:pt x="1404147" y="2677919"/>
                  </a:lnTo>
                  <a:lnTo>
                    <a:pt x="1427557" y="2676586"/>
                  </a:lnTo>
                  <a:lnTo>
                    <a:pt x="1450940" y="2674844"/>
                  </a:lnTo>
                  <a:lnTo>
                    <a:pt x="1474289" y="2672692"/>
                  </a:lnTo>
                  <a:lnTo>
                    <a:pt x="1497596" y="2670132"/>
                  </a:lnTo>
                  <a:lnTo>
                    <a:pt x="1520856" y="2667165"/>
                  </a:lnTo>
                  <a:lnTo>
                    <a:pt x="1544059" y="2663791"/>
                  </a:lnTo>
                  <a:lnTo>
                    <a:pt x="1567201" y="2660012"/>
                  </a:lnTo>
                  <a:lnTo>
                    <a:pt x="1590272" y="2655828"/>
                  </a:lnTo>
                  <a:lnTo>
                    <a:pt x="1613267" y="2651241"/>
                  </a:lnTo>
                  <a:lnTo>
                    <a:pt x="1636178" y="2646252"/>
                  </a:lnTo>
                  <a:lnTo>
                    <a:pt x="1658998" y="2640863"/>
                  </a:lnTo>
                  <a:lnTo>
                    <a:pt x="1681720" y="2635076"/>
                  </a:lnTo>
                  <a:lnTo>
                    <a:pt x="1704338" y="2628891"/>
                  </a:lnTo>
                  <a:lnTo>
                    <a:pt x="1726843" y="2622312"/>
                  </a:lnTo>
                  <a:lnTo>
                    <a:pt x="1749231" y="2615340"/>
                  </a:lnTo>
                  <a:lnTo>
                    <a:pt x="1771492" y="2607978"/>
                  </a:lnTo>
                  <a:lnTo>
                    <a:pt x="1793622" y="2600226"/>
                  </a:lnTo>
                  <a:lnTo>
                    <a:pt x="1815612" y="2592089"/>
                  </a:lnTo>
                  <a:lnTo>
                    <a:pt x="1837457" y="2583568"/>
                  </a:lnTo>
                  <a:lnTo>
                    <a:pt x="1859149" y="2574666"/>
                  </a:lnTo>
                  <a:lnTo>
                    <a:pt x="1880682" y="2565386"/>
                  </a:lnTo>
                  <a:lnTo>
                    <a:pt x="1902050" y="2555730"/>
                  </a:lnTo>
                  <a:lnTo>
                    <a:pt x="1923245" y="2545702"/>
                  </a:lnTo>
                  <a:lnTo>
                    <a:pt x="1944261" y="2535305"/>
                  </a:lnTo>
                  <a:lnTo>
                    <a:pt x="1965092" y="2524541"/>
                  </a:lnTo>
                  <a:lnTo>
                    <a:pt x="1985732" y="2513414"/>
                  </a:lnTo>
                  <a:lnTo>
                    <a:pt x="2006174" y="2501928"/>
                  </a:lnTo>
                  <a:lnTo>
                    <a:pt x="2026411" y="2490086"/>
                  </a:lnTo>
                  <a:lnTo>
                    <a:pt x="2046439" y="2477892"/>
                  </a:lnTo>
                  <a:lnTo>
                    <a:pt x="2066249" y="2465348"/>
                  </a:lnTo>
                  <a:lnTo>
                    <a:pt x="2085838" y="2452461"/>
                  </a:lnTo>
                  <a:lnTo>
                    <a:pt x="2105197" y="2439232"/>
                  </a:lnTo>
                  <a:lnTo>
                    <a:pt x="2124322" y="2425666"/>
                  </a:lnTo>
                  <a:lnTo>
                    <a:pt x="2143207" y="2411768"/>
                  </a:lnTo>
                  <a:lnTo>
                    <a:pt x="2161846" y="2397541"/>
                  </a:lnTo>
                  <a:lnTo>
                    <a:pt x="2180233" y="2382991"/>
                  </a:lnTo>
                  <a:lnTo>
                    <a:pt x="2198362" y="2368121"/>
                  </a:lnTo>
                  <a:lnTo>
                    <a:pt x="2216229" y="2352936"/>
                  </a:lnTo>
                  <a:lnTo>
                    <a:pt x="2233827" y="2337440"/>
                  </a:lnTo>
                  <a:lnTo>
                    <a:pt x="2251151" y="2321639"/>
                  </a:lnTo>
                  <a:lnTo>
                    <a:pt x="2268195" y="2305537"/>
                  </a:lnTo>
                  <a:lnTo>
                    <a:pt x="2284956" y="2289139"/>
                  </a:lnTo>
                  <a:lnTo>
                    <a:pt x="2301427" y="2272451"/>
                  </a:lnTo>
                  <a:lnTo>
                    <a:pt x="2317603" y="2255477"/>
                  </a:lnTo>
                  <a:lnTo>
                    <a:pt x="2333480" y="2238222"/>
                  </a:lnTo>
                  <a:lnTo>
                    <a:pt x="2349052" y="2220692"/>
                  </a:lnTo>
                  <a:lnTo>
                    <a:pt x="2364315" y="2202892"/>
                  </a:lnTo>
                  <a:lnTo>
                    <a:pt x="2379265" y="2184828"/>
                  </a:lnTo>
                  <a:lnTo>
                    <a:pt x="2393896" y="2166505"/>
                  </a:lnTo>
                  <a:lnTo>
                    <a:pt x="2408204" y="2147929"/>
                  </a:lnTo>
                  <a:lnTo>
                    <a:pt x="2422184" y="2129105"/>
                  </a:lnTo>
                  <a:lnTo>
                    <a:pt x="2435833" y="2110039"/>
                  </a:lnTo>
                  <a:lnTo>
                    <a:pt x="2449147" y="2090738"/>
                  </a:lnTo>
                  <a:lnTo>
                    <a:pt x="2462120" y="2071206"/>
                  </a:lnTo>
                  <a:lnTo>
                    <a:pt x="2474750" y="2051450"/>
                  </a:lnTo>
                  <a:lnTo>
                    <a:pt x="2487032" y="2031477"/>
                  </a:lnTo>
                  <a:lnTo>
                    <a:pt x="2498962" y="2011291"/>
                  </a:lnTo>
                  <a:lnTo>
                    <a:pt x="2510538" y="1990900"/>
                  </a:lnTo>
                  <a:lnTo>
                    <a:pt x="2521755" y="1970309"/>
                  </a:lnTo>
                  <a:lnTo>
                    <a:pt x="2532609" y="1949525"/>
                  </a:lnTo>
                  <a:lnTo>
                    <a:pt x="2543099" y="1928554"/>
                  </a:lnTo>
                  <a:lnTo>
                    <a:pt x="2553220" y="1907403"/>
                  </a:lnTo>
                  <a:lnTo>
                    <a:pt x="2562969" y="1886078"/>
                  </a:lnTo>
                  <a:lnTo>
                    <a:pt x="2572343" y="1864586"/>
                  </a:lnTo>
                  <a:lnTo>
                    <a:pt x="2581340" y="1842933"/>
                  </a:lnTo>
                  <a:lnTo>
                    <a:pt x="2589956" y="1821126"/>
                  </a:lnTo>
                  <a:lnTo>
                    <a:pt x="2598190" y="1799171"/>
                  </a:lnTo>
                  <a:lnTo>
                    <a:pt x="2606038" y="1777076"/>
                  </a:lnTo>
                  <a:lnTo>
                    <a:pt x="2613498" y="1754846"/>
                  </a:lnTo>
                  <a:lnTo>
                    <a:pt x="2620568" y="1732490"/>
                  </a:lnTo>
                  <a:lnTo>
                    <a:pt x="2627245" y="1710013"/>
                  </a:lnTo>
                  <a:lnTo>
                    <a:pt x="2633528" y="1687423"/>
                  </a:lnTo>
                  <a:lnTo>
                    <a:pt x="2639415" y="1664726"/>
                  </a:lnTo>
                  <a:lnTo>
                    <a:pt x="2644904" y="1641930"/>
                  </a:lnTo>
                  <a:lnTo>
                    <a:pt x="2649993" y="1619041"/>
                  </a:lnTo>
                  <a:lnTo>
                    <a:pt x="2654680" y="1596067"/>
                  </a:lnTo>
                  <a:lnTo>
                    <a:pt x="2658965" y="1573014"/>
                  </a:lnTo>
                  <a:lnTo>
                    <a:pt x="2662846" y="1549889"/>
                  </a:lnTo>
                  <a:lnTo>
                    <a:pt x="2666321" y="1526701"/>
                  </a:lnTo>
                  <a:lnTo>
                    <a:pt x="2669390" y="1503455"/>
                  </a:lnTo>
                  <a:lnTo>
                    <a:pt x="2672052" y="1480158"/>
                  </a:lnTo>
                  <a:lnTo>
                    <a:pt x="2674306" y="1456819"/>
                  </a:lnTo>
                  <a:lnTo>
                    <a:pt x="2676150" y="1433444"/>
                  </a:lnTo>
                  <a:lnTo>
                    <a:pt x="2677586" y="1410040"/>
                  </a:lnTo>
                  <a:lnTo>
                    <a:pt x="2678611" y="1386615"/>
                  </a:lnTo>
                  <a:lnTo>
                    <a:pt x="2679227" y="1363175"/>
                  </a:lnTo>
                  <a:lnTo>
                    <a:pt x="2679432" y="1339729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678318" y="1333915"/>
              <a:ext cx="4871695" cy="4871742"/>
            </a:xfrm>
            <a:custGeom>
              <a:avLst/>
              <a:pathLst>
                <a:path w="4871695" h="4871742">
                  <a:moveTo>
                    <a:pt x="4871695" y="2435871"/>
                  </a:moveTo>
                  <a:lnTo>
                    <a:pt x="4871322" y="2393240"/>
                  </a:lnTo>
                  <a:lnTo>
                    <a:pt x="4870203" y="2350622"/>
                  </a:lnTo>
                  <a:lnTo>
                    <a:pt x="4868338" y="2308031"/>
                  </a:lnTo>
                  <a:lnTo>
                    <a:pt x="4865728" y="2265479"/>
                  </a:lnTo>
                  <a:lnTo>
                    <a:pt x="4862374" y="2222979"/>
                  </a:lnTo>
                  <a:lnTo>
                    <a:pt x="4858277" y="2180544"/>
                  </a:lnTo>
                  <a:lnTo>
                    <a:pt x="4853437" y="2138187"/>
                  </a:lnTo>
                  <a:lnTo>
                    <a:pt x="4847857" y="2095921"/>
                  </a:lnTo>
                  <a:lnTo>
                    <a:pt x="4841538" y="2053760"/>
                  </a:lnTo>
                  <a:lnTo>
                    <a:pt x="4834482" y="2011716"/>
                  </a:lnTo>
                  <a:lnTo>
                    <a:pt x="4826692" y="1969801"/>
                  </a:lnTo>
                  <a:lnTo>
                    <a:pt x="4818169" y="1928030"/>
                  </a:lnTo>
                  <a:lnTo>
                    <a:pt x="4808916" y="1886414"/>
                  </a:lnTo>
                  <a:lnTo>
                    <a:pt x="4798937" y="1844966"/>
                  </a:lnTo>
                  <a:lnTo>
                    <a:pt x="4788234" y="1803699"/>
                  </a:lnTo>
                  <a:lnTo>
                    <a:pt x="4776810" y="1762626"/>
                  </a:lnTo>
                  <a:lnTo>
                    <a:pt x="4764669" y="1721759"/>
                  </a:lnTo>
                  <a:lnTo>
                    <a:pt x="4751814" y="1681111"/>
                  </a:lnTo>
                  <a:lnTo>
                    <a:pt x="4738251" y="1640694"/>
                  </a:lnTo>
                  <a:lnTo>
                    <a:pt x="4723981" y="1600520"/>
                  </a:lnTo>
                  <a:lnTo>
                    <a:pt x="4709012" y="1560603"/>
                  </a:lnTo>
                  <a:lnTo>
                    <a:pt x="4693345" y="1520953"/>
                  </a:lnTo>
                  <a:lnTo>
                    <a:pt x="4676988" y="1481584"/>
                  </a:lnTo>
                  <a:lnTo>
                    <a:pt x="4659943" y="1442507"/>
                  </a:lnTo>
                  <a:lnTo>
                    <a:pt x="4642218" y="1403735"/>
                  </a:lnTo>
                  <a:lnTo>
                    <a:pt x="4623817" y="1365278"/>
                  </a:lnTo>
                  <a:lnTo>
                    <a:pt x="4604745" y="1327150"/>
                  </a:lnTo>
                  <a:lnTo>
                    <a:pt x="4585009" y="1289361"/>
                  </a:lnTo>
                  <a:lnTo>
                    <a:pt x="4564615" y="1251923"/>
                  </a:lnTo>
                  <a:lnTo>
                    <a:pt x="4543568" y="1214848"/>
                  </a:lnTo>
                  <a:lnTo>
                    <a:pt x="4521877" y="1178147"/>
                  </a:lnTo>
                  <a:lnTo>
                    <a:pt x="4499546" y="1141831"/>
                  </a:lnTo>
                  <a:lnTo>
                    <a:pt x="4476582" y="1105912"/>
                  </a:lnTo>
                  <a:lnTo>
                    <a:pt x="4452994" y="1070400"/>
                  </a:lnTo>
                  <a:lnTo>
                    <a:pt x="4428788" y="1035306"/>
                  </a:lnTo>
                  <a:lnTo>
                    <a:pt x="4403972" y="1000641"/>
                  </a:lnTo>
                  <a:lnTo>
                    <a:pt x="4378552" y="966416"/>
                  </a:lnTo>
                  <a:lnTo>
                    <a:pt x="4352538" y="932641"/>
                  </a:lnTo>
                  <a:lnTo>
                    <a:pt x="4325936" y="899326"/>
                  </a:lnTo>
                  <a:lnTo>
                    <a:pt x="4298756" y="866482"/>
                  </a:lnTo>
                  <a:lnTo>
                    <a:pt x="4271004" y="834119"/>
                  </a:lnTo>
                  <a:lnTo>
                    <a:pt x="4242691" y="802246"/>
                  </a:lnTo>
                  <a:lnTo>
                    <a:pt x="4213824" y="770874"/>
                  </a:lnTo>
                  <a:lnTo>
                    <a:pt x="4184413" y="740012"/>
                  </a:lnTo>
                  <a:lnTo>
                    <a:pt x="4154466" y="709669"/>
                  </a:lnTo>
                  <a:lnTo>
                    <a:pt x="4123992" y="679855"/>
                  </a:lnTo>
                  <a:lnTo>
                    <a:pt x="4093002" y="650579"/>
                  </a:lnTo>
                  <a:lnTo>
                    <a:pt x="4061503" y="621850"/>
                  </a:lnTo>
                  <a:lnTo>
                    <a:pt x="4029507" y="593676"/>
                  </a:lnTo>
                  <a:lnTo>
                    <a:pt x="3997023" y="566067"/>
                  </a:lnTo>
                  <a:lnTo>
                    <a:pt x="3964060" y="539030"/>
                  </a:lnTo>
                  <a:lnTo>
                    <a:pt x="3930630" y="512574"/>
                  </a:lnTo>
                  <a:lnTo>
                    <a:pt x="3896741" y="486708"/>
                  </a:lnTo>
                  <a:lnTo>
                    <a:pt x="3862405" y="461439"/>
                  </a:lnTo>
                  <a:lnTo>
                    <a:pt x="3827632" y="436774"/>
                  </a:lnTo>
                  <a:lnTo>
                    <a:pt x="3792432" y="412722"/>
                  </a:lnTo>
                  <a:lnTo>
                    <a:pt x="3756818" y="389289"/>
                  </a:lnTo>
                  <a:lnTo>
                    <a:pt x="3720798" y="366483"/>
                  </a:lnTo>
                  <a:lnTo>
                    <a:pt x="3684385" y="344312"/>
                  </a:lnTo>
                  <a:lnTo>
                    <a:pt x="3647589" y="322780"/>
                  </a:lnTo>
                  <a:lnTo>
                    <a:pt x="3610422" y="301896"/>
                  </a:lnTo>
                  <a:lnTo>
                    <a:pt x="3572896" y="281666"/>
                  </a:lnTo>
                  <a:lnTo>
                    <a:pt x="3535021" y="262096"/>
                  </a:lnTo>
                  <a:lnTo>
                    <a:pt x="3496809" y="243191"/>
                  </a:lnTo>
                  <a:lnTo>
                    <a:pt x="3458273" y="224958"/>
                  </a:lnTo>
                  <a:lnTo>
                    <a:pt x="3419423" y="207403"/>
                  </a:lnTo>
                  <a:lnTo>
                    <a:pt x="3380272" y="190530"/>
                  </a:lnTo>
                  <a:lnTo>
                    <a:pt x="3340831" y="174344"/>
                  </a:lnTo>
                  <a:lnTo>
                    <a:pt x="3301114" y="158852"/>
                  </a:lnTo>
                  <a:lnTo>
                    <a:pt x="3261131" y="144057"/>
                  </a:lnTo>
                  <a:lnTo>
                    <a:pt x="3220896" y="129963"/>
                  </a:lnTo>
                  <a:lnTo>
                    <a:pt x="3180420" y="116577"/>
                  </a:lnTo>
                  <a:lnTo>
                    <a:pt x="3139716" y="103900"/>
                  </a:lnTo>
                  <a:lnTo>
                    <a:pt x="3098796" y="91938"/>
                  </a:lnTo>
                  <a:lnTo>
                    <a:pt x="3057673" y="80694"/>
                  </a:lnTo>
                  <a:lnTo>
                    <a:pt x="3016360" y="70171"/>
                  </a:lnTo>
                  <a:lnTo>
                    <a:pt x="2974869" y="60373"/>
                  </a:lnTo>
                  <a:lnTo>
                    <a:pt x="2933213" y="51303"/>
                  </a:lnTo>
                  <a:lnTo>
                    <a:pt x="2891404" y="42963"/>
                  </a:lnTo>
                  <a:lnTo>
                    <a:pt x="2849456" y="35356"/>
                  </a:lnTo>
                  <a:lnTo>
                    <a:pt x="2807381" y="28484"/>
                  </a:lnTo>
                  <a:lnTo>
                    <a:pt x="2765193" y="22350"/>
                  </a:lnTo>
                  <a:lnTo>
                    <a:pt x="2722903" y="16955"/>
                  </a:lnTo>
                  <a:lnTo>
                    <a:pt x="2680526" y="12301"/>
                  </a:lnTo>
                  <a:lnTo>
                    <a:pt x="2638073" y="8389"/>
                  </a:lnTo>
                  <a:lnTo>
                    <a:pt x="2595559" y="5221"/>
                  </a:lnTo>
                  <a:lnTo>
                    <a:pt x="2552996" y="2797"/>
                  </a:lnTo>
                  <a:lnTo>
                    <a:pt x="2510396" y="1119"/>
                  </a:lnTo>
                  <a:lnTo>
                    <a:pt x="2467774" y="186"/>
                  </a:lnTo>
                  <a:lnTo>
                    <a:pt x="2425142" y="0"/>
                  </a:lnTo>
                  <a:lnTo>
                    <a:pt x="2382514" y="559"/>
                  </a:lnTo>
                  <a:lnTo>
                    <a:pt x="2339902" y="1865"/>
                  </a:lnTo>
                  <a:lnTo>
                    <a:pt x="2297319" y="3916"/>
                  </a:lnTo>
                  <a:lnTo>
                    <a:pt x="2254778" y="6712"/>
                  </a:lnTo>
                  <a:lnTo>
                    <a:pt x="2212293" y="10252"/>
                  </a:lnTo>
                  <a:lnTo>
                    <a:pt x="2169877" y="14535"/>
                  </a:lnTo>
                  <a:lnTo>
                    <a:pt x="2127542" y="19560"/>
                  </a:lnTo>
                  <a:lnTo>
                    <a:pt x="2085301" y="25325"/>
                  </a:lnTo>
                  <a:lnTo>
                    <a:pt x="2043168" y="31828"/>
                  </a:lnTo>
                  <a:lnTo>
                    <a:pt x="2001155" y="39068"/>
                  </a:lnTo>
                  <a:lnTo>
                    <a:pt x="1959275" y="47041"/>
                  </a:lnTo>
                  <a:lnTo>
                    <a:pt x="1917541" y="55747"/>
                  </a:lnTo>
                  <a:lnTo>
                    <a:pt x="1875965" y="65182"/>
                  </a:lnTo>
                  <a:lnTo>
                    <a:pt x="1834562" y="75342"/>
                  </a:lnTo>
                  <a:lnTo>
                    <a:pt x="1793342" y="86226"/>
                  </a:lnTo>
                  <a:lnTo>
                    <a:pt x="1752319" y="97830"/>
                  </a:lnTo>
                  <a:lnTo>
                    <a:pt x="1711506" y="110149"/>
                  </a:lnTo>
                  <a:lnTo>
                    <a:pt x="1670914" y="123182"/>
                  </a:lnTo>
                  <a:lnTo>
                    <a:pt x="1630557" y="136922"/>
                  </a:lnTo>
                  <a:lnTo>
                    <a:pt x="1590447" y="151367"/>
                  </a:lnTo>
                  <a:lnTo>
                    <a:pt x="1550595" y="166511"/>
                  </a:lnTo>
                  <a:lnTo>
                    <a:pt x="1511014" y="182351"/>
                  </a:lnTo>
                  <a:lnTo>
                    <a:pt x="1471717" y="198881"/>
                  </a:lnTo>
                  <a:lnTo>
                    <a:pt x="1432715" y="216096"/>
                  </a:lnTo>
                  <a:lnTo>
                    <a:pt x="1394020" y="233991"/>
                  </a:lnTo>
                  <a:lnTo>
                    <a:pt x="1355645" y="252560"/>
                  </a:lnTo>
                  <a:lnTo>
                    <a:pt x="1317600" y="271798"/>
                  </a:lnTo>
                  <a:lnTo>
                    <a:pt x="1279898" y="291699"/>
                  </a:lnTo>
                  <a:lnTo>
                    <a:pt x="1242550" y="312257"/>
                  </a:lnTo>
                  <a:lnTo>
                    <a:pt x="1205567" y="333465"/>
                  </a:lnTo>
                  <a:lnTo>
                    <a:pt x="1168961" y="355318"/>
                  </a:lnTo>
                  <a:lnTo>
                    <a:pt x="1132744" y="377807"/>
                  </a:lnTo>
                  <a:lnTo>
                    <a:pt x="1096925" y="400927"/>
                  </a:lnTo>
                  <a:lnTo>
                    <a:pt x="1061516" y="424671"/>
                  </a:lnTo>
                  <a:lnTo>
                    <a:pt x="1026529" y="449030"/>
                  </a:lnTo>
                  <a:lnTo>
                    <a:pt x="991973" y="473998"/>
                  </a:lnTo>
                  <a:lnTo>
                    <a:pt x="957859" y="499567"/>
                  </a:lnTo>
                  <a:lnTo>
                    <a:pt x="924198" y="525729"/>
                  </a:lnTo>
                  <a:lnTo>
                    <a:pt x="891001" y="552476"/>
                  </a:lnTo>
                  <a:lnTo>
                    <a:pt x="858276" y="579800"/>
                  </a:lnTo>
                  <a:lnTo>
                    <a:pt x="826034" y="607693"/>
                  </a:lnTo>
                  <a:lnTo>
                    <a:pt x="794286" y="636145"/>
                  </a:lnTo>
                  <a:lnTo>
                    <a:pt x="763040" y="665149"/>
                  </a:lnTo>
                  <a:lnTo>
                    <a:pt x="732307" y="694695"/>
                  </a:lnTo>
                  <a:lnTo>
                    <a:pt x="702096" y="724775"/>
                  </a:lnTo>
                  <a:lnTo>
                    <a:pt x="672415" y="755379"/>
                  </a:lnTo>
                  <a:lnTo>
                    <a:pt x="643275" y="786497"/>
                  </a:lnTo>
                  <a:lnTo>
                    <a:pt x="614684" y="818121"/>
                  </a:lnTo>
                  <a:lnTo>
                    <a:pt x="586650" y="850240"/>
                  </a:lnTo>
                  <a:lnTo>
                    <a:pt x="559184" y="882845"/>
                  </a:lnTo>
                  <a:lnTo>
                    <a:pt x="532291" y="915925"/>
                  </a:lnTo>
                  <a:lnTo>
                    <a:pt x="505982" y="949471"/>
                  </a:lnTo>
                  <a:lnTo>
                    <a:pt x="480264" y="983473"/>
                  </a:lnTo>
                  <a:lnTo>
                    <a:pt x="455145" y="1017919"/>
                  </a:lnTo>
                  <a:lnTo>
                    <a:pt x="430633" y="1052800"/>
                  </a:lnTo>
                  <a:lnTo>
                    <a:pt x="406735" y="1088104"/>
                  </a:lnTo>
                  <a:lnTo>
                    <a:pt x="383459" y="1123821"/>
                  </a:lnTo>
                  <a:lnTo>
                    <a:pt x="360811" y="1159940"/>
                  </a:lnTo>
                  <a:lnTo>
                    <a:pt x="338798" y="1196450"/>
                  </a:lnTo>
                  <a:lnTo>
                    <a:pt x="317429" y="1233339"/>
                  </a:lnTo>
                  <a:lnTo>
                    <a:pt x="296707" y="1270597"/>
                  </a:lnTo>
                  <a:lnTo>
                    <a:pt x="276642" y="1308212"/>
                  </a:lnTo>
                  <a:lnTo>
                    <a:pt x="257237" y="1346172"/>
                  </a:lnTo>
                  <a:lnTo>
                    <a:pt x="238500" y="1384466"/>
                  </a:lnTo>
                  <a:lnTo>
                    <a:pt x="220436" y="1423082"/>
                  </a:lnTo>
                  <a:lnTo>
                    <a:pt x="203050" y="1462008"/>
                  </a:lnTo>
                  <a:lnTo>
                    <a:pt x="186349" y="1501233"/>
                  </a:lnTo>
                  <a:lnTo>
                    <a:pt x="170336" y="1540744"/>
                  </a:lnTo>
                  <a:lnTo>
                    <a:pt x="155017" y="1580529"/>
                  </a:lnTo>
                  <a:lnTo>
                    <a:pt x="140397" y="1620576"/>
                  </a:lnTo>
                  <a:lnTo>
                    <a:pt x="126480" y="1660873"/>
                  </a:lnTo>
                  <a:lnTo>
                    <a:pt x="113271" y="1701407"/>
                  </a:lnTo>
                  <a:lnTo>
                    <a:pt x="100773" y="1742166"/>
                  </a:lnTo>
                  <a:lnTo>
                    <a:pt x="88990" y="1783137"/>
                  </a:lnTo>
                  <a:lnTo>
                    <a:pt x="77926" y="1824309"/>
                  </a:lnTo>
                  <a:lnTo>
                    <a:pt x="67584" y="1865668"/>
                  </a:lnTo>
                  <a:lnTo>
                    <a:pt x="57967" y="1907201"/>
                  </a:lnTo>
                  <a:lnTo>
                    <a:pt x="49079" y="1948897"/>
                  </a:lnTo>
                  <a:lnTo>
                    <a:pt x="40922" y="1990742"/>
                  </a:lnTo>
                  <a:lnTo>
                    <a:pt x="33499" y="2032722"/>
                  </a:lnTo>
                  <a:lnTo>
                    <a:pt x="26811" y="2074827"/>
                  </a:lnTo>
                  <a:lnTo>
                    <a:pt x="20862" y="2117042"/>
                  </a:lnTo>
                  <a:lnTo>
                    <a:pt x="15652" y="2159355"/>
                  </a:lnTo>
                  <a:lnTo>
                    <a:pt x="11183" y="2201752"/>
                  </a:lnTo>
                  <a:lnTo>
                    <a:pt x="7457" y="2244221"/>
                  </a:lnTo>
                  <a:lnTo>
                    <a:pt x="4475" y="2286749"/>
                  </a:lnTo>
                  <a:lnTo>
                    <a:pt x="2238" y="2329323"/>
                  </a:lnTo>
                  <a:lnTo>
                    <a:pt x="746" y="2371929"/>
                  </a:lnTo>
                  <a:lnTo>
                    <a:pt x="0" y="2414554"/>
                  </a:lnTo>
                  <a:lnTo>
                    <a:pt x="0" y="2457187"/>
                  </a:lnTo>
                  <a:lnTo>
                    <a:pt x="746" y="2499812"/>
                  </a:lnTo>
                  <a:lnTo>
                    <a:pt x="2238" y="2542419"/>
                  </a:lnTo>
                  <a:lnTo>
                    <a:pt x="4475" y="2584992"/>
                  </a:lnTo>
                  <a:lnTo>
                    <a:pt x="7457" y="2627520"/>
                  </a:lnTo>
                  <a:lnTo>
                    <a:pt x="11183" y="2669989"/>
                  </a:lnTo>
                  <a:lnTo>
                    <a:pt x="15652" y="2712386"/>
                  </a:lnTo>
                  <a:lnTo>
                    <a:pt x="20862" y="2754699"/>
                  </a:lnTo>
                  <a:lnTo>
                    <a:pt x="26811" y="2796914"/>
                  </a:lnTo>
                  <a:lnTo>
                    <a:pt x="33499" y="2839019"/>
                  </a:lnTo>
                  <a:lnTo>
                    <a:pt x="40922" y="2881000"/>
                  </a:lnTo>
                  <a:lnTo>
                    <a:pt x="49079" y="2922844"/>
                  </a:lnTo>
                  <a:lnTo>
                    <a:pt x="57967" y="2964540"/>
                  </a:lnTo>
                  <a:lnTo>
                    <a:pt x="67584" y="3006073"/>
                  </a:lnTo>
                  <a:lnTo>
                    <a:pt x="77926" y="3047432"/>
                  </a:lnTo>
                  <a:lnTo>
                    <a:pt x="88990" y="3088604"/>
                  </a:lnTo>
                  <a:lnTo>
                    <a:pt x="100773" y="3129575"/>
                  </a:lnTo>
                  <a:lnTo>
                    <a:pt x="113271" y="3170334"/>
                  </a:lnTo>
                  <a:lnTo>
                    <a:pt x="126480" y="3210869"/>
                  </a:lnTo>
                  <a:lnTo>
                    <a:pt x="140397" y="3251165"/>
                  </a:lnTo>
                  <a:lnTo>
                    <a:pt x="155017" y="3291212"/>
                  </a:lnTo>
                  <a:lnTo>
                    <a:pt x="170336" y="3330997"/>
                  </a:lnTo>
                  <a:lnTo>
                    <a:pt x="186349" y="3370508"/>
                  </a:lnTo>
                  <a:lnTo>
                    <a:pt x="203050" y="3409733"/>
                  </a:lnTo>
                  <a:lnTo>
                    <a:pt x="220436" y="3448659"/>
                  </a:lnTo>
                  <a:lnTo>
                    <a:pt x="238500" y="3487275"/>
                  </a:lnTo>
                  <a:lnTo>
                    <a:pt x="257237" y="3525569"/>
                  </a:lnTo>
                  <a:lnTo>
                    <a:pt x="276642" y="3563529"/>
                  </a:lnTo>
                  <a:lnTo>
                    <a:pt x="296707" y="3601144"/>
                  </a:lnTo>
                  <a:lnTo>
                    <a:pt x="317429" y="3638402"/>
                  </a:lnTo>
                  <a:lnTo>
                    <a:pt x="338798" y="3675291"/>
                  </a:lnTo>
                  <a:lnTo>
                    <a:pt x="360811" y="3711801"/>
                  </a:lnTo>
                  <a:lnTo>
                    <a:pt x="383459" y="3747920"/>
                  </a:lnTo>
                  <a:lnTo>
                    <a:pt x="406735" y="3783637"/>
                  </a:lnTo>
                  <a:lnTo>
                    <a:pt x="430633" y="3818942"/>
                  </a:lnTo>
                  <a:lnTo>
                    <a:pt x="455145" y="3853822"/>
                  </a:lnTo>
                  <a:lnTo>
                    <a:pt x="480264" y="3888268"/>
                  </a:lnTo>
                  <a:lnTo>
                    <a:pt x="505982" y="3922270"/>
                  </a:lnTo>
                  <a:lnTo>
                    <a:pt x="532291" y="3955816"/>
                  </a:lnTo>
                  <a:lnTo>
                    <a:pt x="559184" y="3988897"/>
                  </a:lnTo>
                  <a:lnTo>
                    <a:pt x="586650" y="4021501"/>
                  </a:lnTo>
                  <a:lnTo>
                    <a:pt x="614684" y="4053621"/>
                  </a:lnTo>
                  <a:lnTo>
                    <a:pt x="643275" y="4085244"/>
                  </a:lnTo>
                  <a:lnTo>
                    <a:pt x="672415" y="4116363"/>
                  </a:lnTo>
                  <a:lnTo>
                    <a:pt x="702096" y="4146966"/>
                  </a:lnTo>
                  <a:lnTo>
                    <a:pt x="732307" y="4177046"/>
                  </a:lnTo>
                  <a:lnTo>
                    <a:pt x="763040" y="4206592"/>
                  </a:lnTo>
                  <a:lnTo>
                    <a:pt x="794286" y="4235596"/>
                  </a:lnTo>
                  <a:lnTo>
                    <a:pt x="826034" y="4264048"/>
                  </a:lnTo>
                  <a:lnTo>
                    <a:pt x="858276" y="4291941"/>
                  </a:lnTo>
                  <a:lnTo>
                    <a:pt x="891001" y="4319265"/>
                  </a:lnTo>
                  <a:lnTo>
                    <a:pt x="924198" y="4346012"/>
                  </a:lnTo>
                  <a:lnTo>
                    <a:pt x="957859" y="4372174"/>
                  </a:lnTo>
                  <a:lnTo>
                    <a:pt x="991973" y="4397743"/>
                  </a:lnTo>
                  <a:lnTo>
                    <a:pt x="1026529" y="4422711"/>
                  </a:lnTo>
                  <a:lnTo>
                    <a:pt x="1061516" y="4447070"/>
                  </a:lnTo>
                  <a:lnTo>
                    <a:pt x="1096925" y="4470814"/>
                  </a:lnTo>
                  <a:lnTo>
                    <a:pt x="1132744" y="4493934"/>
                  </a:lnTo>
                  <a:lnTo>
                    <a:pt x="1168961" y="4516423"/>
                  </a:lnTo>
                  <a:lnTo>
                    <a:pt x="1205567" y="4538276"/>
                  </a:lnTo>
                  <a:lnTo>
                    <a:pt x="1242550" y="4559484"/>
                  </a:lnTo>
                  <a:lnTo>
                    <a:pt x="1279898" y="4580042"/>
                  </a:lnTo>
                  <a:lnTo>
                    <a:pt x="1317600" y="4599943"/>
                  </a:lnTo>
                  <a:lnTo>
                    <a:pt x="1355645" y="4619181"/>
                  </a:lnTo>
                  <a:lnTo>
                    <a:pt x="1394020" y="4637751"/>
                  </a:lnTo>
                  <a:lnTo>
                    <a:pt x="1432715" y="4655646"/>
                  </a:lnTo>
                  <a:lnTo>
                    <a:pt x="1471717" y="4672861"/>
                  </a:lnTo>
                  <a:lnTo>
                    <a:pt x="1511014" y="4689390"/>
                  </a:lnTo>
                  <a:lnTo>
                    <a:pt x="1550595" y="4705230"/>
                  </a:lnTo>
                  <a:lnTo>
                    <a:pt x="1590447" y="4720374"/>
                  </a:lnTo>
                  <a:lnTo>
                    <a:pt x="1630557" y="4734819"/>
                  </a:lnTo>
                  <a:lnTo>
                    <a:pt x="1670914" y="4748560"/>
                  </a:lnTo>
                  <a:lnTo>
                    <a:pt x="1711506" y="4761592"/>
                  </a:lnTo>
                  <a:lnTo>
                    <a:pt x="1752319" y="4773911"/>
                  </a:lnTo>
                  <a:lnTo>
                    <a:pt x="1793342" y="4785515"/>
                  </a:lnTo>
                  <a:lnTo>
                    <a:pt x="1834562" y="4796399"/>
                  </a:lnTo>
                  <a:lnTo>
                    <a:pt x="1875965" y="4806560"/>
                  </a:lnTo>
                  <a:lnTo>
                    <a:pt x="1917541" y="4815994"/>
                  </a:lnTo>
                  <a:lnTo>
                    <a:pt x="1959275" y="4824700"/>
                  </a:lnTo>
                  <a:lnTo>
                    <a:pt x="2001155" y="4832674"/>
                  </a:lnTo>
                  <a:lnTo>
                    <a:pt x="2043168" y="4839913"/>
                  </a:lnTo>
                  <a:lnTo>
                    <a:pt x="2085301" y="4846416"/>
                  </a:lnTo>
                  <a:lnTo>
                    <a:pt x="2127542" y="4852181"/>
                  </a:lnTo>
                  <a:lnTo>
                    <a:pt x="2169877" y="4857206"/>
                  </a:lnTo>
                  <a:lnTo>
                    <a:pt x="2212293" y="4861489"/>
                  </a:lnTo>
                  <a:lnTo>
                    <a:pt x="2254778" y="4865029"/>
                  </a:lnTo>
                  <a:lnTo>
                    <a:pt x="2297319" y="4867825"/>
                  </a:lnTo>
                  <a:lnTo>
                    <a:pt x="2339902" y="4869877"/>
                  </a:lnTo>
                  <a:lnTo>
                    <a:pt x="2382514" y="4871182"/>
                  </a:lnTo>
                  <a:lnTo>
                    <a:pt x="2425142" y="4871742"/>
                  </a:lnTo>
                  <a:lnTo>
                    <a:pt x="2467774" y="4871555"/>
                  </a:lnTo>
                  <a:lnTo>
                    <a:pt x="2510396" y="4870623"/>
                  </a:lnTo>
                  <a:lnTo>
                    <a:pt x="2552996" y="4868944"/>
                  </a:lnTo>
                  <a:lnTo>
                    <a:pt x="2595559" y="4866520"/>
                  </a:lnTo>
                  <a:lnTo>
                    <a:pt x="2638073" y="4863352"/>
                  </a:lnTo>
                  <a:lnTo>
                    <a:pt x="2680526" y="4859441"/>
                  </a:lnTo>
                  <a:lnTo>
                    <a:pt x="2722903" y="4854786"/>
                  </a:lnTo>
                  <a:lnTo>
                    <a:pt x="2765193" y="4849391"/>
                  </a:lnTo>
                  <a:lnTo>
                    <a:pt x="2807381" y="4843257"/>
                  </a:lnTo>
                  <a:lnTo>
                    <a:pt x="2849456" y="4836385"/>
                  </a:lnTo>
                  <a:lnTo>
                    <a:pt x="2891404" y="4828778"/>
                  </a:lnTo>
                  <a:lnTo>
                    <a:pt x="2933213" y="4820438"/>
                  </a:lnTo>
                  <a:lnTo>
                    <a:pt x="2974869" y="4811368"/>
                  </a:lnTo>
                  <a:lnTo>
                    <a:pt x="3016360" y="4801570"/>
                  </a:lnTo>
                  <a:lnTo>
                    <a:pt x="3057673" y="4791047"/>
                  </a:lnTo>
                  <a:lnTo>
                    <a:pt x="3098796" y="4779803"/>
                  </a:lnTo>
                  <a:lnTo>
                    <a:pt x="3139716" y="4767841"/>
                  </a:lnTo>
                  <a:lnTo>
                    <a:pt x="3180420" y="4755164"/>
                  </a:lnTo>
                  <a:lnTo>
                    <a:pt x="3220896" y="4741778"/>
                  </a:lnTo>
                  <a:lnTo>
                    <a:pt x="3261131" y="4727685"/>
                  </a:lnTo>
                  <a:lnTo>
                    <a:pt x="3301114" y="4712889"/>
                  </a:lnTo>
                  <a:lnTo>
                    <a:pt x="3340831" y="4697397"/>
                  </a:lnTo>
                  <a:lnTo>
                    <a:pt x="3380272" y="4681212"/>
                  </a:lnTo>
                  <a:lnTo>
                    <a:pt x="3419423" y="4664338"/>
                  </a:lnTo>
                  <a:lnTo>
                    <a:pt x="3458273" y="4646783"/>
                  </a:lnTo>
                  <a:lnTo>
                    <a:pt x="3496809" y="4628550"/>
                  </a:lnTo>
                  <a:lnTo>
                    <a:pt x="3535021" y="4609645"/>
                  </a:lnTo>
                  <a:lnTo>
                    <a:pt x="3572896" y="4590075"/>
                  </a:lnTo>
                  <a:lnTo>
                    <a:pt x="3610422" y="4569845"/>
                  </a:lnTo>
                  <a:lnTo>
                    <a:pt x="3647589" y="4548961"/>
                  </a:lnTo>
                  <a:lnTo>
                    <a:pt x="3684385" y="4527430"/>
                  </a:lnTo>
                  <a:lnTo>
                    <a:pt x="3720798" y="4505258"/>
                  </a:lnTo>
                  <a:lnTo>
                    <a:pt x="3756818" y="4482452"/>
                  </a:lnTo>
                  <a:lnTo>
                    <a:pt x="3792432" y="4459020"/>
                  </a:lnTo>
                  <a:lnTo>
                    <a:pt x="3827632" y="4434967"/>
                  </a:lnTo>
                  <a:lnTo>
                    <a:pt x="3862405" y="4410303"/>
                  </a:lnTo>
                  <a:lnTo>
                    <a:pt x="3896741" y="4385033"/>
                  </a:lnTo>
                  <a:lnTo>
                    <a:pt x="3930630" y="4359167"/>
                  </a:lnTo>
                  <a:lnTo>
                    <a:pt x="3964060" y="4332711"/>
                  </a:lnTo>
                  <a:lnTo>
                    <a:pt x="3997023" y="4305675"/>
                  </a:lnTo>
                  <a:lnTo>
                    <a:pt x="4029507" y="4278065"/>
                  </a:lnTo>
                  <a:lnTo>
                    <a:pt x="4061503" y="4249892"/>
                  </a:lnTo>
                  <a:lnTo>
                    <a:pt x="4093002" y="4221162"/>
                  </a:lnTo>
                  <a:lnTo>
                    <a:pt x="4123992" y="4191886"/>
                  </a:lnTo>
                  <a:lnTo>
                    <a:pt x="4154466" y="4162072"/>
                  </a:lnTo>
                  <a:lnTo>
                    <a:pt x="4184413" y="4131729"/>
                  </a:lnTo>
                  <a:lnTo>
                    <a:pt x="4213824" y="4100867"/>
                  </a:lnTo>
                  <a:lnTo>
                    <a:pt x="4242691" y="4069495"/>
                  </a:lnTo>
                  <a:lnTo>
                    <a:pt x="4271004" y="4037622"/>
                  </a:lnTo>
                  <a:lnTo>
                    <a:pt x="4298756" y="4005259"/>
                  </a:lnTo>
                  <a:lnTo>
                    <a:pt x="4325936" y="3972415"/>
                  </a:lnTo>
                  <a:lnTo>
                    <a:pt x="4352538" y="3939101"/>
                  </a:lnTo>
                  <a:lnTo>
                    <a:pt x="4378552" y="3905325"/>
                  </a:lnTo>
                  <a:lnTo>
                    <a:pt x="4403972" y="3871100"/>
                  </a:lnTo>
                  <a:lnTo>
                    <a:pt x="4428788" y="3836435"/>
                  </a:lnTo>
                  <a:lnTo>
                    <a:pt x="4452994" y="3801342"/>
                  </a:lnTo>
                  <a:lnTo>
                    <a:pt x="4476582" y="3765830"/>
                  </a:lnTo>
                  <a:lnTo>
                    <a:pt x="4499546" y="3729910"/>
                  </a:lnTo>
                  <a:lnTo>
                    <a:pt x="4521877" y="3693594"/>
                  </a:lnTo>
                  <a:lnTo>
                    <a:pt x="4543568" y="3656893"/>
                  </a:lnTo>
                  <a:lnTo>
                    <a:pt x="4564615" y="3619818"/>
                  </a:lnTo>
                  <a:lnTo>
                    <a:pt x="4585009" y="3582380"/>
                  </a:lnTo>
                  <a:lnTo>
                    <a:pt x="4604745" y="3544592"/>
                  </a:lnTo>
                  <a:lnTo>
                    <a:pt x="4623817" y="3506463"/>
                  </a:lnTo>
                  <a:lnTo>
                    <a:pt x="4642218" y="3468007"/>
                  </a:lnTo>
                  <a:lnTo>
                    <a:pt x="4659943" y="3429234"/>
                  </a:lnTo>
                  <a:lnTo>
                    <a:pt x="4676988" y="3390157"/>
                  </a:lnTo>
                  <a:lnTo>
                    <a:pt x="4693345" y="3350788"/>
                  </a:lnTo>
                  <a:lnTo>
                    <a:pt x="4709012" y="3311138"/>
                  </a:lnTo>
                  <a:lnTo>
                    <a:pt x="4723981" y="3271221"/>
                  </a:lnTo>
                  <a:lnTo>
                    <a:pt x="4738251" y="3231047"/>
                  </a:lnTo>
                  <a:lnTo>
                    <a:pt x="4751814" y="3190630"/>
                  </a:lnTo>
                  <a:lnTo>
                    <a:pt x="4764669" y="3149982"/>
                  </a:lnTo>
                  <a:lnTo>
                    <a:pt x="4776810" y="3109115"/>
                  </a:lnTo>
                  <a:lnTo>
                    <a:pt x="4788234" y="3068042"/>
                  </a:lnTo>
                  <a:lnTo>
                    <a:pt x="4798937" y="3026775"/>
                  </a:lnTo>
                  <a:lnTo>
                    <a:pt x="4808916" y="2985328"/>
                  </a:lnTo>
                  <a:lnTo>
                    <a:pt x="4818169" y="2943711"/>
                  </a:lnTo>
                  <a:lnTo>
                    <a:pt x="4826692" y="2901940"/>
                  </a:lnTo>
                  <a:lnTo>
                    <a:pt x="4834482" y="2860025"/>
                  </a:lnTo>
                  <a:lnTo>
                    <a:pt x="4841538" y="2817981"/>
                  </a:lnTo>
                  <a:lnTo>
                    <a:pt x="4847857" y="2775820"/>
                  </a:lnTo>
                  <a:lnTo>
                    <a:pt x="4853437" y="2733554"/>
                  </a:lnTo>
                  <a:lnTo>
                    <a:pt x="4858277" y="2691198"/>
                  </a:lnTo>
                  <a:lnTo>
                    <a:pt x="4862374" y="2648763"/>
                  </a:lnTo>
                  <a:lnTo>
                    <a:pt x="4865728" y="2606263"/>
                  </a:lnTo>
                  <a:lnTo>
                    <a:pt x="4868338" y="2563710"/>
                  </a:lnTo>
                  <a:lnTo>
                    <a:pt x="4870203" y="2521119"/>
                  </a:lnTo>
                  <a:lnTo>
                    <a:pt x="4871322" y="2478501"/>
                  </a:lnTo>
                  <a:lnTo>
                    <a:pt x="4871695" y="2435871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2" name="tx12"/>
            <p:cNvSpPr/>
            <p:nvPr/>
          </p:nvSpPr>
          <p:spPr>
            <a:xfrm>
              <a:off x="3981623" y="929691"/>
              <a:ext cx="264993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13" name="tx13"/>
            <p:cNvSpPr/>
            <p:nvPr/>
          </p:nvSpPr>
          <p:spPr>
            <a:xfrm>
              <a:off x="3972570" y="6532248"/>
              <a:ext cx="283098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14" name="tx14"/>
            <p:cNvSpPr/>
            <p:nvPr/>
          </p:nvSpPr>
          <p:spPr>
            <a:xfrm>
              <a:off x="6094922" y="1750167"/>
              <a:ext cx="469818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15" name="tx15"/>
            <p:cNvSpPr/>
            <p:nvPr/>
          </p:nvSpPr>
          <p:spPr>
            <a:xfrm>
              <a:off x="6915398" y="3730970"/>
              <a:ext cx="216804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16" name="tx16"/>
            <p:cNvSpPr/>
            <p:nvPr/>
          </p:nvSpPr>
          <p:spPr>
            <a:xfrm>
              <a:off x="6094922" y="5711773"/>
              <a:ext cx="487923" cy="776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17" name="pg17"/>
            <p:cNvSpPr/>
            <p:nvPr/>
          </p:nvSpPr>
          <p:spPr>
            <a:xfrm>
              <a:off x="1678318" y="1333915"/>
              <a:ext cx="4871695" cy="4871742"/>
            </a:xfrm>
            <a:custGeom>
              <a:avLst/>
              <a:pathLst>
                <a:path w="4871695" h="4871742">
                  <a:moveTo>
                    <a:pt x="4871695" y="2435871"/>
                  </a:moveTo>
                  <a:lnTo>
                    <a:pt x="4871322" y="2393240"/>
                  </a:lnTo>
                  <a:lnTo>
                    <a:pt x="4870203" y="2350622"/>
                  </a:lnTo>
                  <a:lnTo>
                    <a:pt x="4868338" y="2308031"/>
                  </a:lnTo>
                  <a:lnTo>
                    <a:pt x="4865728" y="2265479"/>
                  </a:lnTo>
                  <a:lnTo>
                    <a:pt x="4862374" y="2222979"/>
                  </a:lnTo>
                  <a:lnTo>
                    <a:pt x="4858277" y="2180544"/>
                  </a:lnTo>
                  <a:lnTo>
                    <a:pt x="4853437" y="2138187"/>
                  </a:lnTo>
                  <a:lnTo>
                    <a:pt x="4847857" y="2095921"/>
                  </a:lnTo>
                  <a:lnTo>
                    <a:pt x="4841538" y="2053760"/>
                  </a:lnTo>
                  <a:lnTo>
                    <a:pt x="4834482" y="2011716"/>
                  </a:lnTo>
                  <a:lnTo>
                    <a:pt x="4826692" y="1969801"/>
                  </a:lnTo>
                  <a:lnTo>
                    <a:pt x="4818169" y="1928030"/>
                  </a:lnTo>
                  <a:lnTo>
                    <a:pt x="4808916" y="1886414"/>
                  </a:lnTo>
                  <a:lnTo>
                    <a:pt x="4798937" y="1844966"/>
                  </a:lnTo>
                  <a:lnTo>
                    <a:pt x="4788234" y="1803699"/>
                  </a:lnTo>
                  <a:lnTo>
                    <a:pt x="4776810" y="1762626"/>
                  </a:lnTo>
                  <a:lnTo>
                    <a:pt x="4764669" y="1721759"/>
                  </a:lnTo>
                  <a:lnTo>
                    <a:pt x="4751814" y="1681111"/>
                  </a:lnTo>
                  <a:lnTo>
                    <a:pt x="4738251" y="1640694"/>
                  </a:lnTo>
                  <a:lnTo>
                    <a:pt x="4723981" y="1600520"/>
                  </a:lnTo>
                  <a:lnTo>
                    <a:pt x="4709012" y="1560603"/>
                  </a:lnTo>
                  <a:lnTo>
                    <a:pt x="4693345" y="1520953"/>
                  </a:lnTo>
                  <a:lnTo>
                    <a:pt x="4676988" y="1481584"/>
                  </a:lnTo>
                  <a:lnTo>
                    <a:pt x="4659943" y="1442507"/>
                  </a:lnTo>
                  <a:lnTo>
                    <a:pt x="4642218" y="1403735"/>
                  </a:lnTo>
                  <a:lnTo>
                    <a:pt x="4623817" y="1365278"/>
                  </a:lnTo>
                  <a:lnTo>
                    <a:pt x="4604745" y="1327150"/>
                  </a:lnTo>
                  <a:lnTo>
                    <a:pt x="4585009" y="1289361"/>
                  </a:lnTo>
                  <a:lnTo>
                    <a:pt x="4564615" y="1251923"/>
                  </a:lnTo>
                  <a:lnTo>
                    <a:pt x="4543568" y="1214848"/>
                  </a:lnTo>
                  <a:lnTo>
                    <a:pt x="4521877" y="1178147"/>
                  </a:lnTo>
                  <a:lnTo>
                    <a:pt x="4499546" y="1141831"/>
                  </a:lnTo>
                  <a:lnTo>
                    <a:pt x="4476582" y="1105912"/>
                  </a:lnTo>
                  <a:lnTo>
                    <a:pt x="4452994" y="1070400"/>
                  </a:lnTo>
                  <a:lnTo>
                    <a:pt x="4428788" y="1035306"/>
                  </a:lnTo>
                  <a:lnTo>
                    <a:pt x="4403972" y="1000641"/>
                  </a:lnTo>
                  <a:lnTo>
                    <a:pt x="4378552" y="966416"/>
                  </a:lnTo>
                  <a:lnTo>
                    <a:pt x="4352538" y="932641"/>
                  </a:lnTo>
                  <a:lnTo>
                    <a:pt x="4325936" y="899326"/>
                  </a:lnTo>
                  <a:lnTo>
                    <a:pt x="4298756" y="866482"/>
                  </a:lnTo>
                  <a:lnTo>
                    <a:pt x="4271004" y="834119"/>
                  </a:lnTo>
                  <a:lnTo>
                    <a:pt x="4242691" y="802246"/>
                  </a:lnTo>
                  <a:lnTo>
                    <a:pt x="4213824" y="770874"/>
                  </a:lnTo>
                  <a:lnTo>
                    <a:pt x="4184413" y="740012"/>
                  </a:lnTo>
                  <a:lnTo>
                    <a:pt x="4154466" y="709669"/>
                  </a:lnTo>
                  <a:lnTo>
                    <a:pt x="4123992" y="679855"/>
                  </a:lnTo>
                  <a:lnTo>
                    <a:pt x="4093002" y="650579"/>
                  </a:lnTo>
                  <a:lnTo>
                    <a:pt x="4061503" y="621850"/>
                  </a:lnTo>
                  <a:lnTo>
                    <a:pt x="4029507" y="593676"/>
                  </a:lnTo>
                  <a:lnTo>
                    <a:pt x="3997023" y="566067"/>
                  </a:lnTo>
                  <a:lnTo>
                    <a:pt x="3964060" y="539030"/>
                  </a:lnTo>
                  <a:lnTo>
                    <a:pt x="3930630" y="512574"/>
                  </a:lnTo>
                  <a:lnTo>
                    <a:pt x="3896741" y="486708"/>
                  </a:lnTo>
                  <a:lnTo>
                    <a:pt x="3862405" y="461439"/>
                  </a:lnTo>
                  <a:lnTo>
                    <a:pt x="3827632" y="436774"/>
                  </a:lnTo>
                  <a:lnTo>
                    <a:pt x="3792432" y="412722"/>
                  </a:lnTo>
                  <a:lnTo>
                    <a:pt x="3756818" y="389289"/>
                  </a:lnTo>
                  <a:lnTo>
                    <a:pt x="3720798" y="366483"/>
                  </a:lnTo>
                  <a:lnTo>
                    <a:pt x="3684385" y="344312"/>
                  </a:lnTo>
                  <a:lnTo>
                    <a:pt x="3647589" y="322780"/>
                  </a:lnTo>
                  <a:lnTo>
                    <a:pt x="3610422" y="301896"/>
                  </a:lnTo>
                  <a:lnTo>
                    <a:pt x="3572896" y="281666"/>
                  </a:lnTo>
                  <a:lnTo>
                    <a:pt x="3535021" y="262096"/>
                  </a:lnTo>
                  <a:lnTo>
                    <a:pt x="3496809" y="243191"/>
                  </a:lnTo>
                  <a:lnTo>
                    <a:pt x="3458273" y="224958"/>
                  </a:lnTo>
                  <a:lnTo>
                    <a:pt x="3419423" y="207403"/>
                  </a:lnTo>
                  <a:lnTo>
                    <a:pt x="3380272" y="190530"/>
                  </a:lnTo>
                  <a:lnTo>
                    <a:pt x="3340831" y="174344"/>
                  </a:lnTo>
                  <a:lnTo>
                    <a:pt x="3301114" y="158852"/>
                  </a:lnTo>
                  <a:lnTo>
                    <a:pt x="3261131" y="144057"/>
                  </a:lnTo>
                  <a:lnTo>
                    <a:pt x="3220896" y="129963"/>
                  </a:lnTo>
                  <a:lnTo>
                    <a:pt x="3180420" y="116577"/>
                  </a:lnTo>
                  <a:lnTo>
                    <a:pt x="3139716" y="103900"/>
                  </a:lnTo>
                  <a:lnTo>
                    <a:pt x="3098796" y="91938"/>
                  </a:lnTo>
                  <a:lnTo>
                    <a:pt x="3057673" y="80694"/>
                  </a:lnTo>
                  <a:lnTo>
                    <a:pt x="3016360" y="70171"/>
                  </a:lnTo>
                  <a:lnTo>
                    <a:pt x="2974869" y="60373"/>
                  </a:lnTo>
                  <a:lnTo>
                    <a:pt x="2933213" y="51303"/>
                  </a:lnTo>
                  <a:lnTo>
                    <a:pt x="2891404" y="42963"/>
                  </a:lnTo>
                  <a:lnTo>
                    <a:pt x="2849456" y="35356"/>
                  </a:lnTo>
                  <a:lnTo>
                    <a:pt x="2807381" y="28484"/>
                  </a:lnTo>
                  <a:lnTo>
                    <a:pt x="2765193" y="22350"/>
                  </a:lnTo>
                  <a:lnTo>
                    <a:pt x="2722903" y="16955"/>
                  </a:lnTo>
                  <a:lnTo>
                    <a:pt x="2680526" y="12301"/>
                  </a:lnTo>
                  <a:lnTo>
                    <a:pt x="2638073" y="8389"/>
                  </a:lnTo>
                  <a:lnTo>
                    <a:pt x="2595559" y="5221"/>
                  </a:lnTo>
                  <a:lnTo>
                    <a:pt x="2552996" y="2797"/>
                  </a:lnTo>
                  <a:lnTo>
                    <a:pt x="2510396" y="1119"/>
                  </a:lnTo>
                  <a:lnTo>
                    <a:pt x="2467774" y="186"/>
                  </a:lnTo>
                  <a:lnTo>
                    <a:pt x="2425142" y="0"/>
                  </a:lnTo>
                  <a:lnTo>
                    <a:pt x="2382514" y="559"/>
                  </a:lnTo>
                  <a:lnTo>
                    <a:pt x="2339902" y="1865"/>
                  </a:lnTo>
                  <a:lnTo>
                    <a:pt x="2297319" y="3916"/>
                  </a:lnTo>
                  <a:lnTo>
                    <a:pt x="2254778" y="6712"/>
                  </a:lnTo>
                  <a:lnTo>
                    <a:pt x="2212293" y="10252"/>
                  </a:lnTo>
                  <a:lnTo>
                    <a:pt x="2169877" y="14535"/>
                  </a:lnTo>
                  <a:lnTo>
                    <a:pt x="2127542" y="19560"/>
                  </a:lnTo>
                  <a:lnTo>
                    <a:pt x="2085301" y="25325"/>
                  </a:lnTo>
                  <a:lnTo>
                    <a:pt x="2043168" y="31828"/>
                  </a:lnTo>
                  <a:lnTo>
                    <a:pt x="2001155" y="39068"/>
                  </a:lnTo>
                  <a:lnTo>
                    <a:pt x="1959275" y="47041"/>
                  </a:lnTo>
                  <a:lnTo>
                    <a:pt x="1917541" y="55747"/>
                  </a:lnTo>
                  <a:lnTo>
                    <a:pt x="1875965" y="65182"/>
                  </a:lnTo>
                  <a:lnTo>
                    <a:pt x="1834562" y="75342"/>
                  </a:lnTo>
                  <a:lnTo>
                    <a:pt x="1793342" y="86226"/>
                  </a:lnTo>
                  <a:lnTo>
                    <a:pt x="1752319" y="97830"/>
                  </a:lnTo>
                  <a:lnTo>
                    <a:pt x="1711506" y="110149"/>
                  </a:lnTo>
                  <a:lnTo>
                    <a:pt x="1670914" y="123182"/>
                  </a:lnTo>
                  <a:lnTo>
                    <a:pt x="1630557" y="136922"/>
                  </a:lnTo>
                  <a:lnTo>
                    <a:pt x="1590447" y="151367"/>
                  </a:lnTo>
                  <a:lnTo>
                    <a:pt x="1550595" y="166511"/>
                  </a:lnTo>
                  <a:lnTo>
                    <a:pt x="1511014" y="182351"/>
                  </a:lnTo>
                  <a:lnTo>
                    <a:pt x="1471717" y="198881"/>
                  </a:lnTo>
                  <a:lnTo>
                    <a:pt x="1432715" y="216096"/>
                  </a:lnTo>
                  <a:lnTo>
                    <a:pt x="1394020" y="233991"/>
                  </a:lnTo>
                  <a:lnTo>
                    <a:pt x="1355645" y="252560"/>
                  </a:lnTo>
                  <a:lnTo>
                    <a:pt x="1317600" y="271798"/>
                  </a:lnTo>
                  <a:lnTo>
                    <a:pt x="1279898" y="291699"/>
                  </a:lnTo>
                  <a:lnTo>
                    <a:pt x="1242550" y="312257"/>
                  </a:lnTo>
                  <a:lnTo>
                    <a:pt x="1205567" y="333465"/>
                  </a:lnTo>
                  <a:lnTo>
                    <a:pt x="1168961" y="355318"/>
                  </a:lnTo>
                  <a:lnTo>
                    <a:pt x="1132744" y="377807"/>
                  </a:lnTo>
                  <a:lnTo>
                    <a:pt x="1096925" y="400927"/>
                  </a:lnTo>
                  <a:lnTo>
                    <a:pt x="1061516" y="424671"/>
                  </a:lnTo>
                  <a:lnTo>
                    <a:pt x="1026529" y="449030"/>
                  </a:lnTo>
                  <a:lnTo>
                    <a:pt x="991973" y="473998"/>
                  </a:lnTo>
                  <a:lnTo>
                    <a:pt x="957859" y="499567"/>
                  </a:lnTo>
                  <a:lnTo>
                    <a:pt x="924198" y="525729"/>
                  </a:lnTo>
                  <a:lnTo>
                    <a:pt x="891001" y="552476"/>
                  </a:lnTo>
                  <a:lnTo>
                    <a:pt x="858276" y="579800"/>
                  </a:lnTo>
                  <a:lnTo>
                    <a:pt x="826034" y="607693"/>
                  </a:lnTo>
                  <a:lnTo>
                    <a:pt x="794286" y="636145"/>
                  </a:lnTo>
                  <a:lnTo>
                    <a:pt x="763040" y="665149"/>
                  </a:lnTo>
                  <a:lnTo>
                    <a:pt x="732307" y="694695"/>
                  </a:lnTo>
                  <a:lnTo>
                    <a:pt x="702096" y="724775"/>
                  </a:lnTo>
                  <a:lnTo>
                    <a:pt x="672415" y="755379"/>
                  </a:lnTo>
                  <a:lnTo>
                    <a:pt x="643275" y="786497"/>
                  </a:lnTo>
                  <a:lnTo>
                    <a:pt x="614684" y="818121"/>
                  </a:lnTo>
                  <a:lnTo>
                    <a:pt x="586650" y="850240"/>
                  </a:lnTo>
                  <a:lnTo>
                    <a:pt x="559184" y="882845"/>
                  </a:lnTo>
                  <a:lnTo>
                    <a:pt x="532291" y="915925"/>
                  </a:lnTo>
                  <a:lnTo>
                    <a:pt x="505982" y="949471"/>
                  </a:lnTo>
                  <a:lnTo>
                    <a:pt x="480264" y="983473"/>
                  </a:lnTo>
                  <a:lnTo>
                    <a:pt x="455145" y="1017919"/>
                  </a:lnTo>
                  <a:lnTo>
                    <a:pt x="430633" y="1052800"/>
                  </a:lnTo>
                  <a:lnTo>
                    <a:pt x="406735" y="1088104"/>
                  </a:lnTo>
                  <a:lnTo>
                    <a:pt x="383459" y="1123821"/>
                  </a:lnTo>
                  <a:lnTo>
                    <a:pt x="360811" y="1159940"/>
                  </a:lnTo>
                  <a:lnTo>
                    <a:pt x="338798" y="1196450"/>
                  </a:lnTo>
                  <a:lnTo>
                    <a:pt x="317429" y="1233339"/>
                  </a:lnTo>
                  <a:lnTo>
                    <a:pt x="296707" y="1270597"/>
                  </a:lnTo>
                  <a:lnTo>
                    <a:pt x="276642" y="1308212"/>
                  </a:lnTo>
                  <a:lnTo>
                    <a:pt x="257237" y="1346172"/>
                  </a:lnTo>
                  <a:lnTo>
                    <a:pt x="238500" y="1384466"/>
                  </a:lnTo>
                  <a:lnTo>
                    <a:pt x="220436" y="1423082"/>
                  </a:lnTo>
                  <a:lnTo>
                    <a:pt x="203050" y="1462008"/>
                  </a:lnTo>
                  <a:lnTo>
                    <a:pt x="186349" y="1501233"/>
                  </a:lnTo>
                  <a:lnTo>
                    <a:pt x="170336" y="1540744"/>
                  </a:lnTo>
                  <a:lnTo>
                    <a:pt x="155017" y="1580529"/>
                  </a:lnTo>
                  <a:lnTo>
                    <a:pt x="140397" y="1620576"/>
                  </a:lnTo>
                  <a:lnTo>
                    <a:pt x="126480" y="1660873"/>
                  </a:lnTo>
                  <a:lnTo>
                    <a:pt x="113271" y="1701407"/>
                  </a:lnTo>
                  <a:lnTo>
                    <a:pt x="100773" y="1742166"/>
                  </a:lnTo>
                  <a:lnTo>
                    <a:pt x="88990" y="1783137"/>
                  </a:lnTo>
                  <a:lnTo>
                    <a:pt x="77926" y="1824309"/>
                  </a:lnTo>
                  <a:lnTo>
                    <a:pt x="67584" y="1865668"/>
                  </a:lnTo>
                  <a:lnTo>
                    <a:pt x="57967" y="1907201"/>
                  </a:lnTo>
                  <a:lnTo>
                    <a:pt x="49079" y="1948897"/>
                  </a:lnTo>
                  <a:lnTo>
                    <a:pt x="40922" y="1990742"/>
                  </a:lnTo>
                  <a:lnTo>
                    <a:pt x="33499" y="2032722"/>
                  </a:lnTo>
                  <a:lnTo>
                    <a:pt x="26811" y="2074827"/>
                  </a:lnTo>
                  <a:lnTo>
                    <a:pt x="20862" y="2117042"/>
                  </a:lnTo>
                  <a:lnTo>
                    <a:pt x="15652" y="2159355"/>
                  </a:lnTo>
                  <a:lnTo>
                    <a:pt x="11183" y="2201752"/>
                  </a:lnTo>
                  <a:lnTo>
                    <a:pt x="7457" y="2244221"/>
                  </a:lnTo>
                  <a:lnTo>
                    <a:pt x="4475" y="2286749"/>
                  </a:lnTo>
                  <a:lnTo>
                    <a:pt x="2238" y="2329323"/>
                  </a:lnTo>
                  <a:lnTo>
                    <a:pt x="746" y="2371929"/>
                  </a:lnTo>
                  <a:lnTo>
                    <a:pt x="0" y="2414554"/>
                  </a:lnTo>
                  <a:lnTo>
                    <a:pt x="0" y="2457187"/>
                  </a:lnTo>
                  <a:lnTo>
                    <a:pt x="746" y="2499812"/>
                  </a:lnTo>
                  <a:lnTo>
                    <a:pt x="2238" y="2542419"/>
                  </a:lnTo>
                  <a:lnTo>
                    <a:pt x="4475" y="2584992"/>
                  </a:lnTo>
                  <a:lnTo>
                    <a:pt x="7457" y="2627520"/>
                  </a:lnTo>
                  <a:lnTo>
                    <a:pt x="11183" y="2669989"/>
                  </a:lnTo>
                  <a:lnTo>
                    <a:pt x="15652" y="2712386"/>
                  </a:lnTo>
                  <a:lnTo>
                    <a:pt x="20862" y="2754699"/>
                  </a:lnTo>
                  <a:lnTo>
                    <a:pt x="26811" y="2796914"/>
                  </a:lnTo>
                  <a:lnTo>
                    <a:pt x="33499" y="2839019"/>
                  </a:lnTo>
                  <a:lnTo>
                    <a:pt x="40922" y="2881000"/>
                  </a:lnTo>
                  <a:lnTo>
                    <a:pt x="49079" y="2922844"/>
                  </a:lnTo>
                  <a:lnTo>
                    <a:pt x="57967" y="2964540"/>
                  </a:lnTo>
                  <a:lnTo>
                    <a:pt x="67584" y="3006073"/>
                  </a:lnTo>
                  <a:lnTo>
                    <a:pt x="77926" y="3047432"/>
                  </a:lnTo>
                  <a:lnTo>
                    <a:pt x="88990" y="3088604"/>
                  </a:lnTo>
                  <a:lnTo>
                    <a:pt x="100773" y="3129575"/>
                  </a:lnTo>
                  <a:lnTo>
                    <a:pt x="113271" y="3170334"/>
                  </a:lnTo>
                  <a:lnTo>
                    <a:pt x="126480" y="3210869"/>
                  </a:lnTo>
                  <a:lnTo>
                    <a:pt x="140397" y="3251165"/>
                  </a:lnTo>
                  <a:lnTo>
                    <a:pt x="155017" y="3291212"/>
                  </a:lnTo>
                  <a:lnTo>
                    <a:pt x="170336" y="3330997"/>
                  </a:lnTo>
                  <a:lnTo>
                    <a:pt x="186349" y="3370508"/>
                  </a:lnTo>
                  <a:lnTo>
                    <a:pt x="203050" y="3409733"/>
                  </a:lnTo>
                  <a:lnTo>
                    <a:pt x="220436" y="3448659"/>
                  </a:lnTo>
                  <a:lnTo>
                    <a:pt x="238500" y="3487275"/>
                  </a:lnTo>
                  <a:lnTo>
                    <a:pt x="257237" y="3525569"/>
                  </a:lnTo>
                  <a:lnTo>
                    <a:pt x="276642" y="3563529"/>
                  </a:lnTo>
                  <a:lnTo>
                    <a:pt x="296707" y="3601144"/>
                  </a:lnTo>
                  <a:lnTo>
                    <a:pt x="317429" y="3638402"/>
                  </a:lnTo>
                  <a:lnTo>
                    <a:pt x="338798" y="3675291"/>
                  </a:lnTo>
                  <a:lnTo>
                    <a:pt x="360811" y="3711801"/>
                  </a:lnTo>
                  <a:lnTo>
                    <a:pt x="383459" y="3747920"/>
                  </a:lnTo>
                  <a:lnTo>
                    <a:pt x="406735" y="3783637"/>
                  </a:lnTo>
                  <a:lnTo>
                    <a:pt x="430633" y="3818942"/>
                  </a:lnTo>
                  <a:lnTo>
                    <a:pt x="455145" y="3853822"/>
                  </a:lnTo>
                  <a:lnTo>
                    <a:pt x="480264" y="3888268"/>
                  </a:lnTo>
                  <a:lnTo>
                    <a:pt x="505982" y="3922270"/>
                  </a:lnTo>
                  <a:lnTo>
                    <a:pt x="532291" y="3955816"/>
                  </a:lnTo>
                  <a:lnTo>
                    <a:pt x="559184" y="3988897"/>
                  </a:lnTo>
                  <a:lnTo>
                    <a:pt x="586650" y="4021501"/>
                  </a:lnTo>
                  <a:lnTo>
                    <a:pt x="614684" y="4053621"/>
                  </a:lnTo>
                  <a:lnTo>
                    <a:pt x="643275" y="4085244"/>
                  </a:lnTo>
                  <a:lnTo>
                    <a:pt x="672415" y="4116363"/>
                  </a:lnTo>
                  <a:lnTo>
                    <a:pt x="702096" y="4146966"/>
                  </a:lnTo>
                  <a:lnTo>
                    <a:pt x="732307" y="4177046"/>
                  </a:lnTo>
                  <a:lnTo>
                    <a:pt x="763040" y="4206592"/>
                  </a:lnTo>
                  <a:lnTo>
                    <a:pt x="794286" y="4235596"/>
                  </a:lnTo>
                  <a:lnTo>
                    <a:pt x="826034" y="4264048"/>
                  </a:lnTo>
                  <a:lnTo>
                    <a:pt x="858276" y="4291941"/>
                  </a:lnTo>
                  <a:lnTo>
                    <a:pt x="891001" y="4319265"/>
                  </a:lnTo>
                  <a:lnTo>
                    <a:pt x="924198" y="4346012"/>
                  </a:lnTo>
                  <a:lnTo>
                    <a:pt x="957859" y="4372174"/>
                  </a:lnTo>
                  <a:lnTo>
                    <a:pt x="991973" y="4397743"/>
                  </a:lnTo>
                  <a:lnTo>
                    <a:pt x="1026529" y="4422711"/>
                  </a:lnTo>
                  <a:lnTo>
                    <a:pt x="1061516" y="4447070"/>
                  </a:lnTo>
                  <a:lnTo>
                    <a:pt x="1096925" y="4470814"/>
                  </a:lnTo>
                  <a:lnTo>
                    <a:pt x="1132744" y="4493934"/>
                  </a:lnTo>
                  <a:lnTo>
                    <a:pt x="1168961" y="4516423"/>
                  </a:lnTo>
                  <a:lnTo>
                    <a:pt x="1205567" y="4538276"/>
                  </a:lnTo>
                  <a:lnTo>
                    <a:pt x="1242550" y="4559484"/>
                  </a:lnTo>
                  <a:lnTo>
                    <a:pt x="1279898" y="4580042"/>
                  </a:lnTo>
                  <a:lnTo>
                    <a:pt x="1317600" y="4599943"/>
                  </a:lnTo>
                  <a:lnTo>
                    <a:pt x="1355645" y="4619181"/>
                  </a:lnTo>
                  <a:lnTo>
                    <a:pt x="1394020" y="4637751"/>
                  </a:lnTo>
                  <a:lnTo>
                    <a:pt x="1432715" y="4655646"/>
                  </a:lnTo>
                  <a:lnTo>
                    <a:pt x="1471717" y="4672861"/>
                  </a:lnTo>
                  <a:lnTo>
                    <a:pt x="1511014" y="4689390"/>
                  </a:lnTo>
                  <a:lnTo>
                    <a:pt x="1550595" y="4705230"/>
                  </a:lnTo>
                  <a:lnTo>
                    <a:pt x="1590447" y="4720374"/>
                  </a:lnTo>
                  <a:lnTo>
                    <a:pt x="1630557" y="4734819"/>
                  </a:lnTo>
                  <a:lnTo>
                    <a:pt x="1670914" y="4748560"/>
                  </a:lnTo>
                  <a:lnTo>
                    <a:pt x="1711506" y="4761592"/>
                  </a:lnTo>
                  <a:lnTo>
                    <a:pt x="1752319" y="4773911"/>
                  </a:lnTo>
                  <a:lnTo>
                    <a:pt x="1793342" y="4785515"/>
                  </a:lnTo>
                  <a:lnTo>
                    <a:pt x="1834562" y="4796399"/>
                  </a:lnTo>
                  <a:lnTo>
                    <a:pt x="1875965" y="4806560"/>
                  </a:lnTo>
                  <a:lnTo>
                    <a:pt x="1917541" y="4815994"/>
                  </a:lnTo>
                  <a:lnTo>
                    <a:pt x="1959275" y="4824700"/>
                  </a:lnTo>
                  <a:lnTo>
                    <a:pt x="2001155" y="4832674"/>
                  </a:lnTo>
                  <a:lnTo>
                    <a:pt x="2043168" y="4839913"/>
                  </a:lnTo>
                  <a:lnTo>
                    <a:pt x="2085301" y="4846416"/>
                  </a:lnTo>
                  <a:lnTo>
                    <a:pt x="2127542" y="4852181"/>
                  </a:lnTo>
                  <a:lnTo>
                    <a:pt x="2169877" y="4857206"/>
                  </a:lnTo>
                  <a:lnTo>
                    <a:pt x="2212293" y="4861489"/>
                  </a:lnTo>
                  <a:lnTo>
                    <a:pt x="2254778" y="4865029"/>
                  </a:lnTo>
                  <a:lnTo>
                    <a:pt x="2297319" y="4867825"/>
                  </a:lnTo>
                  <a:lnTo>
                    <a:pt x="2339902" y="4869877"/>
                  </a:lnTo>
                  <a:lnTo>
                    <a:pt x="2382514" y="4871182"/>
                  </a:lnTo>
                  <a:lnTo>
                    <a:pt x="2425142" y="4871742"/>
                  </a:lnTo>
                  <a:lnTo>
                    <a:pt x="2467774" y="4871555"/>
                  </a:lnTo>
                  <a:lnTo>
                    <a:pt x="2510396" y="4870623"/>
                  </a:lnTo>
                  <a:lnTo>
                    <a:pt x="2552996" y="4868944"/>
                  </a:lnTo>
                  <a:lnTo>
                    <a:pt x="2595559" y="4866520"/>
                  </a:lnTo>
                  <a:lnTo>
                    <a:pt x="2638073" y="4863352"/>
                  </a:lnTo>
                  <a:lnTo>
                    <a:pt x="2680526" y="4859441"/>
                  </a:lnTo>
                  <a:lnTo>
                    <a:pt x="2722903" y="4854786"/>
                  </a:lnTo>
                  <a:lnTo>
                    <a:pt x="2765193" y="4849391"/>
                  </a:lnTo>
                  <a:lnTo>
                    <a:pt x="2807381" y="4843257"/>
                  </a:lnTo>
                  <a:lnTo>
                    <a:pt x="2849456" y="4836385"/>
                  </a:lnTo>
                  <a:lnTo>
                    <a:pt x="2891404" y="4828778"/>
                  </a:lnTo>
                  <a:lnTo>
                    <a:pt x="2933213" y="4820438"/>
                  </a:lnTo>
                  <a:lnTo>
                    <a:pt x="2974869" y="4811368"/>
                  </a:lnTo>
                  <a:lnTo>
                    <a:pt x="3016360" y="4801570"/>
                  </a:lnTo>
                  <a:lnTo>
                    <a:pt x="3057673" y="4791047"/>
                  </a:lnTo>
                  <a:lnTo>
                    <a:pt x="3098796" y="4779803"/>
                  </a:lnTo>
                  <a:lnTo>
                    <a:pt x="3139716" y="4767841"/>
                  </a:lnTo>
                  <a:lnTo>
                    <a:pt x="3180420" y="4755164"/>
                  </a:lnTo>
                  <a:lnTo>
                    <a:pt x="3220896" y="4741778"/>
                  </a:lnTo>
                  <a:lnTo>
                    <a:pt x="3261131" y="4727685"/>
                  </a:lnTo>
                  <a:lnTo>
                    <a:pt x="3301114" y="4712889"/>
                  </a:lnTo>
                  <a:lnTo>
                    <a:pt x="3340831" y="4697397"/>
                  </a:lnTo>
                  <a:lnTo>
                    <a:pt x="3380272" y="4681212"/>
                  </a:lnTo>
                  <a:lnTo>
                    <a:pt x="3419423" y="4664338"/>
                  </a:lnTo>
                  <a:lnTo>
                    <a:pt x="3458273" y="4646783"/>
                  </a:lnTo>
                  <a:lnTo>
                    <a:pt x="3496809" y="4628550"/>
                  </a:lnTo>
                  <a:lnTo>
                    <a:pt x="3535021" y="4609645"/>
                  </a:lnTo>
                  <a:lnTo>
                    <a:pt x="3572896" y="4590075"/>
                  </a:lnTo>
                  <a:lnTo>
                    <a:pt x="3610422" y="4569845"/>
                  </a:lnTo>
                  <a:lnTo>
                    <a:pt x="3647589" y="4548961"/>
                  </a:lnTo>
                  <a:lnTo>
                    <a:pt x="3684385" y="4527430"/>
                  </a:lnTo>
                  <a:lnTo>
                    <a:pt x="3720798" y="4505258"/>
                  </a:lnTo>
                  <a:lnTo>
                    <a:pt x="3756818" y="4482452"/>
                  </a:lnTo>
                  <a:lnTo>
                    <a:pt x="3792432" y="4459020"/>
                  </a:lnTo>
                  <a:lnTo>
                    <a:pt x="3827632" y="4434967"/>
                  </a:lnTo>
                  <a:lnTo>
                    <a:pt x="3862405" y="4410303"/>
                  </a:lnTo>
                  <a:lnTo>
                    <a:pt x="3896741" y="4385033"/>
                  </a:lnTo>
                  <a:lnTo>
                    <a:pt x="3930630" y="4359167"/>
                  </a:lnTo>
                  <a:lnTo>
                    <a:pt x="3964060" y="4332711"/>
                  </a:lnTo>
                  <a:lnTo>
                    <a:pt x="3997023" y="4305675"/>
                  </a:lnTo>
                  <a:lnTo>
                    <a:pt x="4029507" y="4278065"/>
                  </a:lnTo>
                  <a:lnTo>
                    <a:pt x="4061503" y="4249892"/>
                  </a:lnTo>
                  <a:lnTo>
                    <a:pt x="4093002" y="4221162"/>
                  </a:lnTo>
                  <a:lnTo>
                    <a:pt x="4123992" y="4191886"/>
                  </a:lnTo>
                  <a:lnTo>
                    <a:pt x="4154466" y="4162072"/>
                  </a:lnTo>
                  <a:lnTo>
                    <a:pt x="4184413" y="4131729"/>
                  </a:lnTo>
                  <a:lnTo>
                    <a:pt x="4213824" y="4100867"/>
                  </a:lnTo>
                  <a:lnTo>
                    <a:pt x="4242691" y="4069495"/>
                  </a:lnTo>
                  <a:lnTo>
                    <a:pt x="4271004" y="4037622"/>
                  </a:lnTo>
                  <a:lnTo>
                    <a:pt x="4298756" y="4005259"/>
                  </a:lnTo>
                  <a:lnTo>
                    <a:pt x="4325936" y="3972415"/>
                  </a:lnTo>
                  <a:lnTo>
                    <a:pt x="4352538" y="3939101"/>
                  </a:lnTo>
                  <a:lnTo>
                    <a:pt x="4378552" y="3905325"/>
                  </a:lnTo>
                  <a:lnTo>
                    <a:pt x="4403972" y="3871100"/>
                  </a:lnTo>
                  <a:lnTo>
                    <a:pt x="4428788" y="3836435"/>
                  </a:lnTo>
                  <a:lnTo>
                    <a:pt x="4452994" y="3801342"/>
                  </a:lnTo>
                  <a:lnTo>
                    <a:pt x="4476582" y="3765830"/>
                  </a:lnTo>
                  <a:lnTo>
                    <a:pt x="4499546" y="3729910"/>
                  </a:lnTo>
                  <a:lnTo>
                    <a:pt x="4521877" y="3693594"/>
                  </a:lnTo>
                  <a:lnTo>
                    <a:pt x="4543568" y="3656893"/>
                  </a:lnTo>
                  <a:lnTo>
                    <a:pt x="4564615" y="3619818"/>
                  </a:lnTo>
                  <a:lnTo>
                    <a:pt x="4585009" y="3582380"/>
                  </a:lnTo>
                  <a:lnTo>
                    <a:pt x="4604745" y="3544592"/>
                  </a:lnTo>
                  <a:lnTo>
                    <a:pt x="4623817" y="3506463"/>
                  </a:lnTo>
                  <a:lnTo>
                    <a:pt x="4642218" y="3468007"/>
                  </a:lnTo>
                  <a:lnTo>
                    <a:pt x="4659943" y="3429234"/>
                  </a:lnTo>
                  <a:lnTo>
                    <a:pt x="4676988" y="3390157"/>
                  </a:lnTo>
                  <a:lnTo>
                    <a:pt x="4693345" y="3350788"/>
                  </a:lnTo>
                  <a:lnTo>
                    <a:pt x="4709012" y="3311138"/>
                  </a:lnTo>
                  <a:lnTo>
                    <a:pt x="4723981" y="3271221"/>
                  </a:lnTo>
                  <a:lnTo>
                    <a:pt x="4738251" y="3231047"/>
                  </a:lnTo>
                  <a:lnTo>
                    <a:pt x="4751814" y="3190630"/>
                  </a:lnTo>
                  <a:lnTo>
                    <a:pt x="4764669" y="3149982"/>
                  </a:lnTo>
                  <a:lnTo>
                    <a:pt x="4776810" y="3109115"/>
                  </a:lnTo>
                  <a:lnTo>
                    <a:pt x="4788234" y="3068042"/>
                  </a:lnTo>
                  <a:lnTo>
                    <a:pt x="4798937" y="3026775"/>
                  </a:lnTo>
                  <a:lnTo>
                    <a:pt x="4808916" y="2985328"/>
                  </a:lnTo>
                  <a:lnTo>
                    <a:pt x="4818169" y="2943711"/>
                  </a:lnTo>
                  <a:lnTo>
                    <a:pt x="4826692" y="2901940"/>
                  </a:lnTo>
                  <a:lnTo>
                    <a:pt x="4834482" y="2860025"/>
                  </a:lnTo>
                  <a:lnTo>
                    <a:pt x="4841538" y="2817981"/>
                  </a:lnTo>
                  <a:lnTo>
                    <a:pt x="4847857" y="2775820"/>
                  </a:lnTo>
                  <a:lnTo>
                    <a:pt x="4853437" y="2733554"/>
                  </a:lnTo>
                  <a:lnTo>
                    <a:pt x="4858277" y="2691198"/>
                  </a:lnTo>
                  <a:lnTo>
                    <a:pt x="4862374" y="2648763"/>
                  </a:lnTo>
                  <a:lnTo>
                    <a:pt x="4865728" y="2606263"/>
                  </a:lnTo>
                  <a:lnTo>
                    <a:pt x="4868338" y="2563710"/>
                  </a:lnTo>
                  <a:lnTo>
                    <a:pt x="4870203" y="2521119"/>
                  </a:lnTo>
                  <a:lnTo>
                    <a:pt x="4871322" y="2478501"/>
                  </a:lnTo>
                  <a:close/>
                </a:path>
              </a:pathLst>
            </a:custGeom>
            <a:solidFill>
              <a:srgbClr val="F7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114119" y="1333892"/>
              <a:ext cx="0" cy="2192304"/>
            </a:xfrm>
            <a:custGeom>
              <a:avLst/>
              <a:pathLst>
                <a:path w="0" h="2192304">
                  <a:moveTo>
                    <a:pt x="0" y="2192304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286363" y="2047349"/>
              <a:ext cx="1550193" cy="1550193"/>
            </a:xfrm>
            <a:custGeom>
              <a:avLst/>
              <a:pathLst>
                <a:path w="1550193" h="1550193">
                  <a:moveTo>
                    <a:pt x="0" y="1550193"/>
                  </a:moveTo>
                  <a:lnTo>
                    <a:pt x="1550193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4357709" y="3769786"/>
              <a:ext cx="2192304" cy="0"/>
            </a:xfrm>
            <a:custGeom>
              <a:avLst/>
              <a:pathLst>
                <a:path w="2192304" h="0">
                  <a:moveTo>
                    <a:pt x="0" y="0"/>
                  </a:moveTo>
                  <a:lnTo>
                    <a:pt x="2192304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4286363" y="3942030"/>
              <a:ext cx="1550193" cy="1550193"/>
            </a:xfrm>
            <a:custGeom>
              <a:avLst/>
              <a:pathLst>
                <a:path w="1550193" h="1550193">
                  <a:moveTo>
                    <a:pt x="0" y="0"/>
                  </a:moveTo>
                  <a:lnTo>
                    <a:pt x="1550193" y="1550193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114119" y="4013376"/>
              <a:ext cx="0" cy="2192304"/>
            </a:xfrm>
            <a:custGeom>
              <a:avLst/>
              <a:pathLst>
                <a:path w="0" h="2192304">
                  <a:moveTo>
                    <a:pt x="0" y="0"/>
                  </a:moveTo>
                  <a:lnTo>
                    <a:pt x="0" y="2192304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391682" y="3942030"/>
              <a:ext cx="1550193" cy="1550193"/>
            </a:xfrm>
            <a:custGeom>
              <a:avLst/>
              <a:pathLst>
                <a:path w="1550193" h="1550193">
                  <a:moveTo>
                    <a:pt x="1550193" y="0"/>
                  </a:moveTo>
                  <a:lnTo>
                    <a:pt x="0" y="1550193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678225" y="3769786"/>
              <a:ext cx="2192304" cy="0"/>
            </a:xfrm>
            <a:custGeom>
              <a:avLst/>
              <a:pathLst>
                <a:path w="2192304" h="0">
                  <a:moveTo>
                    <a:pt x="2192304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391682" y="2047349"/>
              <a:ext cx="1550193" cy="1550193"/>
            </a:xfrm>
            <a:custGeom>
              <a:avLst/>
              <a:pathLst>
                <a:path w="1550193" h="1550193">
                  <a:moveTo>
                    <a:pt x="1550193" y="1550193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3798742" y="3046970"/>
              <a:ext cx="1188495" cy="1038194"/>
            </a:xfrm>
            <a:custGeom>
              <a:avLst/>
              <a:pathLst>
                <a:path w="1188495" h="1038194">
                  <a:moveTo>
                    <a:pt x="315377" y="225206"/>
                  </a:moveTo>
                  <a:lnTo>
                    <a:pt x="1038194" y="0"/>
                  </a:lnTo>
                  <a:lnTo>
                    <a:pt x="1188495" y="722816"/>
                  </a:lnTo>
                  <a:lnTo>
                    <a:pt x="573526" y="980965"/>
                  </a:lnTo>
                  <a:lnTo>
                    <a:pt x="315377" y="1038194"/>
                  </a:lnTo>
                  <a:lnTo>
                    <a:pt x="53324" y="984869"/>
                  </a:lnTo>
                  <a:lnTo>
                    <a:pt x="0" y="722816"/>
                  </a:lnTo>
                  <a:lnTo>
                    <a:pt x="45514" y="452953"/>
                  </a:lnTo>
                  <a:lnTo>
                    <a:pt x="315377" y="225206"/>
                  </a:lnTo>
                </a:path>
              </a:pathLst>
            </a:custGeom>
            <a:ln w="31166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3816399" y="2870291"/>
              <a:ext cx="1197215" cy="1197215"/>
            </a:xfrm>
            <a:custGeom>
              <a:avLst/>
              <a:pathLst>
                <a:path w="1197215" h="1197215">
                  <a:moveTo>
                    <a:pt x="297720" y="331119"/>
                  </a:moveTo>
                  <a:lnTo>
                    <a:pt x="1197215" y="0"/>
                  </a:lnTo>
                  <a:lnTo>
                    <a:pt x="839030" y="899495"/>
                  </a:lnTo>
                  <a:lnTo>
                    <a:pt x="546516" y="1148291"/>
                  </a:lnTo>
                  <a:lnTo>
                    <a:pt x="297720" y="1197215"/>
                  </a:lnTo>
                  <a:lnTo>
                    <a:pt x="10647" y="1186568"/>
                  </a:lnTo>
                  <a:lnTo>
                    <a:pt x="0" y="899495"/>
                  </a:lnTo>
                  <a:lnTo>
                    <a:pt x="10647" y="612422"/>
                  </a:lnTo>
                  <a:lnTo>
                    <a:pt x="297720" y="331119"/>
                  </a:lnTo>
                </a:path>
              </a:pathLst>
            </a:custGeom>
            <a:ln w="31166" cap="flat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797672" y="2965374"/>
              <a:ext cx="1069875" cy="1048757"/>
            </a:xfrm>
            <a:custGeom>
              <a:avLst/>
              <a:pathLst>
                <a:path w="1069875" h="1048757">
                  <a:moveTo>
                    <a:pt x="316447" y="0"/>
                  </a:moveTo>
                  <a:lnTo>
                    <a:pt x="1029456" y="91402"/>
                  </a:lnTo>
                  <a:lnTo>
                    <a:pt x="1069875" y="804411"/>
                  </a:lnTo>
                  <a:lnTo>
                    <a:pt x="560793" y="1048757"/>
                  </a:lnTo>
                  <a:lnTo>
                    <a:pt x="316447" y="1048001"/>
                  </a:lnTo>
                  <a:lnTo>
                    <a:pt x="108153" y="1012706"/>
                  </a:lnTo>
                  <a:lnTo>
                    <a:pt x="72858" y="804411"/>
                  </a:lnTo>
                  <a:lnTo>
                    <a:pt x="0" y="487963"/>
                  </a:lnTo>
                  <a:lnTo>
                    <a:pt x="316447" y="0"/>
                  </a:lnTo>
                </a:path>
              </a:pathLst>
            </a:custGeom>
            <a:ln w="31166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3737663" y="3080811"/>
              <a:ext cx="1217947" cy="1065431"/>
            </a:xfrm>
            <a:custGeom>
              <a:avLst/>
              <a:pathLst>
                <a:path w="1217947" h="1065431">
                  <a:moveTo>
                    <a:pt x="376456" y="312518"/>
                  </a:moveTo>
                  <a:lnTo>
                    <a:pt x="1065431" y="0"/>
                  </a:lnTo>
                  <a:lnTo>
                    <a:pt x="1217947" y="688974"/>
                  </a:lnTo>
                  <a:lnTo>
                    <a:pt x="736602" y="1049120"/>
                  </a:lnTo>
                  <a:lnTo>
                    <a:pt x="376456" y="1065431"/>
                  </a:lnTo>
                  <a:lnTo>
                    <a:pt x="63285" y="1002145"/>
                  </a:lnTo>
                  <a:lnTo>
                    <a:pt x="0" y="688974"/>
                  </a:lnTo>
                  <a:lnTo>
                    <a:pt x="204212" y="516731"/>
                  </a:lnTo>
                  <a:lnTo>
                    <a:pt x="376456" y="312518"/>
                  </a:lnTo>
                </a:path>
              </a:pathLst>
            </a:custGeom>
            <a:ln w="31166" cap="flat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3800949" y="3061162"/>
              <a:ext cx="1353961" cy="974818"/>
            </a:xfrm>
            <a:custGeom>
              <a:avLst/>
              <a:pathLst>
                <a:path w="1353961" h="974818">
                  <a:moveTo>
                    <a:pt x="313170" y="0"/>
                  </a:moveTo>
                  <a:lnTo>
                    <a:pt x="861218" y="160575"/>
                  </a:lnTo>
                  <a:lnTo>
                    <a:pt x="1353961" y="708623"/>
                  </a:lnTo>
                  <a:lnTo>
                    <a:pt x="579365" y="974818"/>
                  </a:lnTo>
                  <a:lnTo>
                    <a:pt x="313170" y="952213"/>
                  </a:lnTo>
                  <a:lnTo>
                    <a:pt x="140926" y="880867"/>
                  </a:lnTo>
                  <a:lnTo>
                    <a:pt x="3147" y="708623"/>
                  </a:lnTo>
                  <a:lnTo>
                    <a:pt x="0" y="395453"/>
                  </a:lnTo>
                  <a:lnTo>
                    <a:pt x="313170" y="0"/>
                  </a:lnTo>
                </a:path>
              </a:pathLst>
            </a:custGeom>
            <a:ln w="31166" cap="flat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3589559" y="3326896"/>
              <a:ext cx="1366051" cy="985430"/>
            </a:xfrm>
            <a:custGeom>
              <a:avLst/>
              <a:pathLst>
                <a:path w="1366051" h="985430">
                  <a:moveTo>
                    <a:pt x="524560" y="0"/>
                  </a:moveTo>
                  <a:lnTo>
                    <a:pt x="837730" y="129719"/>
                  </a:lnTo>
                  <a:lnTo>
                    <a:pt x="1366051" y="442889"/>
                  </a:lnTo>
                  <a:lnTo>
                    <a:pt x="837730" y="756060"/>
                  </a:lnTo>
                  <a:lnTo>
                    <a:pt x="524560" y="985430"/>
                  </a:lnTo>
                  <a:lnTo>
                    <a:pt x="0" y="967450"/>
                  </a:lnTo>
                  <a:lnTo>
                    <a:pt x="181320" y="442889"/>
                  </a:lnTo>
                  <a:lnTo>
                    <a:pt x="281853" y="200182"/>
                  </a:lnTo>
                  <a:lnTo>
                    <a:pt x="524560" y="0"/>
                  </a:lnTo>
                </a:path>
              </a:pathLst>
            </a:custGeom>
            <a:ln w="31166" cap="flat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4078849" y="3236906"/>
              <a:ext cx="70540" cy="70540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4801666" y="3011700"/>
              <a:ext cx="70540" cy="70540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4951967" y="3734516"/>
              <a:ext cx="70540" cy="70540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4336998" y="3992665"/>
              <a:ext cx="70540" cy="70540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4078849" y="4049894"/>
              <a:ext cx="70540" cy="70540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3816796" y="3996569"/>
              <a:ext cx="70540" cy="70540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3763471" y="3734516"/>
              <a:ext cx="70540" cy="70540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3808986" y="3464653"/>
              <a:ext cx="70540" cy="70540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4078849" y="3236906"/>
              <a:ext cx="70540" cy="70540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4078849" y="3166141"/>
              <a:ext cx="70540" cy="70540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4978344" y="2835021"/>
              <a:ext cx="70540" cy="70540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4620159" y="3734516"/>
              <a:ext cx="70540" cy="70540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4327646" y="3983312"/>
              <a:ext cx="70540" cy="70540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4078849" y="4032236"/>
              <a:ext cx="70540" cy="70540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3791776" y="4021589"/>
              <a:ext cx="70540" cy="70540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3781129" y="3734516"/>
              <a:ext cx="70540" cy="70540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3791776" y="3447443"/>
              <a:ext cx="70540" cy="70540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4078849" y="3166141"/>
              <a:ext cx="70540" cy="70540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4078849" y="2930104"/>
              <a:ext cx="70540" cy="70540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4791858" y="3021507"/>
              <a:ext cx="70540" cy="70540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4832277" y="3734516"/>
              <a:ext cx="70540" cy="70540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4323195" y="3978862"/>
              <a:ext cx="70540" cy="70540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4078849" y="3978105"/>
              <a:ext cx="70540" cy="70540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3870554" y="3942811"/>
              <a:ext cx="70540" cy="70540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3835260" y="3734516"/>
              <a:ext cx="70540" cy="70540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3762401" y="3418068"/>
              <a:ext cx="70540" cy="70540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4078849" y="2930104"/>
              <a:ext cx="70540" cy="70540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4078849" y="3358059"/>
              <a:ext cx="70540" cy="70540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4767824" y="3045541"/>
              <a:ext cx="70540" cy="70540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4920340" y="3734516"/>
              <a:ext cx="70540" cy="70540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4438995" y="4094662"/>
              <a:ext cx="70540" cy="70540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4078849" y="4110972"/>
              <a:ext cx="70540" cy="70540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3765679" y="4047686"/>
              <a:ext cx="70540" cy="70540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3702393" y="3734516"/>
              <a:ext cx="70540" cy="70540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3906605" y="3562272"/>
              <a:ext cx="70540" cy="70540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4078849" y="3358059"/>
              <a:ext cx="70540" cy="70540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4078849" y="3025892"/>
              <a:ext cx="70540" cy="70540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4626897" y="3186468"/>
              <a:ext cx="70540" cy="70540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5119640" y="3734516"/>
              <a:ext cx="70540" cy="70540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4345044" y="4000711"/>
              <a:ext cx="70540" cy="70540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4078849" y="3978105"/>
              <a:ext cx="70540" cy="70540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3906605" y="3906760"/>
              <a:ext cx="70540" cy="70540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3768826" y="3734516"/>
              <a:ext cx="70540" cy="70540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3765679" y="3421345"/>
              <a:ext cx="70540" cy="70540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4078849" y="3025892"/>
              <a:ext cx="70540" cy="70540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4078849" y="3291626"/>
              <a:ext cx="70540" cy="70540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4392020" y="3421345"/>
              <a:ext cx="70540" cy="70540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4920340" y="3734516"/>
              <a:ext cx="70540" cy="70540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4392020" y="4047686"/>
              <a:ext cx="70540" cy="70540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4078849" y="4277056"/>
              <a:ext cx="70540" cy="70540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3554289" y="4259076"/>
              <a:ext cx="70540" cy="70540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3735610" y="3734516"/>
              <a:ext cx="70540" cy="70540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3836142" y="3491809"/>
              <a:ext cx="70540" cy="70540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4078849" y="3291626"/>
              <a:ext cx="70540" cy="70540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tx86"/>
            <p:cNvSpPr/>
            <p:nvPr/>
          </p:nvSpPr>
          <p:spPr>
            <a:xfrm>
              <a:off x="3770495" y="3501416"/>
              <a:ext cx="100035" cy="4956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4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0%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3731998" y="2405264"/>
              <a:ext cx="138531" cy="4956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4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3693502" y="1309111"/>
              <a:ext cx="177027" cy="4956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4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89" name="rc89"/>
            <p:cNvSpPr/>
            <p:nvPr/>
          </p:nvSpPr>
          <p:spPr>
            <a:xfrm>
              <a:off x="8323133" y="2577612"/>
              <a:ext cx="2097571" cy="238434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" name="rc90"/>
            <p:cNvSpPr/>
            <p:nvPr/>
          </p:nvSpPr>
          <p:spPr>
            <a:xfrm>
              <a:off x="8418028" y="2672506"/>
              <a:ext cx="548640" cy="3657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8472892" y="2855386"/>
              <a:ext cx="438912" cy="0"/>
            </a:xfrm>
            <a:custGeom>
              <a:avLst/>
              <a:pathLst>
                <a:path w="438912" h="0">
                  <a:moveTo>
                    <a:pt x="0" y="0"/>
                  </a:moveTo>
                  <a:lnTo>
                    <a:pt x="438912" y="0"/>
                  </a:lnTo>
                </a:path>
              </a:pathLst>
            </a:custGeom>
            <a:ln w="31166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8657077" y="2820116"/>
              <a:ext cx="70540" cy="70540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12272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rc93"/>
            <p:cNvSpPr/>
            <p:nvPr/>
          </p:nvSpPr>
          <p:spPr>
            <a:xfrm>
              <a:off x="8418028" y="3038266"/>
              <a:ext cx="548640" cy="3657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8472892" y="3221146"/>
              <a:ext cx="438912" cy="0"/>
            </a:xfrm>
            <a:custGeom>
              <a:avLst/>
              <a:pathLst>
                <a:path w="438912" h="0">
                  <a:moveTo>
                    <a:pt x="0" y="0"/>
                  </a:moveTo>
                  <a:lnTo>
                    <a:pt x="438912" y="0"/>
                  </a:lnTo>
                </a:path>
              </a:pathLst>
            </a:custGeom>
            <a:ln w="31166" cap="flat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8657077" y="3185876"/>
              <a:ext cx="70540" cy="70540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12272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rc96"/>
            <p:cNvSpPr/>
            <p:nvPr/>
          </p:nvSpPr>
          <p:spPr>
            <a:xfrm>
              <a:off x="8418028" y="3404026"/>
              <a:ext cx="548640" cy="3657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8472892" y="3586906"/>
              <a:ext cx="438912" cy="0"/>
            </a:xfrm>
            <a:custGeom>
              <a:avLst/>
              <a:pathLst>
                <a:path w="438912" h="0">
                  <a:moveTo>
                    <a:pt x="0" y="0"/>
                  </a:moveTo>
                  <a:lnTo>
                    <a:pt x="438912" y="0"/>
                  </a:lnTo>
                </a:path>
              </a:pathLst>
            </a:custGeom>
            <a:ln w="31166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8657077" y="3551636"/>
              <a:ext cx="70540" cy="70540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12272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rc99"/>
            <p:cNvSpPr/>
            <p:nvPr/>
          </p:nvSpPr>
          <p:spPr>
            <a:xfrm>
              <a:off x="8418028" y="3769786"/>
              <a:ext cx="548640" cy="3657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8472892" y="3952666"/>
              <a:ext cx="438912" cy="0"/>
            </a:xfrm>
            <a:custGeom>
              <a:avLst/>
              <a:pathLst>
                <a:path w="438912" h="0">
                  <a:moveTo>
                    <a:pt x="0" y="0"/>
                  </a:moveTo>
                  <a:lnTo>
                    <a:pt x="438912" y="0"/>
                  </a:lnTo>
                </a:path>
              </a:pathLst>
            </a:custGeom>
            <a:ln w="31166" cap="flat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8657077" y="3917396"/>
              <a:ext cx="70540" cy="70540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12272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rc102"/>
            <p:cNvSpPr/>
            <p:nvPr/>
          </p:nvSpPr>
          <p:spPr>
            <a:xfrm>
              <a:off x="8418028" y="4135546"/>
              <a:ext cx="548640" cy="3657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8472892" y="4318426"/>
              <a:ext cx="438912" cy="0"/>
            </a:xfrm>
            <a:custGeom>
              <a:avLst/>
              <a:pathLst>
                <a:path w="438912" h="0">
                  <a:moveTo>
                    <a:pt x="0" y="0"/>
                  </a:moveTo>
                  <a:lnTo>
                    <a:pt x="438912" y="0"/>
                  </a:lnTo>
                </a:path>
              </a:pathLst>
            </a:custGeom>
            <a:ln w="31166" cap="flat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8657077" y="4283156"/>
              <a:ext cx="70540" cy="70540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12272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rc105"/>
            <p:cNvSpPr/>
            <p:nvPr/>
          </p:nvSpPr>
          <p:spPr>
            <a:xfrm>
              <a:off x="8418028" y="4501306"/>
              <a:ext cx="548640" cy="3657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8472892" y="4684186"/>
              <a:ext cx="438912" cy="0"/>
            </a:xfrm>
            <a:custGeom>
              <a:avLst/>
              <a:pathLst>
                <a:path w="438912" h="0">
                  <a:moveTo>
                    <a:pt x="0" y="0"/>
                  </a:moveTo>
                  <a:lnTo>
                    <a:pt x="438912" y="0"/>
                  </a:lnTo>
                </a:path>
              </a:pathLst>
            </a:custGeom>
            <a:ln w="31166" cap="flat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8657077" y="4648916"/>
              <a:ext cx="70540" cy="70540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tx108"/>
            <p:cNvSpPr/>
            <p:nvPr/>
          </p:nvSpPr>
          <p:spPr>
            <a:xfrm>
              <a:off x="9061562" y="2791744"/>
              <a:ext cx="1135867" cy="127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Passeriformes</a:t>
              </a:r>
            </a:p>
          </p:txBody>
        </p:sp>
        <p:sp>
          <p:nvSpPr>
            <p:cNvPr id="109" name="tx109"/>
            <p:cNvSpPr/>
            <p:nvPr/>
          </p:nvSpPr>
          <p:spPr>
            <a:xfrm>
              <a:off x="9061562" y="3157504"/>
              <a:ext cx="1264249" cy="127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Charadriiformes</a:t>
              </a:r>
            </a:p>
          </p:txBody>
        </p:sp>
        <p:sp>
          <p:nvSpPr>
            <p:cNvPr id="110" name="tx110"/>
            <p:cNvSpPr/>
            <p:nvPr/>
          </p:nvSpPr>
          <p:spPr>
            <a:xfrm>
              <a:off x="9061562" y="3523264"/>
              <a:ext cx="1165402" cy="127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Accipitriformes</a:t>
              </a:r>
            </a:p>
          </p:txBody>
        </p:sp>
        <p:sp>
          <p:nvSpPr>
            <p:cNvPr id="111" name="tx111"/>
            <p:cNvSpPr/>
            <p:nvPr/>
          </p:nvSpPr>
          <p:spPr>
            <a:xfrm>
              <a:off x="9061562" y="3889024"/>
              <a:ext cx="1046988" cy="127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Anseriformes</a:t>
              </a:r>
            </a:p>
          </p:txBody>
        </p:sp>
        <p:sp>
          <p:nvSpPr>
            <p:cNvPr id="112" name="tx112"/>
            <p:cNvSpPr/>
            <p:nvPr/>
          </p:nvSpPr>
          <p:spPr>
            <a:xfrm>
              <a:off x="9061562" y="4254784"/>
              <a:ext cx="1225021" cy="127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Pelecaniformes</a:t>
              </a:r>
            </a:p>
          </p:txBody>
        </p:sp>
        <p:sp>
          <p:nvSpPr>
            <p:cNvPr id="113" name="tx113"/>
            <p:cNvSpPr/>
            <p:nvPr/>
          </p:nvSpPr>
          <p:spPr>
            <a:xfrm>
              <a:off x="9061562" y="4620544"/>
              <a:ext cx="878921" cy="1272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Gruiformes</a:t>
              </a:r>
            </a:p>
          </p:txBody>
        </p:sp>
        <p:sp>
          <p:nvSpPr>
            <p:cNvPr id="114" name="tx114"/>
            <p:cNvSpPr/>
            <p:nvPr/>
          </p:nvSpPr>
          <p:spPr>
            <a:xfrm>
              <a:off x="2741376" y="330032"/>
              <a:ext cx="2745486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Scenario 3 — order overlay · ref=centroid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2026-05-11T20:59:05Z</dcterms:modified>
  <cp:category/>
</cp:coreProperties>
</file>