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3167360" cy="13533120"/>
            <a:chOff x="0" y="0"/>
            <a:chExt cx="13167360" cy="1353312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316736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3167360" y="0"/>
              <a:ext cx="0" cy="135331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1051262" y="224458"/>
              <a:ext cx="1583740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 (n=376)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457405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43132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43132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843132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43132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3132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61261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95978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61261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88911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34690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6135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620533" y="1133486"/>
              <a:ext cx="1331180" cy="1052517"/>
            </a:xfrm>
            <a:custGeom>
              <a:avLst/>
              <a:pathLst>
                <a:path w="1331180" h="1052517">
                  <a:moveTo>
                    <a:pt x="222599" y="390708"/>
                  </a:moveTo>
                  <a:lnTo>
                    <a:pt x="236783" y="360278"/>
                  </a:lnTo>
                  <a:lnTo>
                    <a:pt x="253044" y="330404"/>
                  </a:lnTo>
                  <a:lnTo>
                    <a:pt x="271359" y="301191"/>
                  </a:lnTo>
                  <a:lnTo>
                    <a:pt x="291701" y="272746"/>
                  </a:lnTo>
                  <a:lnTo>
                    <a:pt x="314037" y="245172"/>
                  </a:lnTo>
                  <a:lnTo>
                    <a:pt x="338330" y="218572"/>
                  </a:lnTo>
                  <a:lnTo>
                    <a:pt x="364539" y="193048"/>
                  </a:lnTo>
                  <a:lnTo>
                    <a:pt x="392618" y="168699"/>
                  </a:lnTo>
                  <a:lnTo>
                    <a:pt x="422514" y="145622"/>
                  </a:lnTo>
                  <a:lnTo>
                    <a:pt x="454174" y="123914"/>
                  </a:lnTo>
                  <a:lnTo>
                    <a:pt x="487537" y="103666"/>
                  </a:lnTo>
                  <a:lnTo>
                    <a:pt x="522540" y="84970"/>
                  </a:lnTo>
                  <a:lnTo>
                    <a:pt x="559114" y="67914"/>
                  </a:lnTo>
                  <a:lnTo>
                    <a:pt x="597187" y="52582"/>
                  </a:lnTo>
                  <a:lnTo>
                    <a:pt x="636683" y="39056"/>
                  </a:lnTo>
                  <a:lnTo>
                    <a:pt x="677521" y="27416"/>
                  </a:lnTo>
                  <a:lnTo>
                    <a:pt x="719619" y="17736"/>
                  </a:lnTo>
                  <a:lnTo>
                    <a:pt x="762888" y="10088"/>
                  </a:lnTo>
                  <a:lnTo>
                    <a:pt x="807239" y="4541"/>
                  </a:lnTo>
                  <a:lnTo>
                    <a:pt x="852576" y="1158"/>
                  </a:lnTo>
                  <a:lnTo>
                    <a:pt x="898804" y="0"/>
                  </a:lnTo>
                  <a:lnTo>
                    <a:pt x="945822" y="1122"/>
                  </a:lnTo>
                  <a:lnTo>
                    <a:pt x="993527" y="4576"/>
                  </a:lnTo>
                  <a:lnTo>
                    <a:pt x="1019980" y="30802"/>
                  </a:lnTo>
                  <a:lnTo>
                    <a:pt x="1045541" y="57936"/>
                  </a:lnTo>
                  <a:lnTo>
                    <a:pt x="1070178" y="85948"/>
                  </a:lnTo>
                  <a:lnTo>
                    <a:pt x="1093861" y="114806"/>
                  </a:lnTo>
                  <a:lnTo>
                    <a:pt x="1116561" y="144478"/>
                  </a:lnTo>
                  <a:lnTo>
                    <a:pt x="1138250" y="174929"/>
                  </a:lnTo>
                  <a:lnTo>
                    <a:pt x="1158901" y="206127"/>
                  </a:lnTo>
                  <a:lnTo>
                    <a:pt x="1178489" y="238035"/>
                  </a:lnTo>
                  <a:lnTo>
                    <a:pt x="1196988" y="270617"/>
                  </a:lnTo>
                  <a:lnTo>
                    <a:pt x="1214377" y="303836"/>
                  </a:lnTo>
                  <a:lnTo>
                    <a:pt x="1230633" y="337654"/>
                  </a:lnTo>
                  <a:lnTo>
                    <a:pt x="1245735" y="372032"/>
                  </a:lnTo>
                  <a:lnTo>
                    <a:pt x="1259665" y="406931"/>
                  </a:lnTo>
                  <a:lnTo>
                    <a:pt x="1272403" y="442312"/>
                  </a:lnTo>
                  <a:lnTo>
                    <a:pt x="1283934" y="478133"/>
                  </a:lnTo>
                  <a:lnTo>
                    <a:pt x="1294241" y="514353"/>
                  </a:lnTo>
                  <a:lnTo>
                    <a:pt x="1303313" y="550930"/>
                  </a:lnTo>
                  <a:lnTo>
                    <a:pt x="1311135" y="587822"/>
                  </a:lnTo>
                  <a:lnTo>
                    <a:pt x="1317697" y="624987"/>
                  </a:lnTo>
                  <a:lnTo>
                    <a:pt x="1322990" y="662381"/>
                  </a:lnTo>
                  <a:lnTo>
                    <a:pt x="1327006" y="699961"/>
                  </a:lnTo>
                  <a:lnTo>
                    <a:pt x="1329737" y="737684"/>
                  </a:lnTo>
                  <a:lnTo>
                    <a:pt x="1331180" y="775505"/>
                  </a:lnTo>
                  <a:lnTo>
                    <a:pt x="1296201" y="809244"/>
                  </a:lnTo>
                  <a:lnTo>
                    <a:pt x="1260231" y="840787"/>
                  </a:lnTo>
                  <a:lnTo>
                    <a:pt x="1223373" y="870106"/>
                  </a:lnTo>
                  <a:lnTo>
                    <a:pt x="1185731" y="897177"/>
                  </a:lnTo>
                  <a:lnTo>
                    <a:pt x="1147410" y="921981"/>
                  </a:lnTo>
                  <a:lnTo>
                    <a:pt x="1108514" y="944502"/>
                  </a:lnTo>
                  <a:lnTo>
                    <a:pt x="1069150" y="964731"/>
                  </a:lnTo>
                  <a:lnTo>
                    <a:pt x="1029422" y="982662"/>
                  </a:lnTo>
                  <a:lnTo>
                    <a:pt x="989436" y="998292"/>
                  </a:lnTo>
                  <a:lnTo>
                    <a:pt x="949298" y="1011624"/>
                  </a:lnTo>
                  <a:lnTo>
                    <a:pt x="909110" y="1022664"/>
                  </a:lnTo>
                  <a:lnTo>
                    <a:pt x="868979" y="1031425"/>
                  </a:lnTo>
                  <a:lnTo>
                    <a:pt x="829006" y="1037921"/>
                  </a:lnTo>
                  <a:lnTo>
                    <a:pt x="789294" y="1042172"/>
                  </a:lnTo>
                  <a:lnTo>
                    <a:pt x="749944" y="1044201"/>
                  </a:lnTo>
                  <a:lnTo>
                    <a:pt x="711057" y="1044037"/>
                  </a:lnTo>
                  <a:lnTo>
                    <a:pt x="672730" y="1041712"/>
                  </a:lnTo>
                  <a:lnTo>
                    <a:pt x="635060" y="1037261"/>
                  </a:lnTo>
                  <a:lnTo>
                    <a:pt x="598143" y="1030725"/>
                  </a:lnTo>
                  <a:lnTo>
                    <a:pt x="562072" y="1022146"/>
                  </a:lnTo>
                  <a:lnTo>
                    <a:pt x="526937" y="1011574"/>
                  </a:lnTo>
                  <a:lnTo>
                    <a:pt x="492829" y="999059"/>
                  </a:lnTo>
                  <a:lnTo>
                    <a:pt x="459833" y="984656"/>
                  </a:lnTo>
                  <a:lnTo>
                    <a:pt x="428035" y="968422"/>
                  </a:lnTo>
                  <a:lnTo>
                    <a:pt x="397515" y="950421"/>
                  </a:lnTo>
                  <a:lnTo>
                    <a:pt x="367854" y="957650"/>
                  </a:lnTo>
                  <a:lnTo>
                    <a:pt x="338887" y="960578"/>
                  </a:lnTo>
                  <a:lnTo>
                    <a:pt x="311188" y="959463"/>
                  </a:lnTo>
                  <a:lnTo>
                    <a:pt x="285279" y="954636"/>
                  </a:lnTo>
                  <a:lnTo>
                    <a:pt x="261625" y="946491"/>
                  </a:lnTo>
                  <a:lnTo>
                    <a:pt x="240623" y="935479"/>
                  </a:lnTo>
                  <a:lnTo>
                    <a:pt x="222599" y="922094"/>
                  </a:lnTo>
                  <a:lnTo>
                    <a:pt x="201671" y="934465"/>
                  </a:lnTo>
                  <a:lnTo>
                    <a:pt x="177545" y="943648"/>
                  </a:lnTo>
                  <a:lnTo>
                    <a:pt x="150724" y="949026"/>
                  </a:lnTo>
                  <a:lnTo>
                    <a:pt x="121818" y="950061"/>
                  </a:lnTo>
                  <a:lnTo>
                    <a:pt x="91530" y="946316"/>
                  </a:lnTo>
                  <a:lnTo>
                    <a:pt x="60639" y="937465"/>
                  </a:lnTo>
                  <a:lnTo>
                    <a:pt x="63989" y="901992"/>
                  </a:lnTo>
                  <a:lnTo>
                    <a:pt x="72989" y="869511"/>
                  </a:lnTo>
                  <a:lnTo>
                    <a:pt x="86988" y="840811"/>
                  </a:lnTo>
                  <a:lnTo>
                    <a:pt x="105237" y="816571"/>
                  </a:lnTo>
                  <a:lnTo>
                    <a:pt x="126897" y="797348"/>
                  </a:lnTo>
                  <a:lnTo>
                    <a:pt x="151065" y="783565"/>
                  </a:lnTo>
                  <a:lnTo>
                    <a:pt x="176789" y="775505"/>
                  </a:lnTo>
                  <a:lnTo>
                    <a:pt x="152959" y="766337"/>
                  </a:lnTo>
                  <a:lnTo>
                    <a:pt x="131152" y="751002"/>
                  </a:lnTo>
                  <a:lnTo>
                    <a:pt x="112561" y="729926"/>
                  </a:lnTo>
                  <a:lnTo>
                    <a:pt x="98293" y="703737"/>
                  </a:lnTo>
                  <a:lnTo>
                    <a:pt x="89341" y="673253"/>
                  </a:lnTo>
                  <a:lnTo>
                    <a:pt x="86552" y="639459"/>
                  </a:lnTo>
                  <a:lnTo>
                    <a:pt x="71729" y="650833"/>
                  </a:lnTo>
                  <a:lnTo>
                    <a:pt x="57861" y="663810"/>
                  </a:lnTo>
                  <a:lnTo>
                    <a:pt x="45120" y="678310"/>
                  </a:lnTo>
                  <a:lnTo>
                    <a:pt x="33670" y="694234"/>
                  </a:lnTo>
                  <a:lnTo>
                    <a:pt x="23668" y="711464"/>
                  </a:lnTo>
                  <a:lnTo>
                    <a:pt x="15260" y="729866"/>
                  </a:lnTo>
                  <a:lnTo>
                    <a:pt x="8579" y="749292"/>
                  </a:lnTo>
                  <a:lnTo>
                    <a:pt x="3743" y="769576"/>
                  </a:lnTo>
                  <a:lnTo>
                    <a:pt x="854" y="790541"/>
                  </a:lnTo>
                  <a:lnTo>
                    <a:pt x="0" y="811998"/>
                  </a:lnTo>
                  <a:lnTo>
                    <a:pt x="1245" y="833747"/>
                  </a:lnTo>
                  <a:lnTo>
                    <a:pt x="4637" y="855580"/>
                  </a:lnTo>
                  <a:lnTo>
                    <a:pt x="10203" y="877283"/>
                  </a:lnTo>
                  <a:lnTo>
                    <a:pt x="17947" y="898639"/>
                  </a:lnTo>
                  <a:lnTo>
                    <a:pt x="27853" y="919428"/>
                  </a:lnTo>
                  <a:lnTo>
                    <a:pt x="39880" y="939429"/>
                  </a:lnTo>
                  <a:lnTo>
                    <a:pt x="53967" y="958426"/>
                  </a:lnTo>
                  <a:lnTo>
                    <a:pt x="70029" y="976207"/>
                  </a:lnTo>
                  <a:lnTo>
                    <a:pt x="87961" y="992565"/>
                  </a:lnTo>
                  <a:lnTo>
                    <a:pt x="107636" y="1007305"/>
                  </a:lnTo>
                  <a:lnTo>
                    <a:pt x="128906" y="1020244"/>
                  </a:lnTo>
                  <a:lnTo>
                    <a:pt x="151603" y="1031209"/>
                  </a:lnTo>
                  <a:lnTo>
                    <a:pt x="175542" y="1040047"/>
                  </a:lnTo>
                  <a:lnTo>
                    <a:pt x="200522" y="1046619"/>
                  </a:lnTo>
                  <a:lnTo>
                    <a:pt x="226327" y="1050808"/>
                  </a:lnTo>
                  <a:lnTo>
                    <a:pt x="252725" y="1052517"/>
                  </a:lnTo>
                  <a:lnTo>
                    <a:pt x="279478" y="1051671"/>
                  </a:lnTo>
                  <a:lnTo>
                    <a:pt x="306335" y="1048219"/>
                  </a:lnTo>
                  <a:lnTo>
                    <a:pt x="333040" y="1042134"/>
                  </a:lnTo>
                  <a:lnTo>
                    <a:pt x="359334" y="1033415"/>
                  </a:lnTo>
                  <a:lnTo>
                    <a:pt x="384955" y="1022086"/>
                  </a:lnTo>
                  <a:lnTo>
                    <a:pt x="409643" y="1008198"/>
                  </a:lnTo>
                  <a:lnTo>
                    <a:pt x="433140" y="991827"/>
                  </a:lnTo>
                  <a:lnTo>
                    <a:pt x="455198" y="973077"/>
                  </a:lnTo>
                  <a:lnTo>
                    <a:pt x="475574" y="952073"/>
                  </a:lnTo>
                  <a:lnTo>
                    <a:pt x="494037" y="928970"/>
                  </a:lnTo>
                  <a:lnTo>
                    <a:pt x="510373" y="903942"/>
                  </a:lnTo>
                  <a:lnTo>
                    <a:pt x="524381" y="877187"/>
                  </a:lnTo>
                  <a:lnTo>
                    <a:pt x="535880" y="848925"/>
                  </a:lnTo>
                  <a:lnTo>
                    <a:pt x="544710" y="819392"/>
                  </a:lnTo>
                  <a:lnTo>
                    <a:pt x="550732" y="788842"/>
                  </a:lnTo>
                  <a:lnTo>
                    <a:pt x="553833" y="757546"/>
                  </a:lnTo>
                  <a:lnTo>
                    <a:pt x="553927" y="725784"/>
                  </a:lnTo>
                  <a:lnTo>
                    <a:pt x="550953" y="693847"/>
                  </a:lnTo>
                  <a:lnTo>
                    <a:pt x="544879" y="662034"/>
                  </a:lnTo>
                  <a:lnTo>
                    <a:pt x="535703" y="630647"/>
                  </a:lnTo>
                  <a:lnTo>
                    <a:pt x="523452" y="599991"/>
                  </a:lnTo>
                  <a:lnTo>
                    <a:pt x="508184" y="570369"/>
                  </a:lnTo>
                  <a:lnTo>
                    <a:pt x="489985" y="542078"/>
                  </a:lnTo>
                  <a:lnTo>
                    <a:pt x="468973" y="515410"/>
                  </a:lnTo>
                  <a:lnTo>
                    <a:pt x="445293" y="490646"/>
                  </a:lnTo>
                  <a:lnTo>
                    <a:pt x="419118" y="468052"/>
                  </a:lnTo>
                  <a:lnTo>
                    <a:pt x="390651" y="447881"/>
                  </a:lnTo>
                  <a:lnTo>
                    <a:pt x="360115" y="430364"/>
                  </a:lnTo>
                  <a:lnTo>
                    <a:pt x="327762" y="415714"/>
                  </a:lnTo>
                  <a:lnTo>
                    <a:pt x="293861" y="404118"/>
                  </a:lnTo>
                  <a:lnTo>
                    <a:pt x="258705" y="395738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81172" y="1133486"/>
              <a:ext cx="1270541" cy="1044201"/>
            </a:xfrm>
            <a:custGeom>
              <a:avLst/>
              <a:pathLst>
                <a:path w="1270541" h="1044201">
                  <a:moveTo>
                    <a:pt x="161959" y="390708"/>
                  </a:moveTo>
                  <a:lnTo>
                    <a:pt x="176144" y="360278"/>
                  </a:lnTo>
                  <a:lnTo>
                    <a:pt x="192405" y="330404"/>
                  </a:lnTo>
                  <a:lnTo>
                    <a:pt x="210720" y="301191"/>
                  </a:lnTo>
                  <a:lnTo>
                    <a:pt x="231062" y="272746"/>
                  </a:lnTo>
                  <a:lnTo>
                    <a:pt x="253398" y="245172"/>
                  </a:lnTo>
                  <a:lnTo>
                    <a:pt x="277691" y="218572"/>
                  </a:lnTo>
                  <a:lnTo>
                    <a:pt x="303900" y="193048"/>
                  </a:lnTo>
                  <a:lnTo>
                    <a:pt x="331978" y="168699"/>
                  </a:lnTo>
                  <a:lnTo>
                    <a:pt x="361875" y="145622"/>
                  </a:lnTo>
                  <a:lnTo>
                    <a:pt x="393535" y="123914"/>
                  </a:lnTo>
                  <a:lnTo>
                    <a:pt x="426898" y="103666"/>
                  </a:lnTo>
                  <a:lnTo>
                    <a:pt x="461901" y="84970"/>
                  </a:lnTo>
                  <a:lnTo>
                    <a:pt x="498475" y="67914"/>
                  </a:lnTo>
                  <a:lnTo>
                    <a:pt x="536548" y="52582"/>
                  </a:lnTo>
                  <a:lnTo>
                    <a:pt x="576044" y="39056"/>
                  </a:lnTo>
                  <a:lnTo>
                    <a:pt x="616882" y="27416"/>
                  </a:lnTo>
                  <a:lnTo>
                    <a:pt x="658980" y="17736"/>
                  </a:lnTo>
                  <a:lnTo>
                    <a:pt x="702249" y="10088"/>
                  </a:lnTo>
                  <a:lnTo>
                    <a:pt x="746600" y="4541"/>
                  </a:lnTo>
                  <a:lnTo>
                    <a:pt x="791937" y="1158"/>
                  </a:lnTo>
                  <a:lnTo>
                    <a:pt x="838165" y="0"/>
                  </a:lnTo>
                  <a:lnTo>
                    <a:pt x="885183" y="1122"/>
                  </a:lnTo>
                  <a:lnTo>
                    <a:pt x="932888" y="4576"/>
                  </a:lnTo>
                  <a:lnTo>
                    <a:pt x="959341" y="30802"/>
                  </a:lnTo>
                  <a:lnTo>
                    <a:pt x="984902" y="57936"/>
                  </a:lnTo>
                  <a:lnTo>
                    <a:pt x="1009539" y="85948"/>
                  </a:lnTo>
                  <a:lnTo>
                    <a:pt x="1033221" y="114806"/>
                  </a:lnTo>
                  <a:lnTo>
                    <a:pt x="1055921" y="144478"/>
                  </a:lnTo>
                  <a:lnTo>
                    <a:pt x="1077610" y="174929"/>
                  </a:lnTo>
                  <a:lnTo>
                    <a:pt x="1098262" y="206127"/>
                  </a:lnTo>
                  <a:lnTo>
                    <a:pt x="1117849" y="238035"/>
                  </a:lnTo>
                  <a:lnTo>
                    <a:pt x="1136349" y="270617"/>
                  </a:lnTo>
                  <a:lnTo>
                    <a:pt x="1153738" y="303836"/>
                  </a:lnTo>
                  <a:lnTo>
                    <a:pt x="1169994" y="337654"/>
                  </a:lnTo>
                  <a:lnTo>
                    <a:pt x="1185096" y="372032"/>
                  </a:lnTo>
                  <a:lnTo>
                    <a:pt x="1199025" y="406931"/>
                  </a:lnTo>
                  <a:lnTo>
                    <a:pt x="1211764" y="442312"/>
                  </a:lnTo>
                  <a:lnTo>
                    <a:pt x="1223294" y="478133"/>
                  </a:lnTo>
                  <a:lnTo>
                    <a:pt x="1233602" y="514353"/>
                  </a:lnTo>
                  <a:lnTo>
                    <a:pt x="1242674" y="550930"/>
                  </a:lnTo>
                  <a:lnTo>
                    <a:pt x="1250496" y="587822"/>
                  </a:lnTo>
                  <a:lnTo>
                    <a:pt x="1257058" y="624987"/>
                  </a:lnTo>
                  <a:lnTo>
                    <a:pt x="1262351" y="662381"/>
                  </a:lnTo>
                  <a:lnTo>
                    <a:pt x="1266367" y="699961"/>
                  </a:lnTo>
                  <a:lnTo>
                    <a:pt x="1269098" y="737684"/>
                  </a:lnTo>
                  <a:lnTo>
                    <a:pt x="1270541" y="775505"/>
                  </a:lnTo>
                  <a:lnTo>
                    <a:pt x="1235562" y="809244"/>
                  </a:lnTo>
                  <a:lnTo>
                    <a:pt x="1199592" y="840787"/>
                  </a:lnTo>
                  <a:lnTo>
                    <a:pt x="1162734" y="870106"/>
                  </a:lnTo>
                  <a:lnTo>
                    <a:pt x="1125092" y="897177"/>
                  </a:lnTo>
                  <a:lnTo>
                    <a:pt x="1086770" y="921981"/>
                  </a:lnTo>
                  <a:lnTo>
                    <a:pt x="1047875" y="944502"/>
                  </a:lnTo>
                  <a:lnTo>
                    <a:pt x="1008511" y="964731"/>
                  </a:lnTo>
                  <a:lnTo>
                    <a:pt x="968783" y="982662"/>
                  </a:lnTo>
                  <a:lnTo>
                    <a:pt x="928797" y="998292"/>
                  </a:lnTo>
                  <a:lnTo>
                    <a:pt x="888658" y="1011624"/>
                  </a:lnTo>
                  <a:lnTo>
                    <a:pt x="848471" y="1022664"/>
                  </a:lnTo>
                  <a:lnTo>
                    <a:pt x="808340" y="1031425"/>
                  </a:lnTo>
                  <a:lnTo>
                    <a:pt x="768367" y="1037921"/>
                  </a:lnTo>
                  <a:lnTo>
                    <a:pt x="728655" y="1042172"/>
                  </a:lnTo>
                  <a:lnTo>
                    <a:pt x="689305" y="1044201"/>
                  </a:lnTo>
                  <a:lnTo>
                    <a:pt x="650418" y="1044037"/>
                  </a:lnTo>
                  <a:lnTo>
                    <a:pt x="612091" y="1041712"/>
                  </a:lnTo>
                  <a:lnTo>
                    <a:pt x="574421" y="1037261"/>
                  </a:lnTo>
                  <a:lnTo>
                    <a:pt x="537504" y="1030725"/>
                  </a:lnTo>
                  <a:lnTo>
                    <a:pt x="501432" y="1022146"/>
                  </a:lnTo>
                  <a:lnTo>
                    <a:pt x="466298" y="1011574"/>
                  </a:lnTo>
                  <a:lnTo>
                    <a:pt x="432190" y="999059"/>
                  </a:lnTo>
                  <a:lnTo>
                    <a:pt x="399194" y="984656"/>
                  </a:lnTo>
                  <a:lnTo>
                    <a:pt x="367396" y="968422"/>
                  </a:lnTo>
                  <a:lnTo>
                    <a:pt x="336876" y="950421"/>
                  </a:lnTo>
                  <a:lnTo>
                    <a:pt x="307215" y="957650"/>
                  </a:lnTo>
                  <a:lnTo>
                    <a:pt x="278248" y="960578"/>
                  </a:lnTo>
                  <a:lnTo>
                    <a:pt x="250549" y="959463"/>
                  </a:lnTo>
                  <a:lnTo>
                    <a:pt x="224640" y="954636"/>
                  </a:lnTo>
                  <a:lnTo>
                    <a:pt x="200986" y="946491"/>
                  </a:lnTo>
                  <a:lnTo>
                    <a:pt x="179984" y="935479"/>
                  </a:lnTo>
                  <a:lnTo>
                    <a:pt x="161959" y="922094"/>
                  </a:lnTo>
                  <a:lnTo>
                    <a:pt x="141032" y="934465"/>
                  </a:lnTo>
                  <a:lnTo>
                    <a:pt x="116905" y="943648"/>
                  </a:lnTo>
                  <a:lnTo>
                    <a:pt x="90085" y="949026"/>
                  </a:lnTo>
                  <a:lnTo>
                    <a:pt x="61179" y="950061"/>
                  </a:lnTo>
                  <a:lnTo>
                    <a:pt x="30891" y="946316"/>
                  </a:lnTo>
                  <a:lnTo>
                    <a:pt x="0" y="937465"/>
                  </a:lnTo>
                  <a:lnTo>
                    <a:pt x="3350" y="901992"/>
                  </a:lnTo>
                  <a:lnTo>
                    <a:pt x="12350" y="869511"/>
                  </a:lnTo>
                  <a:lnTo>
                    <a:pt x="26349" y="840811"/>
                  </a:lnTo>
                  <a:lnTo>
                    <a:pt x="44598" y="816571"/>
                  </a:lnTo>
                  <a:lnTo>
                    <a:pt x="66258" y="797348"/>
                  </a:lnTo>
                  <a:lnTo>
                    <a:pt x="90426" y="783565"/>
                  </a:lnTo>
                  <a:lnTo>
                    <a:pt x="116150" y="775505"/>
                  </a:lnTo>
                  <a:lnTo>
                    <a:pt x="92320" y="766337"/>
                  </a:lnTo>
                  <a:lnTo>
                    <a:pt x="70513" y="751002"/>
                  </a:lnTo>
                  <a:lnTo>
                    <a:pt x="51922" y="729926"/>
                  </a:lnTo>
                  <a:lnTo>
                    <a:pt x="37654" y="703737"/>
                  </a:lnTo>
                  <a:lnTo>
                    <a:pt x="28702" y="673253"/>
                  </a:lnTo>
                  <a:lnTo>
                    <a:pt x="25913" y="639459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811531" y="149259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582459" y="110646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920112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986447" y="2052306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811531" y="202397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649571" y="203934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765722" y="18773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675485" y="174134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843132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43132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843132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843132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843132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059247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34551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59247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711093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490871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982204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81773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701994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709069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47390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18168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16833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364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3326634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326634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3654633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4287870" y="224458"/>
              <a:ext cx="162461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Charadriiformes (n=46)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3714451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100177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00177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00177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00177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00177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18306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853023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218306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545957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991736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853180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798683" y="1125106"/>
              <a:ext cx="1410075" cy="1328817"/>
            </a:xfrm>
            <a:custGeom>
              <a:avLst/>
              <a:pathLst>
                <a:path w="1410075" h="1328817">
                  <a:moveTo>
                    <a:pt x="301494" y="613334"/>
                  </a:moveTo>
                  <a:lnTo>
                    <a:pt x="307735" y="577350"/>
                  </a:lnTo>
                  <a:lnTo>
                    <a:pt x="316148" y="541621"/>
                  </a:lnTo>
                  <a:lnTo>
                    <a:pt x="326724" y="506244"/>
                  </a:lnTo>
                  <a:lnTo>
                    <a:pt x="339446" y="471317"/>
                  </a:lnTo>
                  <a:lnTo>
                    <a:pt x="354298" y="436939"/>
                  </a:lnTo>
                  <a:lnTo>
                    <a:pt x="371256" y="403205"/>
                  </a:lnTo>
                  <a:lnTo>
                    <a:pt x="390294" y="370211"/>
                  </a:lnTo>
                  <a:lnTo>
                    <a:pt x="411382" y="338052"/>
                  </a:lnTo>
                  <a:lnTo>
                    <a:pt x="434485" y="306821"/>
                  </a:lnTo>
                  <a:lnTo>
                    <a:pt x="459567" y="276611"/>
                  </a:lnTo>
                  <a:lnTo>
                    <a:pt x="486585" y="247512"/>
                  </a:lnTo>
                  <a:lnTo>
                    <a:pt x="515494" y="219614"/>
                  </a:lnTo>
                  <a:lnTo>
                    <a:pt x="546245" y="193003"/>
                  </a:lnTo>
                  <a:lnTo>
                    <a:pt x="578787" y="167765"/>
                  </a:lnTo>
                  <a:lnTo>
                    <a:pt x="613063" y="143984"/>
                  </a:lnTo>
                  <a:lnTo>
                    <a:pt x="649014" y="121740"/>
                  </a:lnTo>
                  <a:lnTo>
                    <a:pt x="686578" y="101114"/>
                  </a:lnTo>
                  <a:lnTo>
                    <a:pt x="725688" y="82181"/>
                  </a:lnTo>
                  <a:lnTo>
                    <a:pt x="766277" y="65016"/>
                  </a:lnTo>
                  <a:lnTo>
                    <a:pt x="808272" y="49690"/>
                  </a:lnTo>
                  <a:lnTo>
                    <a:pt x="851598" y="36272"/>
                  </a:lnTo>
                  <a:lnTo>
                    <a:pt x="896177" y="24828"/>
                  </a:lnTo>
                  <a:lnTo>
                    <a:pt x="941929" y="15421"/>
                  </a:lnTo>
                  <a:lnTo>
                    <a:pt x="988771" y="8110"/>
                  </a:lnTo>
                  <a:lnTo>
                    <a:pt x="1036617" y="2951"/>
                  </a:lnTo>
                  <a:lnTo>
                    <a:pt x="1085379" y="0"/>
                  </a:lnTo>
                  <a:lnTo>
                    <a:pt x="1111685" y="27219"/>
                  </a:lnTo>
                  <a:lnTo>
                    <a:pt x="1137046" y="55321"/>
                  </a:lnTo>
                  <a:lnTo>
                    <a:pt x="1161433" y="84273"/>
                  </a:lnTo>
                  <a:lnTo>
                    <a:pt x="1184817" y="114040"/>
                  </a:lnTo>
                  <a:lnTo>
                    <a:pt x="1207171" y="144588"/>
                  </a:lnTo>
                  <a:lnTo>
                    <a:pt x="1228470" y="175881"/>
                  </a:lnTo>
                  <a:lnTo>
                    <a:pt x="1248687" y="207884"/>
                  </a:lnTo>
                  <a:lnTo>
                    <a:pt x="1267800" y="240558"/>
                  </a:lnTo>
                  <a:lnTo>
                    <a:pt x="1285787" y="273865"/>
                  </a:lnTo>
                  <a:lnTo>
                    <a:pt x="1302626" y="307768"/>
                  </a:lnTo>
                  <a:lnTo>
                    <a:pt x="1318297" y="342225"/>
                  </a:lnTo>
                  <a:lnTo>
                    <a:pt x="1332783" y="377197"/>
                  </a:lnTo>
                  <a:lnTo>
                    <a:pt x="1346067" y="412644"/>
                  </a:lnTo>
                  <a:lnTo>
                    <a:pt x="1358132" y="448523"/>
                  </a:lnTo>
                  <a:lnTo>
                    <a:pt x="1368966" y="484793"/>
                  </a:lnTo>
                  <a:lnTo>
                    <a:pt x="1378555" y="521412"/>
                  </a:lnTo>
                  <a:lnTo>
                    <a:pt x="1386888" y="558337"/>
                  </a:lnTo>
                  <a:lnTo>
                    <a:pt x="1393956" y="595525"/>
                  </a:lnTo>
                  <a:lnTo>
                    <a:pt x="1399750" y="632933"/>
                  </a:lnTo>
                  <a:lnTo>
                    <a:pt x="1404263" y="670517"/>
                  </a:lnTo>
                  <a:lnTo>
                    <a:pt x="1407491" y="708233"/>
                  </a:lnTo>
                  <a:lnTo>
                    <a:pt x="1409429" y="746037"/>
                  </a:lnTo>
                  <a:lnTo>
                    <a:pt x="1410075" y="783885"/>
                  </a:lnTo>
                  <a:lnTo>
                    <a:pt x="1393068" y="824729"/>
                  </a:lnTo>
                  <a:lnTo>
                    <a:pt x="1374580" y="864302"/>
                  </a:lnTo>
                  <a:lnTo>
                    <a:pt x="1354682" y="902551"/>
                  </a:lnTo>
                  <a:lnTo>
                    <a:pt x="1333447" y="939427"/>
                  </a:lnTo>
                  <a:lnTo>
                    <a:pt x="1310950" y="974884"/>
                  </a:lnTo>
                  <a:lnTo>
                    <a:pt x="1287267" y="1008881"/>
                  </a:lnTo>
                  <a:lnTo>
                    <a:pt x="1262475" y="1041379"/>
                  </a:lnTo>
                  <a:lnTo>
                    <a:pt x="1236654" y="1072343"/>
                  </a:lnTo>
                  <a:lnTo>
                    <a:pt x="1209882" y="1101744"/>
                  </a:lnTo>
                  <a:lnTo>
                    <a:pt x="1182242" y="1129553"/>
                  </a:lnTo>
                  <a:lnTo>
                    <a:pt x="1153813" y="1155748"/>
                  </a:lnTo>
                  <a:lnTo>
                    <a:pt x="1124678" y="1180310"/>
                  </a:lnTo>
                  <a:lnTo>
                    <a:pt x="1094919" y="1203223"/>
                  </a:lnTo>
                  <a:lnTo>
                    <a:pt x="1064618" y="1224475"/>
                  </a:lnTo>
                  <a:lnTo>
                    <a:pt x="1033857" y="1244059"/>
                  </a:lnTo>
                  <a:lnTo>
                    <a:pt x="1002718" y="1261971"/>
                  </a:lnTo>
                  <a:lnTo>
                    <a:pt x="971282" y="1278211"/>
                  </a:lnTo>
                  <a:lnTo>
                    <a:pt x="939631" y="1292782"/>
                  </a:lnTo>
                  <a:lnTo>
                    <a:pt x="907845" y="1305692"/>
                  </a:lnTo>
                  <a:lnTo>
                    <a:pt x="876003" y="1316951"/>
                  </a:lnTo>
                  <a:lnTo>
                    <a:pt x="844184" y="1326575"/>
                  </a:lnTo>
                  <a:lnTo>
                    <a:pt x="798265" y="1328817"/>
                  </a:lnTo>
                  <a:lnTo>
                    <a:pt x="753341" y="1328023"/>
                  </a:lnTo>
                  <a:lnTo>
                    <a:pt x="709591" y="1324292"/>
                  </a:lnTo>
                  <a:lnTo>
                    <a:pt x="667188" y="1317733"/>
                  </a:lnTo>
                  <a:lnTo>
                    <a:pt x="626299" y="1308463"/>
                  </a:lnTo>
                  <a:lnTo>
                    <a:pt x="587080" y="1296610"/>
                  </a:lnTo>
                  <a:lnTo>
                    <a:pt x="549680" y="1282311"/>
                  </a:lnTo>
                  <a:lnTo>
                    <a:pt x="514240" y="1265708"/>
                  </a:lnTo>
                  <a:lnTo>
                    <a:pt x="480888" y="1246955"/>
                  </a:lnTo>
                  <a:lnTo>
                    <a:pt x="449746" y="1226209"/>
                  </a:lnTo>
                  <a:lnTo>
                    <a:pt x="420923" y="1203635"/>
                  </a:lnTo>
                  <a:lnTo>
                    <a:pt x="394519" y="1179405"/>
                  </a:lnTo>
                  <a:lnTo>
                    <a:pt x="370623" y="1153695"/>
                  </a:lnTo>
                  <a:lnTo>
                    <a:pt x="349312" y="1126684"/>
                  </a:lnTo>
                  <a:lnTo>
                    <a:pt x="330653" y="1098558"/>
                  </a:lnTo>
                  <a:lnTo>
                    <a:pt x="314699" y="1069504"/>
                  </a:lnTo>
                  <a:lnTo>
                    <a:pt x="301494" y="1039711"/>
                  </a:lnTo>
                  <a:lnTo>
                    <a:pt x="280084" y="1055925"/>
                  </a:lnTo>
                  <a:lnTo>
                    <a:pt x="256138" y="1070252"/>
                  </a:lnTo>
                  <a:lnTo>
                    <a:pt x="229828" y="1082394"/>
                  </a:lnTo>
                  <a:lnTo>
                    <a:pt x="201358" y="1092072"/>
                  </a:lnTo>
                  <a:lnTo>
                    <a:pt x="170960" y="1099022"/>
                  </a:lnTo>
                  <a:lnTo>
                    <a:pt x="138894" y="1103005"/>
                  </a:lnTo>
                  <a:lnTo>
                    <a:pt x="105446" y="1103806"/>
                  </a:lnTo>
                  <a:lnTo>
                    <a:pt x="70925" y="1101236"/>
                  </a:lnTo>
                  <a:lnTo>
                    <a:pt x="35660" y="1095136"/>
                  </a:lnTo>
                  <a:lnTo>
                    <a:pt x="0" y="1085379"/>
                  </a:lnTo>
                  <a:lnTo>
                    <a:pt x="2298" y="1046273"/>
                  </a:lnTo>
                  <a:lnTo>
                    <a:pt x="8328" y="1008839"/>
                  </a:lnTo>
                  <a:lnTo>
                    <a:pt x="17878" y="973391"/>
                  </a:lnTo>
                  <a:lnTo>
                    <a:pt x="30708" y="940223"/>
                  </a:lnTo>
                  <a:lnTo>
                    <a:pt x="46556" y="909606"/>
                  </a:lnTo>
                  <a:lnTo>
                    <a:pt x="65141" y="881785"/>
                  </a:lnTo>
                  <a:lnTo>
                    <a:pt x="86161" y="856981"/>
                  </a:lnTo>
                  <a:lnTo>
                    <a:pt x="109298" y="835384"/>
                  </a:lnTo>
                  <a:lnTo>
                    <a:pt x="134220" y="817158"/>
                  </a:lnTo>
                  <a:lnTo>
                    <a:pt x="160584" y="802436"/>
                  </a:lnTo>
                  <a:lnTo>
                    <a:pt x="188037" y="791321"/>
                  </a:lnTo>
                  <a:lnTo>
                    <a:pt x="216218" y="783885"/>
                  </a:lnTo>
                  <a:lnTo>
                    <a:pt x="238766" y="771408"/>
                  </a:lnTo>
                  <a:lnTo>
                    <a:pt x="262102" y="767568"/>
                  </a:lnTo>
                  <a:lnTo>
                    <a:pt x="283768" y="772041"/>
                  </a:lnTo>
                  <a:lnTo>
                    <a:pt x="301494" y="783885"/>
                  </a:lnTo>
                  <a:lnTo>
                    <a:pt x="294460" y="779824"/>
                  </a:lnTo>
                  <a:lnTo>
                    <a:pt x="285804" y="779681"/>
                  </a:lnTo>
                  <a:lnTo>
                    <a:pt x="277129" y="783885"/>
                  </a:lnTo>
                  <a:lnTo>
                    <a:pt x="270115" y="792293"/>
                  </a:lnTo>
                  <a:lnTo>
                    <a:pt x="266327" y="804189"/>
                  </a:lnTo>
                  <a:lnTo>
                    <a:pt x="267037" y="818341"/>
                  </a:lnTo>
                  <a:lnTo>
                    <a:pt x="273069" y="833119"/>
                  </a:lnTo>
                  <a:lnTo>
                    <a:pt x="284678" y="846643"/>
                  </a:lnTo>
                  <a:lnTo>
                    <a:pt x="301494" y="856978"/>
                  </a:lnTo>
                  <a:lnTo>
                    <a:pt x="322514" y="862332"/>
                  </a:lnTo>
                  <a:lnTo>
                    <a:pt x="346162" y="861252"/>
                  </a:lnTo>
                  <a:lnTo>
                    <a:pt x="370407" y="852798"/>
                  </a:lnTo>
                  <a:lnTo>
                    <a:pt x="392928" y="836675"/>
                  </a:lnTo>
                  <a:lnTo>
                    <a:pt x="411320" y="813313"/>
                  </a:lnTo>
                  <a:lnTo>
                    <a:pt x="423316" y="783885"/>
                  </a:lnTo>
                  <a:lnTo>
                    <a:pt x="427010" y="750253"/>
                  </a:lnTo>
                  <a:lnTo>
                    <a:pt x="421062" y="714852"/>
                  </a:lnTo>
                  <a:lnTo>
                    <a:pt x="404863" y="680515"/>
                  </a:lnTo>
                  <a:lnTo>
                    <a:pt x="378648" y="650250"/>
                  </a:lnTo>
                  <a:lnTo>
                    <a:pt x="343534" y="626990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798683" y="1125106"/>
              <a:ext cx="1410075" cy="1328817"/>
            </a:xfrm>
            <a:custGeom>
              <a:avLst/>
              <a:pathLst>
                <a:path w="1410075" h="1328817">
                  <a:moveTo>
                    <a:pt x="301494" y="613334"/>
                  </a:moveTo>
                  <a:lnTo>
                    <a:pt x="307735" y="577350"/>
                  </a:lnTo>
                  <a:lnTo>
                    <a:pt x="316148" y="541621"/>
                  </a:lnTo>
                  <a:lnTo>
                    <a:pt x="326724" y="506244"/>
                  </a:lnTo>
                  <a:lnTo>
                    <a:pt x="339446" y="471317"/>
                  </a:lnTo>
                  <a:lnTo>
                    <a:pt x="354298" y="436939"/>
                  </a:lnTo>
                  <a:lnTo>
                    <a:pt x="371256" y="403205"/>
                  </a:lnTo>
                  <a:lnTo>
                    <a:pt x="390294" y="370211"/>
                  </a:lnTo>
                  <a:lnTo>
                    <a:pt x="411382" y="338052"/>
                  </a:lnTo>
                  <a:lnTo>
                    <a:pt x="434485" y="306821"/>
                  </a:lnTo>
                  <a:lnTo>
                    <a:pt x="459567" y="276611"/>
                  </a:lnTo>
                  <a:lnTo>
                    <a:pt x="486585" y="247512"/>
                  </a:lnTo>
                  <a:lnTo>
                    <a:pt x="515494" y="219614"/>
                  </a:lnTo>
                  <a:lnTo>
                    <a:pt x="546245" y="193003"/>
                  </a:lnTo>
                  <a:lnTo>
                    <a:pt x="578787" y="167765"/>
                  </a:lnTo>
                  <a:lnTo>
                    <a:pt x="613063" y="143984"/>
                  </a:lnTo>
                  <a:lnTo>
                    <a:pt x="649014" y="121740"/>
                  </a:lnTo>
                  <a:lnTo>
                    <a:pt x="686578" y="101114"/>
                  </a:lnTo>
                  <a:lnTo>
                    <a:pt x="725688" y="82181"/>
                  </a:lnTo>
                  <a:lnTo>
                    <a:pt x="766277" y="65016"/>
                  </a:lnTo>
                  <a:lnTo>
                    <a:pt x="808272" y="49690"/>
                  </a:lnTo>
                  <a:lnTo>
                    <a:pt x="851598" y="36272"/>
                  </a:lnTo>
                  <a:lnTo>
                    <a:pt x="896177" y="24828"/>
                  </a:lnTo>
                  <a:lnTo>
                    <a:pt x="941929" y="15421"/>
                  </a:lnTo>
                  <a:lnTo>
                    <a:pt x="988771" y="8110"/>
                  </a:lnTo>
                  <a:lnTo>
                    <a:pt x="1036617" y="2951"/>
                  </a:lnTo>
                  <a:lnTo>
                    <a:pt x="1085379" y="0"/>
                  </a:lnTo>
                  <a:lnTo>
                    <a:pt x="1111685" y="27219"/>
                  </a:lnTo>
                  <a:lnTo>
                    <a:pt x="1137046" y="55321"/>
                  </a:lnTo>
                  <a:lnTo>
                    <a:pt x="1161433" y="84273"/>
                  </a:lnTo>
                  <a:lnTo>
                    <a:pt x="1184817" y="114040"/>
                  </a:lnTo>
                  <a:lnTo>
                    <a:pt x="1207171" y="144588"/>
                  </a:lnTo>
                  <a:lnTo>
                    <a:pt x="1228470" y="175881"/>
                  </a:lnTo>
                  <a:lnTo>
                    <a:pt x="1248687" y="207884"/>
                  </a:lnTo>
                  <a:lnTo>
                    <a:pt x="1267800" y="240558"/>
                  </a:lnTo>
                  <a:lnTo>
                    <a:pt x="1285787" y="273865"/>
                  </a:lnTo>
                  <a:lnTo>
                    <a:pt x="1302626" y="307768"/>
                  </a:lnTo>
                  <a:lnTo>
                    <a:pt x="1318297" y="342225"/>
                  </a:lnTo>
                  <a:lnTo>
                    <a:pt x="1332783" y="377197"/>
                  </a:lnTo>
                  <a:lnTo>
                    <a:pt x="1346067" y="412644"/>
                  </a:lnTo>
                  <a:lnTo>
                    <a:pt x="1358132" y="448523"/>
                  </a:lnTo>
                  <a:lnTo>
                    <a:pt x="1368966" y="484793"/>
                  </a:lnTo>
                  <a:lnTo>
                    <a:pt x="1378555" y="521412"/>
                  </a:lnTo>
                  <a:lnTo>
                    <a:pt x="1386888" y="558337"/>
                  </a:lnTo>
                  <a:lnTo>
                    <a:pt x="1393956" y="595525"/>
                  </a:lnTo>
                  <a:lnTo>
                    <a:pt x="1399750" y="632933"/>
                  </a:lnTo>
                  <a:lnTo>
                    <a:pt x="1404263" y="670517"/>
                  </a:lnTo>
                  <a:lnTo>
                    <a:pt x="1407491" y="708233"/>
                  </a:lnTo>
                  <a:lnTo>
                    <a:pt x="1409429" y="746037"/>
                  </a:lnTo>
                  <a:lnTo>
                    <a:pt x="1410075" y="783885"/>
                  </a:lnTo>
                  <a:lnTo>
                    <a:pt x="1393068" y="824729"/>
                  </a:lnTo>
                  <a:lnTo>
                    <a:pt x="1374580" y="864302"/>
                  </a:lnTo>
                  <a:lnTo>
                    <a:pt x="1354682" y="902551"/>
                  </a:lnTo>
                  <a:lnTo>
                    <a:pt x="1333447" y="939427"/>
                  </a:lnTo>
                  <a:lnTo>
                    <a:pt x="1310950" y="974884"/>
                  </a:lnTo>
                  <a:lnTo>
                    <a:pt x="1287267" y="1008881"/>
                  </a:lnTo>
                  <a:lnTo>
                    <a:pt x="1262475" y="1041379"/>
                  </a:lnTo>
                  <a:lnTo>
                    <a:pt x="1236654" y="1072343"/>
                  </a:lnTo>
                  <a:lnTo>
                    <a:pt x="1209882" y="1101744"/>
                  </a:lnTo>
                  <a:lnTo>
                    <a:pt x="1182242" y="1129553"/>
                  </a:lnTo>
                  <a:lnTo>
                    <a:pt x="1153813" y="1155748"/>
                  </a:lnTo>
                  <a:lnTo>
                    <a:pt x="1124678" y="1180310"/>
                  </a:lnTo>
                  <a:lnTo>
                    <a:pt x="1094919" y="1203223"/>
                  </a:lnTo>
                  <a:lnTo>
                    <a:pt x="1064618" y="1224475"/>
                  </a:lnTo>
                  <a:lnTo>
                    <a:pt x="1033857" y="1244059"/>
                  </a:lnTo>
                  <a:lnTo>
                    <a:pt x="1002718" y="1261971"/>
                  </a:lnTo>
                  <a:lnTo>
                    <a:pt x="971282" y="1278211"/>
                  </a:lnTo>
                  <a:lnTo>
                    <a:pt x="939631" y="1292782"/>
                  </a:lnTo>
                  <a:lnTo>
                    <a:pt x="907845" y="1305692"/>
                  </a:lnTo>
                  <a:lnTo>
                    <a:pt x="876003" y="1316951"/>
                  </a:lnTo>
                  <a:lnTo>
                    <a:pt x="844184" y="1326575"/>
                  </a:lnTo>
                  <a:lnTo>
                    <a:pt x="798265" y="1328817"/>
                  </a:lnTo>
                  <a:lnTo>
                    <a:pt x="753341" y="1328023"/>
                  </a:lnTo>
                  <a:lnTo>
                    <a:pt x="709591" y="1324292"/>
                  </a:lnTo>
                  <a:lnTo>
                    <a:pt x="667188" y="1317733"/>
                  </a:lnTo>
                  <a:lnTo>
                    <a:pt x="626299" y="1308463"/>
                  </a:lnTo>
                  <a:lnTo>
                    <a:pt x="587080" y="1296610"/>
                  </a:lnTo>
                  <a:lnTo>
                    <a:pt x="549680" y="1282311"/>
                  </a:lnTo>
                  <a:lnTo>
                    <a:pt x="514240" y="1265708"/>
                  </a:lnTo>
                  <a:lnTo>
                    <a:pt x="480888" y="1246955"/>
                  </a:lnTo>
                  <a:lnTo>
                    <a:pt x="449746" y="1226209"/>
                  </a:lnTo>
                  <a:lnTo>
                    <a:pt x="420923" y="1203635"/>
                  </a:lnTo>
                  <a:lnTo>
                    <a:pt x="394519" y="1179405"/>
                  </a:lnTo>
                  <a:lnTo>
                    <a:pt x="370623" y="1153695"/>
                  </a:lnTo>
                  <a:lnTo>
                    <a:pt x="349312" y="1126684"/>
                  </a:lnTo>
                  <a:lnTo>
                    <a:pt x="330653" y="1098558"/>
                  </a:lnTo>
                  <a:lnTo>
                    <a:pt x="314699" y="1069504"/>
                  </a:lnTo>
                  <a:lnTo>
                    <a:pt x="301494" y="1039711"/>
                  </a:lnTo>
                  <a:lnTo>
                    <a:pt x="280084" y="1055925"/>
                  </a:lnTo>
                  <a:lnTo>
                    <a:pt x="256138" y="1070252"/>
                  </a:lnTo>
                  <a:lnTo>
                    <a:pt x="229828" y="1082394"/>
                  </a:lnTo>
                  <a:lnTo>
                    <a:pt x="201358" y="1092072"/>
                  </a:lnTo>
                  <a:lnTo>
                    <a:pt x="170960" y="1099022"/>
                  </a:lnTo>
                  <a:lnTo>
                    <a:pt x="138894" y="1103005"/>
                  </a:lnTo>
                  <a:lnTo>
                    <a:pt x="105446" y="1103806"/>
                  </a:lnTo>
                  <a:lnTo>
                    <a:pt x="70925" y="1101236"/>
                  </a:lnTo>
                  <a:lnTo>
                    <a:pt x="35660" y="1095136"/>
                  </a:lnTo>
                  <a:lnTo>
                    <a:pt x="0" y="1085379"/>
                  </a:lnTo>
                  <a:lnTo>
                    <a:pt x="2298" y="1046273"/>
                  </a:lnTo>
                  <a:lnTo>
                    <a:pt x="8328" y="1008839"/>
                  </a:lnTo>
                  <a:lnTo>
                    <a:pt x="17878" y="973391"/>
                  </a:lnTo>
                  <a:lnTo>
                    <a:pt x="30708" y="940223"/>
                  </a:lnTo>
                  <a:lnTo>
                    <a:pt x="46556" y="909606"/>
                  </a:lnTo>
                  <a:lnTo>
                    <a:pt x="65141" y="881785"/>
                  </a:lnTo>
                  <a:lnTo>
                    <a:pt x="86161" y="856981"/>
                  </a:lnTo>
                  <a:lnTo>
                    <a:pt x="109298" y="835384"/>
                  </a:lnTo>
                  <a:lnTo>
                    <a:pt x="134220" y="817158"/>
                  </a:lnTo>
                  <a:lnTo>
                    <a:pt x="160584" y="802436"/>
                  </a:lnTo>
                  <a:lnTo>
                    <a:pt x="188037" y="791321"/>
                  </a:lnTo>
                  <a:lnTo>
                    <a:pt x="216218" y="783885"/>
                  </a:lnTo>
                  <a:lnTo>
                    <a:pt x="238766" y="771408"/>
                  </a:lnTo>
                  <a:lnTo>
                    <a:pt x="262102" y="767568"/>
                  </a:lnTo>
                  <a:lnTo>
                    <a:pt x="283768" y="772041"/>
                  </a:lnTo>
                  <a:lnTo>
                    <a:pt x="301494" y="783885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068576" y="170683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852462" y="1093504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177158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611266" y="242008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068576" y="2133216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767082" y="2178884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983301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068576" y="18773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100177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100177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100177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100177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100177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316292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991596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316292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4968138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747916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239249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738818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959040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966115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3730951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3975213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3473878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424409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6583680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6583680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6911679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7573719" y="224458"/>
              <a:ext cx="156700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Accipitriformes (n=38)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6971496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357223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357223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357223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357223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357223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475352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110069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475352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803002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248781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110226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8101396" y="1141512"/>
              <a:ext cx="1364407" cy="1163644"/>
            </a:xfrm>
            <a:custGeom>
              <a:avLst/>
              <a:pathLst>
                <a:path w="1364407" h="1163644">
                  <a:moveTo>
                    <a:pt x="255826" y="0"/>
                  </a:moveTo>
                  <a:lnTo>
                    <a:pt x="291271" y="818"/>
                  </a:lnTo>
                  <a:lnTo>
                    <a:pt x="326640" y="3273"/>
                  </a:lnTo>
                  <a:lnTo>
                    <a:pt x="361858" y="7359"/>
                  </a:lnTo>
                  <a:lnTo>
                    <a:pt x="396850" y="13067"/>
                  </a:lnTo>
                  <a:lnTo>
                    <a:pt x="431541" y="20385"/>
                  </a:lnTo>
                  <a:lnTo>
                    <a:pt x="465857" y="29298"/>
                  </a:lnTo>
                  <a:lnTo>
                    <a:pt x="499724" y="39785"/>
                  </a:lnTo>
                  <a:lnTo>
                    <a:pt x="533072" y="51826"/>
                  </a:lnTo>
                  <a:lnTo>
                    <a:pt x="565827" y="65393"/>
                  </a:lnTo>
                  <a:lnTo>
                    <a:pt x="597921" y="80460"/>
                  </a:lnTo>
                  <a:lnTo>
                    <a:pt x="629285" y="96992"/>
                  </a:lnTo>
                  <a:lnTo>
                    <a:pt x="659852" y="114955"/>
                  </a:lnTo>
                  <a:lnTo>
                    <a:pt x="689557" y="134310"/>
                  </a:lnTo>
                  <a:lnTo>
                    <a:pt x="718336" y="155017"/>
                  </a:lnTo>
                  <a:lnTo>
                    <a:pt x="746128" y="177031"/>
                  </a:lnTo>
                  <a:lnTo>
                    <a:pt x="772874" y="200305"/>
                  </a:lnTo>
                  <a:lnTo>
                    <a:pt x="798516" y="224789"/>
                  </a:lnTo>
                  <a:lnTo>
                    <a:pt x="830335" y="234412"/>
                  </a:lnTo>
                  <a:lnTo>
                    <a:pt x="862177" y="245672"/>
                  </a:lnTo>
                  <a:lnTo>
                    <a:pt x="893963" y="258581"/>
                  </a:lnTo>
                  <a:lnTo>
                    <a:pt x="925614" y="273153"/>
                  </a:lnTo>
                  <a:lnTo>
                    <a:pt x="957050" y="289392"/>
                  </a:lnTo>
                  <a:lnTo>
                    <a:pt x="988189" y="307305"/>
                  </a:lnTo>
                  <a:lnTo>
                    <a:pt x="1018950" y="326889"/>
                  </a:lnTo>
                  <a:lnTo>
                    <a:pt x="1049251" y="348141"/>
                  </a:lnTo>
                  <a:lnTo>
                    <a:pt x="1079011" y="371054"/>
                  </a:lnTo>
                  <a:lnTo>
                    <a:pt x="1108145" y="395616"/>
                  </a:lnTo>
                  <a:lnTo>
                    <a:pt x="1136574" y="421811"/>
                  </a:lnTo>
                  <a:lnTo>
                    <a:pt x="1164214" y="449620"/>
                  </a:lnTo>
                  <a:lnTo>
                    <a:pt x="1190986" y="479020"/>
                  </a:lnTo>
                  <a:lnTo>
                    <a:pt x="1216807" y="509985"/>
                  </a:lnTo>
                  <a:lnTo>
                    <a:pt x="1241599" y="542483"/>
                  </a:lnTo>
                  <a:lnTo>
                    <a:pt x="1265282" y="576480"/>
                  </a:lnTo>
                  <a:lnTo>
                    <a:pt x="1287779" y="611937"/>
                  </a:lnTo>
                  <a:lnTo>
                    <a:pt x="1309014" y="648813"/>
                  </a:lnTo>
                  <a:lnTo>
                    <a:pt x="1328912" y="687062"/>
                  </a:lnTo>
                  <a:lnTo>
                    <a:pt x="1347401" y="726635"/>
                  </a:lnTo>
                  <a:lnTo>
                    <a:pt x="1364407" y="767479"/>
                  </a:lnTo>
                  <a:lnTo>
                    <a:pt x="1327840" y="799872"/>
                  </a:lnTo>
                  <a:lnTo>
                    <a:pt x="1290360" y="830057"/>
                  </a:lnTo>
                  <a:lnTo>
                    <a:pt x="1252068" y="858009"/>
                  </a:lnTo>
                  <a:lnTo>
                    <a:pt x="1213064" y="883709"/>
                  </a:lnTo>
                  <a:lnTo>
                    <a:pt x="1173450" y="907139"/>
                  </a:lnTo>
                  <a:lnTo>
                    <a:pt x="1133326" y="928287"/>
                  </a:lnTo>
                  <a:lnTo>
                    <a:pt x="1092794" y="947144"/>
                  </a:lnTo>
                  <a:lnTo>
                    <a:pt x="1051956" y="963707"/>
                  </a:lnTo>
                  <a:lnTo>
                    <a:pt x="1010913" y="977975"/>
                  </a:lnTo>
                  <a:lnTo>
                    <a:pt x="969767" y="989952"/>
                  </a:lnTo>
                  <a:lnTo>
                    <a:pt x="928617" y="999645"/>
                  </a:lnTo>
                  <a:lnTo>
                    <a:pt x="887564" y="1007066"/>
                  </a:lnTo>
                  <a:lnTo>
                    <a:pt x="846708" y="1012230"/>
                  </a:lnTo>
                  <a:lnTo>
                    <a:pt x="806147" y="1015158"/>
                  </a:lnTo>
                  <a:lnTo>
                    <a:pt x="765978" y="1015873"/>
                  </a:lnTo>
                  <a:lnTo>
                    <a:pt x="726297" y="1014401"/>
                  </a:lnTo>
                  <a:lnTo>
                    <a:pt x="687200" y="1010775"/>
                  </a:lnTo>
                  <a:lnTo>
                    <a:pt x="648780" y="1005028"/>
                  </a:lnTo>
                  <a:lnTo>
                    <a:pt x="611129" y="997199"/>
                  </a:lnTo>
                  <a:lnTo>
                    <a:pt x="574337" y="987331"/>
                  </a:lnTo>
                  <a:lnTo>
                    <a:pt x="538492" y="975469"/>
                  </a:lnTo>
                  <a:lnTo>
                    <a:pt x="503681" y="961661"/>
                  </a:lnTo>
                  <a:lnTo>
                    <a:pt x="469988" y="945961"/>
                  </a:lnTo>
                  <a:lnTo>
                    <a:pt x="437495" y="928424"/>
                  </a:lnTo>
                  <a:lnTo>
                    <a:pt x="406281" y="909108"/>
                  </a:lnTo>
                  <a:lnTo>
                    <a:pt x="376424" y="888077"/>
                  </a:lnTo>
                  <a:lnTo>
                    <a:pt x="346972" y="881772"/>
                  </a:lnTo>
                  <a:lnTo>
                    <a:pt x="320639" y="870629"/>
                  </a:lnTo>
                  <a:lnTo>
                    <a:pt x="298111" y="855285"/>
                  </a:lnTo>
                  <a:lnTo>
                    <a:pt x="279967" y="836470"/>
                  </a:lnTo>
                  <a:lnTo>
                    <a:pt x="266669" y="814986"/>
                  </a:lnTo>
                  <a:lnTo>
                    <a:pt x="258554" y="791690"/>
                  </a:lnTo>
                  <a:lnTo>
                    <a:pt x="255826" y="767479"/>
                  </a:lnTo>
                  <a:lnTo>
                    <a:pt x="251667" y="788388"/>
                  </a:lnTo>
                  <a:lnTo>
                    <a:pt x="239509" y="806871"/>
                  </a:lnTo>
                  <a:lnTo>
                    <a:pt x="220294" y="820657"/>
                  </a:lnTo>
                  <a:lnTo>
                    <a:pt x="195527" y="827778"/>
                  </a:lnTo>
                  <a:lnTo>
                    <a:pt x="170106" y="835838"/>
                  </a:lnTo>
                  <a:lnTo>
                    <a:pt x="142361" y="838774"/>
                  </a:lnTo>
                  <a:lnTo>
                    <a:pt x="113141" y="836193"/>
                  </a:lnTo>
                  <a:lnTo>
                    <a:pt x="83347" y="827832"/>
                  </a:lnTo>
                  <a:lnTo>
                    <a:pt x="53921" y="813562"/>
                  </a:lnTo>
                  <a:lnTo>
                    <a:pt x="25819" y="793394"/>
                  </a:lnTo>
                  <a:lnTo>
                    <a:pt x="0" y="767479"/>
                  </a:lnTo>
                  <a:lnTo>
                    <a:pt x="25819" y="741563"/>
                  </a:lnTo>
                  <a:lnTo>
                    <a:pt x="53921" y="721395"/>
                  </a:lnTo>
                  <a:lnTo>
                    <a:pt x="83347" y="707126"/>
                  </a:lnTo>
                  <a:lnTo>
                    <a:pt x="113141" y="698765"/>
                  </a:lnTo>
                  <a:lnTo>
                    <a:pt x="142361" y="696184"/>
                  </a:lnTo>
                  <a:lnTo>
                    <a:pt x="170106" y="699120"/>
                  </a:lnTo>
                  <a:lnTo>
                    <a:pt x="195527" y="707180"/>
                  </a:lnTo>
                  <a:lnTo>
                    <a:pt x="184537" y="705824"/>
                  </a:lnTo>
                  <a:lnTo>
                    <a:pt x="173071" y="705772"/>
                  </a:lnTo>
                  <a:lnTo>
                    <a:pt x="161263" y="707083"/>
                  </a:lnTo>
                  <a:lnTo>
                    <a:pt x="149250" y="709803"/>
                  </a:lnTo>
                  <a:lnTo>
                    <a:pt x="137178" y="713966"/>
                  </a:lnTo>
                  <a:lnTo>
                    <a:pt x="125193" y="719592"/>
                  </a:lnTo>
                  <a:lnTo>
                    <a:pt x="113444" y="726687"/>
                  </a:lnTo>
                  <a:lnTo>
                    <a:pt x="102083" y="735242"/>
                  </a:lnTo>
                  <a:lnTo>
                    <a:pt x="91260" y="745236"/>
                  </a:lnTo>
                  <a:lnTo>
                    <a:pt x="81123" y="756633"/>
                  </a:lnTo>
                  <a:lnTo>
                    <a:pt x="71820" y="769381"/>
                  </a:lnTo>
                  <a:lnTo>
                    <a:pt x="63493" y="783416"/>
                  </a:lnTo>
                  <a:lnTo>
                    <a:pt x="56279" y="798661"/>
                  </a:lnTo>
                  <a:lnTo>
                    <a:pt x="50310" y="815026"/>
                  </a:lnTo>
                  <a:lnTo>
                    <a:pt x="45707" y="832405"/>
                  </a:lnTo>
                  <a:lnTo>
                    <a:pt x="42587" y="850685"/>
                  </a:lnTo>
                  <a:lnTo>
                    <a:pt x="41054" y="869738"/>
                  </a:lnTo>
                  <a:lnTo>
                    <a:pt x="41202" y="889428"/>
                  </a:lnTo>
                  <a:lnTo>
                    <a:pt x="43114" y="909608"/>
                  </a:lnTo>
                  <a:lnTo>
                    <a:pt x="46859" y="930124"/>
                  </a:lnTo>
                  <a:lnTo>
                    <a:pt x="52495" y="950813"/>
                  </a:lnTo>
                  <a:lnTo>
                    <a:pt x="60062" y="971507"/>
                  </a:lnTo>
                  <a:lnTo>
                    <a:pt x="69590" y="992031"/>
                  </a:lnTo>
                  <a:lnTo>
                    <a:pt x="81091" y="1012210"/>
                  </a:lnTo>
                  <a:lnTo>
                    <a:pt x="94562" y="1031862"/>
                  </a:lnTo>
                  <a:lnTo>
                    <a:pt x="109984" y="1050808"/>
                  </a:lnTo>
                  <a:lnTo>
                    <a:pt x="127323" y="1068865"/>
                  </a:lnTo>
                  <a:lnTo>
                    <a:pt x="146528" y="1085854"/>
                  </a:lnTo>
                  <a:lnTo>
                    <a:pt x="167531" y="1101599"/>
                  </a:lnTo>
                  <a:lnTo>
                    <a:pt x="190251" y="1115929"/>
                  </a:lnTo>
                  <a:lnTo>
                    <a:pt x="214589" y="1128675"/>
                  </a:lnTo>
                  <a:lnTo>
                    <a:pt x="240432" y="1139680"/>
                  </a:lnTo>
                  <a:lnTo>
                    <a:pt x="267651" y="1148791"/>
                  </a:lnTo>
                  <a:lnTo>
                    <a:pt x="296106" y="1155868"/>
                  </a:lnTo>
                  <a:lnTo>
                    <a:pt x="325641" y="1160779"/>
                  </a:lnTo>
                  <a:lnTo>
                    <a:pt x="356088" y="1163406"/>
                  </a:lnTo>
                  <a:lnTo>
                    <a:pt x="387269" y="1163644"/>
                  </a:lnTo>
                  <a:lnTo>
                    <a:pt x="418994" y="1161400"/>
                  </a:lnTo>
                  <a:lnTo>
                    <a:pt x="451063" y="1156600"/>
                  </a:lnTo>
                  <a:lnTo>
                    <a:pt x="483272" y="1149183"/>
                  </a:lnTo>
                  <a:lnTo>
                    <a:pt x="515405" y="1139104"/>
                  </a:lnTo>
                  <a:lnTo>
                    <a:pt x="547245" y="1126339"/>
                  </a:lnTo>
                  <a:lnTo>
                    <a:pt x="578567" y="1110879"/>
                  </a:lnTo>
                  <a:lnTo>
                    <a:pt x="609147" y="1092734"/>
                  </a:lnTo>
                  <a:lnTo>
                    <a:pt x="638757" y="1071933"/>
                  </a:lnTo>
                  <a:lnTo>
                    <a:pt x="667172" y="1048523"/>
                  </a:lnTo>
                  <a:lnTo>
                    <a:pt x="694167" y="1022573"/>
                  </a:lnTo>
                  <a:lnTo>
                    <a:pt x="719523" y="994166"/>
                  </a:lnTo>
                  <a:lnTo>
                    <a:pt x="743022" y="963408"/>
                  </a:lnTo>
                  <a:lnTo>
                    <a:pt x="764457" y="930422"/>
                  </a:lnTo>
                  <a:lnTo>
                    <a:pt x="783628" y="895347"/>
                  </a:lnTo>
                  <a:lnTo>
                    <a:pt x="800343" y="858343"/>
                  </a:lnTo>
                  <a:lnTo>
                    <a:pt x="814424" y="819583"/>
                  </a:lnTo>
                  <a:lnTo>
                    <a:pt x="825704" y="779259"/>
                  </a:lnTo>
                  <a:lnTo>
                    <a:pt x="834029" y="737576"/>
                  </a:lnTo>
                  <a:lnTo>
                    <a:pt x="839263" y="694754"/>
                  </a:lnTo>
                  <a:lnTo>
                    <a:pt x="841285" y="651024"/>
                  </a:lnTo>
                  <a:lnTo>
                    <a:pt x="839991" y="606631"/>
                  </a:lnTo>
                  <a:lnTo>
                    <a:pt x="835297" y="561828"/>
                  </a:lnTo>
                  <a:lnTo>
                    <a:pt x="827138" y="516878"/>
                  </a:lnTo>
                  <a:lnTo>
                    <a:pt x="815470" y="472051"/>
                  </a:lnTo>
                  <a:lnTo>
                    <a:pt x="800268" y="427621"/>
                  </a:lnTo>
                  <a:lnTo>
                    <a:pt x="781532" y="383869"/>
                  </a:lnTo>
                  <a:lnTo>
                    <a:pt x="759281" y="341075"/>
                  </a:lnTo>
                  <a:lnTo>
                    <a:pt x="733558" y="299521"/>
                  </a:lnTo>
                  <a:lnTo>
                    <a:pt x="704428" y="259488"/>
                  </a:lnTo>
                  <a:lnTo>
                    <a:pt x="671979" y="221253"/>
                  </a:lnTo>
                  <a:lnTo>
                    <a:pt x="636321" y="185089"/>
                  </a:lnTo>
                  <a:lnTo>
                    <a:pt x="597586" y="151261"/>
                  </a:lnTo>
                  <a:lnTo>
                    <a:pt x="555929" y="120028"/>
                  </a:lnTo>
                  <a:lnTo>
                    <a:pt x="511525" y="91635"/>
                  </a:lnTo>
                  <a:lnTo>
                    <a:pt x="464571" y="66318"/>
                  </a:lnTo>
                  <a:lnTo>
                    <a:pt x="415280" y="44299"/>
                  </a:lnTo>
                  <a:lnTo>
                    <a:pt x="363889" y="25783"/>
                  </a:lnTo>
                  <a:lnTo>
                    <a:pt x="310648" y="10960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01396" y="1141512"/>
              <a:ext cx="1364407" cy="1015873"/>
            </a:xfrm>
            <a:custGeom>
              <a:avLst/>
              <a:pathLst>
                <a:path w="1364407" h="1015873">
                  <a:moveTo>
                    <a:pt x="255826" y="0"/>
                  </a:moveTo>
                  <a:lnTo>
                    <a:pt x="291271" y="818"/>
                  </a:lnTo>
                  <a:lnTo>
                    <a:pt x="326640" y="3273"/>
                  </a:lnTo>
                  <a:lnTo>
                    <a:pt x="361858" y="7359"/>
                  </a:lnTo>
                  <a:lnTo>
                    <a:pt x="396850" y="13067"/>
                  </a:lnTo>
                  <a:lnTo>
                    <a:pt x="431541" y="20385"/>
                  </a:lnTo>
                  <a:lnTo>
                    <a:pt x="465857" y="29298"/>
                  </a:lnTo>
                  <a:lnTo>
                    <a:pt x="499724" y="39785"/>
                  </a:lnTo>
                  <a:lnTo>
                    <a:pt x="533072" y="51826"/>
                  </a:lnTo>
                  <a:lnTo>
                    <a:pt x="565827" y="65393"/>
                  </a:lnTo>
                  <a:lnTo>
                    <a:pt x="597921" y="80460"/>
                  </a:lnTo>
                  <a:lnTo>
                    <a:pt x="629285" y="96992"/>
                  </a:lnTo>
                  <a:lnTo>
                    <a:pt x="659852" y="114955"/>
                  </a:lnTo>
                  <a:lnTo>
                    <a:pt x="689557" y="134310"/>
                  </a:lnTo>
                  <a:lnTo>
                    <a:pt x="718336" y="155017"/>
                  </a:lnTo>
                  <a:lnTo>
                    <a:pt x="746128" y="177031"/>
                  </a:lnTo>
                  <a:lnTo>
                    <a:pt x="772874" y="200305"/>
                  </a:lnTo>
                  <a:lnTo>
                    <a:pt x="798516" y="224789"/>
                  </a:lnTo>
                  <a:lnTo>
                    <a:pt x="830335" y="234412"/>
                  </a:lnTo>
                  <a:lnTo>
                    <a:pt x="862177" y="245672"/>
                  </a:lnTo>
                  <a:lnTo>
                    <a:pt x="893963" y="258581"/>
                  </a:lnTo>
                  <a:lnTo>
                    <a:pt x="925614" y="273153"/>
                  </a:lnTo>
                  <a:lnTo>
                    <a:pt x="957050" y="289392"/>
                  </a:lnTo>
                  <a:lnTo>
                    <a:pt x="988189" y="307305"/>
                  </a:lnTo>
                  <a:lnTo>
                    <a:pt x="1018950" y="326889"/>
                  </a:lnTo>
                  <a:lnTo>
                    <a:pt x="1049251" y="348141"/>
                  </a:lnTo>
                  <a:lnTo>
                    <a:pt x="1079011" y="371054"/>
                  </a:lnTo>
                  <a:lnTo>
                    <a:pt x="1108145" y="395616"/>
                  </a:lnTo>
                  <a:lnTo>
                    <a:pt x="1136574" y="421811"/>
                  </a:lnTo>
                  <a:lnTo>
                    <a:pt x="1164214" y="449620"/>
                  </a:lnTo>
                  <a:lnTo>
                    <a:pt x="1190986" y="479020"/>
                  </a:lnTo>
                  <a:lnTo>
                    <a:pt x="1216807" y="509985"/>
                  </a:lnTo>
                  <a:lnTo>
                    <a:pt x="1241599" y="542483"/>
                  </a:lnTo>
                  <a:lnTo>
                    <a:pt x="1265282" y="576480"/>
                  </a:lnTo>
                  <a:lnTo>
                    <a:pt x="1287779" y="611937"/>
                  </a:lnTo>
                  <a:lnTo>
                    <a:pt x="1309014" y="648813"/>
                  </a:lnTo>
                  <a:lnTo>
                    <a:pt x="1328912" y="687062"/>
                  </a:lnTo>
                  <a:lnTo>
                    <a:pt x="1347401" y="726635"/>
                  </a:lnTo>
                  <a:lnTo>
                    <a:pt x="1364407" y="767479"/>
                  </a:lnTo>
                  <a:lnTo>
                    <a:pt x="1327840" y="799872"/>
                  </a:lnTo>
                  <a:lnTo>
                    <a:pt x="1290360" y="830057"/>
                  </a:lnTo>
                  <a:lnTo>
                    <a:pt x="1252068" y="858009"/>
                  </a:lnTo>
                  <a:lnTo>
                    <a:pt x="1213064" y="883709"/>
                  </a:lnTo>
                  <a:lnTo>
                    <a:pt x="1173450" y="907139"/>
                  </a:lnTo>
                  <a:lnTo>
                    <a:pt x="1133326" y="928287"/>
                  </a:lnTo>
                  <a:lnTo>
                    <a:pt x="1092794" y="947144"/>
                  </a:lnTo>
                  <a:lnTo>
                    <a:pt x="1051956" y="963707"/>
                  </a:lnTo>
                  <a:lnTo>
                    <a:pt x="1010913" y="977975"/>
                  </a:lnTo>
                  <a:lnTo>
                    <a:pt x="969767" y="989952"/>
                  </a:lnTo>
                  <a:lnTo>
                    <a:pt x="928617" y="999645"/>
                  </a:lnTo>
                  <a:lnTo>
                    <a:pt x="887564" y="1007066"/>
                  </a:lnTo>
                  <a:lnTo>
                    <a:pt x="846708" y="1012230"/>
                  </a:lnTo>
                  <a:lnTo>
                    <a:pt x="806147" y="1015158"/>
                  </a:lnTo>
                  <a:lnTo>
                    <a:pt x="765978" y="1015873"/>
                  </a:lnTo>
                  <a:lnTo>
                    <a:pt x="726297" y="1014401"/>
                  </a:lnTo>
                  <a:lnTo>
                    <a:pt x="687200" y="1010775"/>
                  </a:lnTo>
                  <a:lnTo>
                    <a:pt x="648780" y="1005028"/>
                  </a:lnTo>
                  <a:lnTo>
                    <a:pt x="611129" y="997199"/>
                  </a:lnTo>
                  <a:lnTo>
                    <a:pt x="574337" y="987331"/>
                  </a:lnTo>
                  <a:lnTo>
                    <a:pt x="538492" y="975469"/>
                  </a:lnTo>
                  <a:lnTo>
                    <a:pt x="503681" y="961661"/>
                  </a:lnTo>
                  <a:lnTo>
                    <a:pt x="469988" y="945961"/>
                  </a:lnTo>
                  <a:lnTo>
                    <a:pt x="437495" y="928424"/>
                  </a:lnTo>
                  <a:lnTo>
                    <a:pt x="406281" y="909108"/>
                  </a:lnTo>
                  <a:lnTo>
                    <a:pt x="376424" y="888077"/>
                  </a:lnTo>
                  <a:lnTo>
                    <a:pt x="346972" y="881772"/>
                  </a:lnTo>
                  <a:lnTo>
                    <a:pt x="320639" y="870629"/>
                  </a:lnTo>
                  <a:lnTo>
                    <a:pt x="298111" y="855285"/>
                  </a:lnTo>
                  <a:lnTo>
                    <a:pt x="279967" y="836470"/>
                  </a:lnTo>
                  <a:lnTo>
                    <a:pt x="266669" y="814986"/>
                  </a:lnTo>
                  <a:lnTo>
                    <a:pt x="258554" y="791690"/>
                  </a:lnTo>
                  <a:lnTo>
                    <a:pt x="255826" y="767479"/>
                  </a:lnTo>
                  <a:lnTo>
                    <a:pt x="251667" y="788388"/>
                  </a:lnTo>
                  <a:lnTo>
                    <a:pt x="239509" y="806871"/>
                  </a:lnTo>
                  <a:lnTo>
                    <a:pt x="220294" y="820657"/>
                  </a:lnTo>
                  <a:lnTo>
                    <a:pt x="195527" y="827778"/>
                  </a:lnTo>
                  <a:lnTo>
                    <a:pt x="170106" y="835838"/>
                  </a:lnTo>
                  <a:lnTo>
                    <a:pt x="142361" y="838774"/>
                  </a:lnTo>
                  <a:lnTo>
                    <a:pt x="113141" y="836193"/>
                  </a:lnTo>
                  <a:lnTo>
                    <a:pt x="83347" y="827832"/>
                  </a:lnTo>
                  <a:lnTo>
                    <a:pt x="53921" y="813562"/>
                  </a:lnTo>
                  <a:lnTo>
                    <a:pt x="25819" y="793394"/>
                  </a:lnTo>
                  <a:lnTo>
                    <a:pt x="0" y="767479"/>
                  </a:lnTo>
                  <a:lnTo>
                    <a:pt x="25819" y="741563"/>
                  </a:lnTo>
                  <a:lnTo>
                    <a:pt x="53921" y="721395"/>
                  </a:lnTo>
                  <a:lnTo>
                    <a:pt x="83347" y="707126"/>
                  </a:lnTo>
                  <a:lnTo>
                    <a:pt x="113141" y="698765"/>
                  </a:lnTo>
                  <a:lnTo>
                    <a:pt x="142361" y="696184"/>
                  </a:lnTo>
                  <a:lnTo>
                    <a:pt x="170106" y="699120"/>
                  </a:lnTo>
                  <a:lnTo>
                    <a:pt x="195527" y="707180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8325622" y="110991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8868312" y="133470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9434203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8446219" y="1997987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8325622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8265323" y="193768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8069795" y="187739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8265323" y="1817091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357223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357223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357223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357223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357223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573338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248642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573338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8225184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9004962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9496295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995864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8216085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7223160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6987996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7232259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30924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6681455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9840725" y="69589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9840725" y="485307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10168724" y="69589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10826559" y="224458"/>
              <a:ext cx="157541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Pelecaniformes (n=32)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10228542" y="523264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1614268" y="661837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11614268" y="1027120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11614268" y="1908991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11614268" y="1908991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11614268" y="1908991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10732397" y="1908991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0367114" y="1908991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0732397" y="1027120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1060048" y="1354700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0505827" y="800410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0367271" y="661837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1247839" y="1294474"/>
              <a:ext cx="1475010" cy="1043991"/>
            </a:xfrm>
            <a:custGeom>
              <a:avLst/>
              <a:pathLst>
                <a:path w="1475010" h="1043991">
                  <a:moveTo>
                    <a:pt x="366429" y="60226"/>
                  </a:moveTo>
                  <a:lnTo>
                    <a:pt x="394306" y="47053"/>
                  </a:lnTo>
                  <a:lnTo>
                    <a:pt x="423475" y="35314"/>
                  </a:lnTo>
                  <a:lnTo>
                    <a:pt x="453860" y="25104"/>
                  </a:lnTo>
                  <a:lnTo>
                    <a:pt x="485379" y="16513"/>
                  </a:lnTo>
                  <a:lnTo>
                    <a:pt x="517946" y="9628"/>
                  </a:lnTo>
                  <a:lnTo>
                    <a:pt x="551466" y="4530"/>
                  </a:lnTo>
                  <a:lnTo>
                    <a:pt x="585842" y="1297"/>
                  </a:lnTo>
                  <a:lnTo>
                    <a:pt x="620970" y="0"/>
                  </a:lnTo>
                  <a:lnTo>
                    <a:pt x="656741" y="703"/>
                  </a:lnTo>
                  <a:lnTo>
                    <a:pt x="693042" y="3466"/>
                  </a:lnTo>
                  <a:lnTo>
                    <a:pt x="729756" y="8342"/>
                  </a:lnTo>
                  <a:lnTo>
                    <a:pt x="766760" y="15378"/>
                  </a:lnTo>
                  <a:lnTo>
                    <a:pt x="803931" y="24613"/>
                  </a:lnTo>
                  <a:lnTo>
                    <a:pt x="841140" y="36079"/>
                  </a:lnTo>
                  <a:lnTo>
                    <a:pt x="878257" y="49801"/>
                  </a:lnTo>
                  <a:lnTo>
                    <a:pt x="915148" y="65797"/>
                  </a:lnTo>
                  <a:lnTo>
                    <a:pt x="946891" y="75926"/>
                  </a:lnTo>
                  <a:lnTo>
                    <a:pt x="978628" y="87677"/>
                  </a:lnTo>
                  <a:lnTo>
                    <a:pt x="1010281" y="101062"/>
                  </a:lnTo>
                  <a:lnTo>
                    <a:pt x="1041771" y="116091"/>
                  </a:lnTo>
                  <a:lnTo>
                    <a:pt x="1073021" y="132770"/>
                  </a:lnTo>
                  <a:lnTo>
                    <a:pt x="1103949" y="151102"/>
                  </a:lnTo>
                  <a:lnTo>
                    <a:pt x="1134476" y="171084"/>
                  </a:lnTo>
                  <a:lnTo>
                    <a:pt x="1164521" y="192713"/>
                  </a:lnTo>
                  <a:lnTo>
                    <a:pt x="1194004" y="215978"/>
                  </a:lnTo>
                  <a:lnTo>
                    <a:pt x="1222842" y="240867"/>
                  </a:lnTo>
                  <a:lnTo>
                    <a:pt x="1250957" y="267365"/>
                  </a:lnTo>
                  <a:lnTo>
                    <a:pt x="1278267" y="295451"/>
                  </a:lnTo>
                  <a:lnTo>
                    <a:pt x="1304693" y="325101"/>
                  </a:lnTo>
                  <a:lnTo>
                    <a:pt x="1330155" y="356287"/>
                  </a:lnTo>
                  <a:lnTo>
                    <a:pt x="1354577" y="388979"/>
                  </a:lnTo>
                  <a:lnTo>
                    <a:pt x="1377880" y="423140"/>
                  </a:lnTo>
                  <a:lnTo>
                    <a:pt x="1399988" y="458733"/>
                  </a:lnTo>
                  <a:lnTo>
                    <a:pt x="1420828" y="495715"/>
                  </a:lnTo>
                  <a:lnTo>
                    <a:pt x="1440325" y="534039"/>
                  </a:lnTo>
                  <a:lnTo>
                    <a:pt x="1458409" y="573658"/>
                  </a:lnTo>
                  <a:lnTo>
                    <a:pt x="1475010" y="614517"/>
                  </a:lnTo>
                  <a:lnTo>
                    <a:pt x="1442100" y="649731"/>
                  </a:lnTo>
                  <a:lnTo>
                    <a:pt x="1408108" y="682792"/>
                  </a:lnTo>
                  <a:lnTo>
                    <a:pt x="1373138" y="713669"/>
                  </a:lnTo>
                  <a:lnTo>
                    <a:pt x="1337298" y="742334"/>
                  </a:lnTo>
                  <a:lnTo>
                    <a:pt x="1300694" y="768765"/>
                  </a:lnTo>
                  <a:lnTo>
                    <a:pt x="1263435" y="792943"/>
                  </a:lnTo>
                  <a:lnTo>
                    <a:pt x="1225628" y="814854"/>
                  </a:lnTo>
                  <a:lnTo>
                    <a:pt x="1187381" y="834490"/>
                  </a:lnTo>
                  <a:lnTo>
                    <a:pt x="1148803" y="851847"/>
                  </a:lnTo>
                  <a:lnTo>
                    <a:pt x="1110001" y="866926"/>
                  </a:lnTo>
                  <a:lnTo>
                    <a:pt x="1071083" y="879730"/>
                  </a:lnTo>
                  <a:lnTo>
                    <a:pt x="1032156" y="890270"/>
                  </a:lnTo>
                  <a:lnTo>
                    <a:pt x="993326" y="898560"/>
                  </a:lnTo>
                  <a:lnTo>
                    <a:pt x="954697" y="904619"/>
                  </a:lnTo>
                  <a:lnTo>
                    <a:pt x="916375" y="908469"/>
                  </a:lnTo>
                  <a:lnTo>
                    <a:pt x="878460" y="910139"/>
                  </a:lnTo>
                  <a:lnTo>
                    <a:pt x="841056" y="909659"/>
                  </a:lnTo>
                  <a:lnTo>
                    <a:pt x="804261" y="907067"/>
                  </a:lnTo>
                  <a:lnTo>
                    <a:pt x="768172" y="902402"/>
                  </a:lnTo>
                  <a:lnTo>
                    <a:pt x="732886" y="895709"/>
                  </a:lnTo>
                  <a:lnTo>
                    <a:pt x="698495" y="887037"/>
                  </a:lnTo>
                  <a:lnTo>
                    <a:pt x="665091" y="876437"/>
                  </a:lnTo>
                  <a:lnTo>
                    <a:pt x="632762" y="863965"/>
                  </a:lnTo>
                  <a:lnTo>
                    <a:pt x="601594" y="849683"/>
                  </a:lnTo>
                  <a:lnTo>
                    <a:pt x="570002" y="844304"/>
                  </a:lnTo>
                  <a:lnTo>
                    <a:pt x="539979" y="836037"/>
                  </a:lnTo>
                  <a:lnTo>
                    <a:pt x="511755" y="825058"/>
                  </a:lnTo>
                  <a:lnTo>
                    <a:pt x="485543" y="811555"/>
                  </a:lnTo>
                  <a:lnTo>
                    <a:pt x="461539" y="795735"/>
                  </a:lnTo>
                  <a:lnTo>
                    <a:pt x="439925" y="777819"/>
                  </a:lnTo>
                  <a:lnTo>
                    <a:pt x="420859" y="758038"/>
                  </a:lnTo>
                  <a:lnTo>
                    <a:pt x="404483" y="736638"/>
                  </a:lnTo>
                  <a:lnTo>
                    <a:pt x="390918" y="713874"/>
                  </a:lnTo>
                  <a:lnTo>
                    <a:pt x="380263" y="690008"/>
                  </a:lnTo>
                  <a:lnTo>
                    <a:pt x="372596" y="665309"/>
                  </a:lnTo>
                  <a:lnTo>
                    <a:pt x="367973" y="640053"/>
                  </a:lnTo>
                  <a:lnTo>
                    <a:pt x="366429" y="614517"/>
                  </a:lnTo>
                  <a:lnTo>
                    <a:pt x="364282" y="639058"/>
                  </a:lnTo>
                  <a:lnTo>
                    <a:pt x="357873" y="663039"/>
                  </a:lnTo>
                  <a:lnTo>
                    <a:pt x="347301" y="685904"/>
                  </a:lnTo>
                  <a:lnTo>
                    <a:pt x="332726" y="707115"/>
                  </a:lnTo>
                  <a:lnTo>
                    <a:pt x="314372" y="726152"/>
                  </a:lnTo>
                  <a:lnTo>
                    <a:pt x="292523" y="742525"/>
                  </a:lnTo>
                  <a:lnTo>
                    <a:pt x="267518" y="755776"/>
                  </a:lnTo>
                  <a:lnTo>
                    <a:pt x="239747" y="765490"/>
                  </a:lnTo>
                  <a:lnTo>
                    <a:pt x="209652" y="771294"/>
                  </a:lnTo>
                  <a:lnTo>
                    <a:pt x="190529" y="749489"/>
                  </a:lnTo>
                  <a:lnTo>
                    <a:pt x="174417" y="725375"/>
                  </a:lnTo>
                  <a:lnTo>
                    <a:pt x="161590" y="699364"/>
                  </a:lnTo>
                  <a:lnTo>
                    <a:pt x="152267" y="671901"/>
                  </a:lnTo>
                  <a:lnTo>
                    <a:pt x="146609" y="643457"/>
                  </a:lnTo>
                  <a:lnTo>
                    <a:pt x="144712" y="614517"/>
                  </a:lnTo>
                  <a:lnTo>
                    <a:pt x="131989" y="591427"/>
                  </a:lnTo>
                  <a:lnTo>
                    <a:pt x="121791" y="565855"/>
                  </a:lnTo>
                  <a:lnTo>
                    <a:pt x="114478" y="538088"/>
                  </a:lnTo>
                  <a:lnTo>
                    <a:pt x="110380" y="508458"/>
                  </a:lnTo>
                  <a:lnTo>
                    <a:pt x="109787" y="477339"/>
                  </a:lnTo>
                  <a:lnTo>
                    <a:pt x="112947" y="445146"/>
                  </a:lnTo>
                  <a:lnTo>
                    <a:pt x="120057" y="412325"/>
                  </a:lnTo>
                  <a:lnTo>
                    <a:pt x="131263" y="379351"/>
                  </a:lnTo>
                  <a:lnTo>
                    <a:pt x="113793" y="394042"/>
                  </a:lnTo>
                  <a:lnTo>
                    <a:pt x="97242" y="410028"/>
                  </a:lnTo>
                  <a:lnTo>
                    <a:pt x="81706" y="427252"/>
                  </a:lnTo>
                  <a:lnTo>
                    <a:pt x="67277" y="445648"/>
                  </a:lnTo>
                  <a:lnTo>
                    <a:pt x="54044" y="465145"/>
                  </a:lnTo>
                  <a:lnTo>
                    <a:pt x="42088" y="485665"/>
                  </a:lnTo>
                  <a:lnTo>
                    <a:pt x="31490" y="507123"/>
                  </a:lnTo>
                  <a:lnTo>
                    <a:pt x="22320" y="529429"/>
                  </a:lnTo>
                  <a:lnTo>
                    <a:pt x="14646" y="552488"/>
                  </a:lnTo>
                  <a:lnTo>
                    <a:pt x="8527" y="576198"/>
                  </a:lnTo>
                  <a:lnTo>
                    <a:pt x="4017" y="600454"/>
                  </a:lnTo>
                  <a:lnTo>
                    <a:pt x="1162" y="625145"/>
                  </a:lnTo>
                  <a:lnTo>
                    <a:pt x="0" y="650159"/>
                  </a:lnTo>
                  <a:lnTo>
                    <a:pt x="560" y="675378"/>
                  </a:lnTo>
                  <a:lnTo>
                    <a:pt x="2867" y="700683"/>
                  </a:lnTo>
                  <a:lnTo>
                    <a:pt x="6934" y="725952"/>
                  </a:lnTo>
                  <a:lnTo>
                    <a:pt x="12766" y="751063"/>
                  </a:lnTo>
                  <a:lnTo>
                    <a:pt x="20360" y="775891"/>
                  </a:lnTo>
                  <a:lnTo>
                    <a:pt x="29705" y="800313"/>
                  </a:lnTo>
                  <a:lnTo>
                    <a:pt x="40780" y="824205"/>
                  </a:lnTo>
                  <a:lnTo>
                    <a:pt x="53555" y="847442"/>
                  </a:lnTo>
                  <a:lnTo>
                    <a:pt x="67994" y="869905"/>
                  </a:lnTo>
                  <a:lnTo>
                    <a:pt x="84047" y="891474"/>
                  </a:lnTo>
                  <a:lnTo>
                    <a:pt x="101662" y="912033"/>
                  </a:lnTo>
                  <a:lnTo>
                    <a:pt x="120773" y="931469"/>
                  </a:lnTo>
                  <a:lnTo>
                    <a:pt x="141308" y="949672"/>
                  </a:lnTo>
                  <a:lnTo>
                    <a:pt x="163189" y="966539"/>
                  </a:lnTo>
                  <a:lnTo>
                    <a:pt x="186327" y="981970"/>
                  </a:lnTo>
                  <a:lnTo>
                    <a:pt x="210628" y="995873"/>
                  </a:lnTo>
                  <a:lnTo>
                    <a:pt x="235990" y="1008160"/>
                  </a:lnTo>
                  <a:lnTo>
                    <a:pt x="262305" y="1018751"/>
                  </a:lnTo>
                  <a:lnTo>
                    <a:pt x="289459" y="1027573"/>
                  </a:lnTo>
                  <a:lnTo>
                    <a:pt x="317333" y="1034561"/>
                  </a:lnTo>
                  <a:lnTo>
                    <a:pt x="345801" y="1039657"/>
                  </a:lnTo>
                  <a:lnTo>
                    <a:pt x="374736" y="1042814"/>
                  </a:lnTo>
                  <a:lnTo>
                    <a:pt x="404003" y="1043991"/>
                  </a:lnTo>
                  <a:lnTo>
                    <a:pt x="433467" y="1043158"/>
                  </a:lnTo>
                  <a:lnTo>
                    <a:pt x="462989" y="1040294"/>
                  </a:lnTo>
                  <a:lnTo>
                    <a:pt x="492429" y="1035387"/>
                  </a:lnTo>
                  <a:lnTo>
                    <a:pt x="521644" y="1028436"/>
                  </a:lnTo>
                  <a:lnTo>
                    <a:pt x="550492" y="1019447"/>
                  </a:lnTo>
                  <a:lnTo>
                    <a:pt x="578831" y="1008441"/>
                  </a:lnTo>
                  <a:lnTo>
                    <a:pt x="606518" y="995444"/>
                  </a:lnTo>
                  <a:lnTo>
                    <a:pt x="633413" y="980495"/>
                  </a:lnTo>
                  <a:lnTo>
                    <a:pt x="659379" y="963642"/>
                  </a:lnTo>
                  <a:lnTo>
                    <a:pt x="684281" y="944942"/>
                  </a:lnTo>
                  <a:lnTo>
                    <a:pt x="707986" y="924463"/>
                  </a:lnTo>
                  <a:lnTo>
                    <a:pt x="730368" y="902282"/>
                  </a:lnTo>
                  <a:lnTo>
                    <a:pt x="751304" y="878485"/>
                  </a:lnTo>
                  <a:lnTo>
                    <a:pt x="770677" y="853166"/>
                  </a:lnTo>
                  <a:lnTo>
                    <a:pt x="788378" y="826428"/>
                  </a:lnTo>
                  <a:lnTo>
                    <a:pt x="804303" y="798382"/>
                  </a:lnTo>
                  <a:lnTo>
                    <a:pt x="818354" y="769148"/>
                  </a:lnTo>
                  <a:lnTo>
                    <a:pt x="830445" y="738850"/>
                  </a:lnTo>
                  <a:lnTo>
                    <a:pt x="840495" y="707621"/>
                  </a:lnTo>
                  <a:lnTo>
                    <a:pt x="848434" y="675598"/>
                  </a:lnTo>
                  <a:lnTo>
                    <a:pt x="854199" y="642926"/>
                  </a:lnTo>
                  <a:lnTo>
                    <a:pt x="857740" y="609753"/>
                  </a:lnTo>
                  <a:lnTo>
                    <a:pt x="859014" y="576230"/>
                  </a:lnTo>
                  <a:lnTo>
                    <a:pt x="857992" y="542513"/>
                  </a:lnTo>
                  <a:lnTo>
                    <a:pt x="854652" y="508761"/>
                  </a:lnTo>
                  <a:lnTo>
                    <a:pt x="848985" y="475133"/>
                  </a:lnTo>
                  <a:lnTo>
                    <a:pt x="840993" y="441790"/>
                  </a:lnTo>
                  <a:lnTo>
                    <a:pt x="830688" y="408893"/>
                  </a:lnTo>
                  <a:lnTo>
                    <a:pt x="818095" y="376604"/>
                  </a:lnTo>
                  <a:lnTo>
                    <a:pt x="803249" y="345082"/>
                  </a:lnTo>
                  <a:lnTo>
                    <a:pt x="786197" y="314485"/>
                  </a:lnTo>
                  <a:lnTo>
                    <a:pt x="766995" y="284967"/>
                  </a:lnTo>
                  <a:lnTo>
                    <a:pt x="745713" y="256680"/>
                  </a:lnTo>
                  <a:lnTo>
                    <a:pt x="722430" y="229771"/>
                  </a:lnTo>
                  <a:lnTo>
                    <a:pt x="697234" y="204382"/>
                  </a:lnTo>
                  <a:lnTo>
                    <a:pt x="670227" y="180648"/>
                  </a:lnTo>
                  <a:lnTo>
                    <a:pt x="641516" y="158700"/>
                  </a:lnTo>
                  <a:lnTo>
                    <a:pt x="611220" y="138658"/>
                  </a:lnTo>
                  <a:lnTo>
                    <a:pt x="579467" y="120639"/>
                  </a:lnTo>
                  <a:lnTo>
                    <a:pt x="546392" y="104746"/>
                  </a:lnTo>
                  <a:lnTo>
                    <a:pt x="512138" y="91077"/>
                  </a:lnTo>
                  <a:lnTo>
                    <a:pt x="476855" y="79720"/>
                  </a:lnTo>
                  <a:lnTo>
                    <a:pt x="440701" y="70750"/>
                  </a:lnTo>
                  <a:lnTo>
                    <a:pt x="403836" y="64233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1357627" y="1294474"/>
              <a:ext cx="1365222" cy="910139"/>
            </a:xfrm>
            <a:custGeom>
              <a:avLst/>
              <a:pathLst>
                <a:path w="1365222" h="910139">
                  <a:moveTo>
                    <a:pt x="256641" y="60226"/>
                  </a:moveTo>
                  <a:lnTo>
                    <a:pt x="284519" y="47053"/>
                  </a:lnTo>
                  <a:lnTo>
                    <a:pt x="313687" y="35314"/>
                  </a:lnTo>
                  <a:lnTo>
                    <a:pt x="344072" y="25104"/>
                  </a:lnTo>
                  <a:lnTo>
                    <a:pt x="375591" y="16513"/>
                  </a:lnTo>
                  <a:lnTo>
                    <a:pt x="408158" y="9628"/>
                  </a:lnTo>
                  <a:lnTo>
                    <a:pt x="441678" y="4530"/>
                  </a:lnTo>
                  <a:lnTo>
                    <a:pt x="476054" y="1297"/>
                  </a:lnTo>
                  <a:lnTo>
                    <a:pt x="511182" y="0"/>
                  </a:lnTo>
                  <a:lnTo>
                    <a:pt x="546953" y="703"/>
                  </a:lnTo>
                  <a:lnTo>
                    <a:pt x="583254" y="3466"/>
                  </a:lnTo>
                  <a:lnTo>
                    <a:pt x="619968" y="8342"/>
                  </a:lnTo>
                  <a:lnTo>
                    <a:pt x="656973" y="15378"/>
                  </a:lnTo>
                  <a:lnTo>
                    <a:pt x="694143" y="24613"/>
                  </a:lnTo>
                  <a:lnTo>
                    <a:pt x="731353" y="36079"/>
                  </a:lnTo>
                  <a:lnTo>
                    <a:pt x="768469" y="49801"/>
                  </a:lnTo>
                  <a:lnTo>
                    <a:pt x="805361" y="65797"/>
                  </a:lnTo>
                  <a:lnTo>
                    <a:pt x="837104" y="75926"/>
                  </a:lnTo>
                  <a:lnTo>
                    <a:pt x="868840" y="87677"/>
                  </a:lnTo>
                  <a:lnTo>
                    <a:pt x="900493" y="101062"/>
                  </a:lnTo>
                  <a:lnTo>
                    <a:pt x="931984" y="116091"/>
                  </a:lnTo>
                  <a:lnTo>
                    <a:pt x="963233" y="132770"/>
                  </a:lnTo>
                  <a:lnTo>
                    <a:pt x="994162" y="151102"/>
                  </a:lnTo>
                  <a:lnTo>
                    <a:pt x="1024689" y="171084"/>
                  </a:lnTo>
                  <a:lnTo>
                    <a:pt x="1054734" y="192713"/>
                  </a:lnTo>
                  <a:lnTo>
                    <a:pt x="1084216" y="215978"/>
                  </a:lnTo>
                  <a:lnTo>
                    <a:pt x="1113054" y="240867"/>
                  </a:lnTo>
                  <a:lnTo>
                    <a:pt x="1141169" y="267365"/>
                  </a:lnTo>
                  <a:lnTo>
                    <a:pt x="1168479" y="295451"/>
                  </a:lnTo>
                  <a:lnTo>
                    <a:pt x="1194905" y="325101"/>
                  </a:lnTo>
                  <a:lnTo>
                    <a:pt x="1220368" y="356287"/>
                  </a:lnTo>
                  <a:lnTo>
                    <a:pt x="1244789" y="388979"/>
                  </a:lnTo>
                  <a:lnTo>
                    <a:pt x="1268092" y="423140"/>
                  </a:lnTo>
                  <a:lnTo>
                    <a:pt x="1290200" y="458733"/>
                  </a:lnTo>
                  <a:lnTo>
                    <a:pt x="1311040" y="495715"/>
                  </a:lnTo>
                  <a:lnTo>
                    <a:pt x="1330537" y="534039"/>
                  </a:lnTo>
                  <a:lnTo>
                    <a:pt x="1348621" y="573658"/>
                  </a:lnTo>
                  <a:lnTo>
                    <a:pt x="1365222" y="614517"/>
                  </a:lnTo>
                  <a:lnTo>
                    <a:pt x="1332312" y="649731"/>
                  </a:lnTo>
                  <a:lnTo>
                    <a:pt x="1298320" y="682792"/>
                  </a:lnTo>
                  <a:lnTo>
                    <a:pt x="1263350" y="713669"/>
                  </a:lnTo>
                  <a:lnTo>
                    <a:pt x="1227510" y="742334"/>
                  </a:lnTo>
                  <a:lnTo>
                    <a:pt x="1190907" y="768765"/>
                  </a:lnTo>
                  <a:lnTo>
                    <a:pt x="1153647" y="792943"/>
                  </a:lnTo>
                  <a:lnTo>
                    <a:pt x="1115840" y="814854"/>
                  </a:lnTo>
                  <a:lnTo>
                    <a:pt x="1077593" y="834490"/>
                  </a:lnTo>
                  <a:lnTo>
                    <a:pt x="1039015" y="851847"/>
                  </a:lnTo>
                  <a:lnTo>
                    <a:pt x="1000213" y="866926"/>
                  </a:lnTo>
                  <a:lnTo>
                    <a:pt x="961295" y="879730"/>
                  </a:lnTo>
                  <a:lnTo>
                    <a:pt x="922368" y="890270"/>
                  </a:lnTo>
                  <a:lnTo>
                    <a:pt x="883538" y="898560"/>
                  </a:lnTo>
                  <a:lnTo>
                    <a:pt x="844909" y="904619"/>
                  </a:lnTo>
                  <a:lnTo>
                    <a:pt x="806587" y="908469"/>
                  </a:lnTo>
                  <a:lnTo>
                    <a:pt x="768673" y="910139"/>
                  </a:lnTo>
                  <a:lnTo>
                    <a:pt x="731268" y="909659"/>
                  </a:lnTo>
                  <a:lnTo>
                    <a:pt x="694473" y="907067"/>
                  </a:lnTo>
                  <a:lnTo>
                    <a:pt x="658384" y="902402"/>
                  </a:lnTo>
                  <a:lnTo>
                    <a:pt x="623098" y="895709"/>
                  </a:lnTo>
                  <a:lnTo>
                    <a:pt x="588707" y="887037"/>
                  </a:lnTo>
                  <a:lnTo>
                    <a:pt x="555303" y="876437"/>
                  </a:lnTo>
                  <a:lnTo>
                    <a:pt x="522974" y="863965"/>
                  </a:lnTo>
                  <a:lnTo>
                    <a:pt x="491807" y="849683"/>
                  </a:lnTo>
                  <a:lnTo>
                    <a:pt x="460214" y="844304"/>
                  </a:lnTo>
                  <a:lnTo>
                    <a:pt x="430191" y="836037"/>
                  </a:lnTo>
                  <a:lnTo>
                    <a:pt x="401967" y="825058"/>
                  </a:lnTo>
                  <a:lnTo>
                    <a:pt x="375755" y="811555"/>
                  </a:lnTo>
                  <a:lnTo>
                    <a:pt x="351752" y="795735"/>
                  </a:lnTo>
                  <a:lnTo>
                    <a:pt x="330137" y="777819"/>
                  </a:lnTo>
                  <a:lnTo>
                    <a:pt x="311071" y="758038"/>
                  </a:lnTo>
                  <a:lnTo>
                    <a:pt x="294695" y="736638"/>
                  </a:lnTo>
                  <a:lnTo>
                    <a:pt x="281130" y="713874"/>
                  </a:lnTo>
                  <a:lnTo>
                    <a:pt x="270475" y="690008"/>
                  </a:lnTo>
                  <a:lnTo>
                    <a:pt x="262808" y="665309"/>
                  </a:lnTo>
                  <a:lnTo>
                    <a:pt x="258186" y="640053"/>
                  </a:lnTo>
                  <a:lnTo>
                    <a:pt x="256641" y="614517"/>
                  </a:lnTo>
                  <a:lnTo>
                    <a:pt x="254494" y="639058"/>
                  </a:lnTo>
                  <a:lnTo>
                    <a:pt x="248085" y="663039"/>
                  </a:lnTo>
                  <a:lnTo>
                    <a:pt x="237513" y="685904"/>
                  </a:lnTo>
                  <a:lnTo>
                    <a:pt x="222938" y="707115"/>
                  </a:lnTo>
                  <a:lnTo>
                    <a:pt x="204585" y="726152"/>
                  </a:lnTo>
                  <a:lnTo>
                    <a:pt x="182735" y="742525"/>
                  </a:lnTo>
                  <a:lnTo>
                    <a:pt x="157730" y="755776"/>
                  </a:lnTo>
                  <a:lnTo>
                    <a:pt x="129960" y="765490"/>
                  </a:lnTo>
                  <a:lnTo>
                    <a:pt x="99864" y="771294"/>
                  </a:lnTo>
                  <a:lnTo>
                    <a:pt x="80742" y="749489"/>
                  </a:lnTo>
                  <a:lnTo>
                    <a:pt x="64629" y="725375"/>
                  </a:lnTo>
                  <a:lnTo>
                    <a:pt x="51802" y="699364"/>
                  </a:lnTo>
                  <a:lnTo>
                    <a:pt x="42479" y="671901"/>
                  </a:lnTo>
                  <a:lnTo>
                    <a:pt x="36821" y="643457"/>
                  </a:lnTo>
                  <a:lnTo>
                    <a:pt x="34925" y="614517"/>
                  </a:lnTo>
                  <a:lnTo>
                    <a:pt x="22202" y="591427"/>
                  </a:lnTo>
                  <a:lnTo>
                    <a:pt x="12003" y="565855"/>
                  </a:lnTo>
                  <a:lnTo>
                    <a:pt x="4690" y="538088"/>
                  </a:lnTo>
                  <a:lnTo>
                    <a:pt x="592" y="508458"/>
                  </a:lnTo>
                  <a:lnTo>
                    <a:pt x="0" y="477339"/>
                  </a:lnTo>
                  <a:lnTo>
                    <a:pt x="3159" y="445146"/>
                  </a:lnTo>
                  <a:lnTo>
                    <a:pt x="10269" y="412325"/>
                  </a:lnTo>
                  <a:lnTo>
                    <a:pt x="21475" y="379351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1582667" y="132309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2131387" y="132867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2691249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11817833" y="2112555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11582667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11425890" y="2034167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11360951" y="187739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1347502" y="1642224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1614268" y="800410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11614268" y="112510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11614268" y="1908991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1614268" y="1908991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1614268" y="1908991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10830383" y="1908991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10505687" y="1908991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0830383" y="112510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11482229" y="623158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2262007" y="988441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2753340" y="1870312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2252909" y="2752183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1473131" y="3117466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0480206" y="2752183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245042" y="1870312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489304" y="988441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9987969" y="1322879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9938500" y="768588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9589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69589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97588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1125419" y="3572944"/>
              <a:ext cx="143542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Anseriformes (n=29)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457405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843132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843132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843132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843132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843132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61261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595978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61261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288911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734690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96135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596781" y="4473591"/>
              <a:ext cx="1243894" cy="1142344"/>
            </a:xfrm>
            <a:custGeom>
              <a:avLst/>
              <a:pathLst>
                <a:path w="1243894" h="1142344">
                  <a:moveTo>
                    <a:pt x="246351" y="537533"/>
                  </a:moveTo>
                  <a:lnTo>
                    <a:pt x="255172" y="503183"/>
                  </a:lnTo>
                  <a:lnTo>
                    <a:pt x="266151" y="469177"/>
                  </a:lnTo>
                  <a:lnTo>
                    <a:pt x="279272" y="435618"/>
                  </a:lnTo>
                  <a:lnTo>
                    <a:pt x="294518" y="402607"/>
                  </a:lnTo>
                  <a:lnTo>
                    <a:pt x="311865" y="370244"/>
                  </a:lnTo>
                  <a:lnTo>
                    <a:pt x="331288" y="338627"/>
                  </a:lnTo>
                  <a:lnTo>
                    <a:pt x="352756" y="307856"/>
                  </a:lnTo>
                  <a:lnTo>
                    <a:pt x="376233" y="278028"/>
                  </a:lnTo>
                  <a:lnTo>
                    <a:pt x="401680" y="249237"/>
                  </a:lnTo>
                  <a:lnTo>
                    <a:pt x="429055" y="221579"/>
                  </a:lnTo>
                  <a:lnTo>
                    <a:pt x="458310" y="195145"/>
                  </a:lnTo>
                  <a:lnTo>
                    <a:pt x="489395" y="170026"/>
                  </a:lnTo>
                  <a:lnTo>
                    <a:pt x="522254" y="146311"/>
                  </a:lnTo>
                  <a:lnTo>
                    <a:pt x="556829" y="124085"/>
                  </a:lnTo>
                  <a:lnTo>
                    <a:pt x="593059" y="103433"/>
                  </a:lnTo>
                  <a:lnTo>
                    <a:pt x="630876" y="84436"/>
                  </a:lnTo>
                  <a:lnTo>
                    <a:pt x="670213" y="67173"/>
                  </a:lnTo>
                  <a:lnTo>
                    <a:pt x="710997" y="51720"/>
                  </a:lnTo>
                  <a:lnTo>
                    <a:pt x="753151" y="38151"/>
                  </a:lnTo>
                  <a:lnTo>
                    <a:pt x="796597" y="26535"/>
                  </a:lnTo>
                  <a:lnTo>
                    <a:pt x="841254" y="16941"/>
                  </a:lnTo>
                  <a:lnTo>
                    <a:pt x="887035" y="9431"/>
                  </a:lnTo>
                  <a:lnTo>
                    <a:pt x="933853" y="4067"/>
                  </a:lnTo>
                  <a:lnTo>
                    <a:pt x="981618" y="905"/>
                  </a:lnTo>
                  <a:lnTo>
                    <a:pt x="1030236" y="0"/>
                  </a:lnTo>
                  <a:lnTo>
                    <a:pt x="1053618" y="32293"/>
                  </a:lnTo>
                  <a:lnTo>
                    <a:pt x="1075698" y="65251"/>
                  </a:lnTo>
                  <a:lnTo>
                    <a:pt x="1096460" y="98824"/>
                  </a:lnTo>
                  <a:lnTo>
                    <a:pt x="1115887" y="132958"/>
                  </a:lnTo>
                  <a:lnTo>
                    <a:pt x="1133967" y="167602"/>
                  </a:lnTo>
                  <a:lnTo>
                    <a:pt x="1150688" y="202703"/>
                  </a:lnTo>
                  <a:lnTo>
                    <a:pt x="1166041" y="238208"/>
                  </a:lnTo>
                  <a:lnTo>
                    <a:pt x="1180017" y="274065"/>
                  </a:lnTo>
                  <a:lnTo>
                    <a:pt x="1192612" y="310220"/>
                  </a:lnTo>
                  <a:lnTo>
                    <a:pt x="1203823" y="346622"/>
                  </a:lnTo>
                  <a:lnTo>
                    <a:pt x="1213647" y="383218"/>
                  </a:lnTo>
                  <a:lnTo>
                    <a:pt x="1222085" y="419955"/>
                  </a:lnTo>
                  <a:lnTo>
                    <a:pt x="1229141" y="456781"/>
                  </a:lnTo>
                  <a:lnTo>
                    <a:pt x="1234818" y="493645"/>
                  </a:lnTo>
                  <a:lnTo>
                    <a:pt x="1239122" y="530495"/>
                  </a:lnTo>
                  <a:lnTo>
                    <a:pt x="1242063" y="567281"/>
                  </a:lnTo>
                  <a:lnTo>
                    <a:pt x="1243649" y="603952"/>
                  </a:lnTo>
                  <a:lnTo>
                    <a:pt x="1243894" y="640460"/>
                  </a:lnTo>
                  <a:lnTo>
                    <a:pt x="1242811" y="676754"/>
                  </a:lnTo>
                  <a:lnTo>
                    <a:pt x="1240415" y="712788"/>
                  </a:lnTo>
                  <a:lnTo>
                    <a:pt x="1236724" y="748514"/>
                  </a:lnTo>
                  <a:lnTo>
                    <a:pt x="1231757" y="783885"/>
                  </a:lnTo>
                  <a:lnTo>
                    <a:pt x="1206381" y="821605"/>
                  </a:lnTo>
                  <a:lnTo>
                    <a:pt x="1179601" y="857333"/>
                  </a:lnTo>
                  <a:lnTo>
                    <a:pt x="1151533" y="891020"/>
                  </a:lnTo>
                  <a:lnTo>
                    <a:pt x="1122297" y="922621"/>
                  </a:lnTo>
                  <a:lnTo>
                    <a:pt x="1092013" y="952098"/>
                  </a:lnTo>
                  <a:lnTo>
                    <a:pt x="1060803" y="979418"/>
                  </a:lnTo>
                  <a:lnTo>
                    <a:pt x="1028788" y="1004555"/>
                  </a:lnTo>
                  <a:lnTo>
                    <a:pt x="996092" y="1027491"/>
                  </a:lnTo>
                  <a:lnTo>
                    <a:pt x="962838" y="1048211"/>
                  </a:lnTo>
                  <a:lnTo>
                    <a:pt x="929148" y="1066709"/>
                  </a:lnTo>
                  <a:lnTo>
                    <a:pt x="895146" y="1082983"/>
                  </a:lnTo>
                  <a:lnTo>
                    <a:pt x="860953" y="1097040"/>
                  </a:lnTo>
                  <a:lnTo>
                    <a:pt x="826691" y="1108891"/>
                  </a:lnTo>
                  <a:lnTo>
                    <a:pt x="792479" y="1118552"/>
                  </a:lnTo>
                  <a:lnTo>
                    <a:pt x="758435" y="1126049"/>
                  </a:lnTo>
                  <a:lnTo>
                    <a:pt x="724677" y="1131409"/>
                  </a:lnTo>
                  <a:lnTo>
                    <a:pt x="691318" y="1134669"/>
                  </a:lnTo>
                  <a:lnTo>
                    <a:pt x="658471" y="1135868"/>
                  </a:lnTo>
                  <a:lnTo>
                    <a:pt x="626244" y="1135054"/>
                  </a:lnTo>
                  <a:lnTo>
                    <a:pt x="594744" y="1132278"/>
                  </a:lnTo>
                  <a:lnTo>
                    <a:pt x="557677" y="1138884"/>
                  </a:lnTo>
                  <a:lnTo>
                    <a:pt x="521295" y="1142198"/>
                  </a:lnTo>
                  <a:lnTo>
                    <a:pt x="485866" y="1142344"/>
                  </a:lnTo>
                  <a:lnTo>
                    <a:pt x="451644" y="1139463"/>
                  </a:lnTo>
                  <a:lnTo>
                    <a:pt x="418868" y="1133716"/>
                  </a:lnTo>
                  <a:lnTo>
                    <a:pt x="387763" y="1125283"/>
                  </a:lnTo>
                  <a:lnTo>
                    <a:pt x="358533" y="1114361"/>
                  </a:lnTo>
                  <a:lnTo>
                    <a:pt x="331365" y="1101161"/>
                  </a:lnTo>
                  <a:lnTo>
                    <a:pt x="306427" y="1085907"/>
                  </a:lnTo>
                  <a:lnTo>
                    <a:pt x="283865" y="1068836"/>
                  </a:lnTo>
                  <a:lnTo>
                    <a:pt x="263806" y="1050194"/>
                  </a:lnTo>
                  <a:lnTo>
                    <a:pt x="246351" y="1030236"/>
                  </a:lnTo>
                  <a:lnTo>
                    <a:pt x="218768" y="1028687"/>
                  </a:lnTo>
                  <a:lnTo>
                    <a:pt x="191533" y="1024060"/>
                  </a:lnTo>
                  <a:lnTo>
                    <a:pt x="164986" y="1016412"/>
                  </a:lnTo>
                  <a:lnTo>
                    <a:pt x="139463" y="1005840"/>
                  </a:lnTo>
                  <a:lnTo>
                    <a:pt x="115284" y="992477"/>
                  </a:lnTo>
                  <a:lnTo>
                    <a:pt x="92753" y="976490"/>
                  </a:lnTo>
                  <a:lnTo>
                    <a:pt x="72154" y="958082"/>
                  </a:lnTo>
                  <a:lnTo>
                    <a:pt x="53746" y="937483"/>
                  </a:lnTo>
                  <a:lnTo>
                    <a:pt x="37759" y="914952"/>
                  </a:lnTo>
                  <a:lnTo>
                    <a:pt x="24396" y="890773"/>
                  </a:lnTo>
                  <a:lnTo>
                    <a:pt x="13824" y="865250"/>
                  </a:lnTo>
                  <a:lnTo>
                    <a:pt x="6176" y="838703"/>
                  </a:lnTo>
                  <a:lnTo>
                    <a:pt x="1549" y="811468"/>
                  </a:lnTo>
                  <a:lnTo>
                    <a:pt x="0" y="783885"/>
                  </a:lnTo>
                  <a:lnTo>
                    <a:pt x="25318" y="766489"/>
                  </a:lnTo>
                  <a:lnTo>
                    <a:pt x="51696" y="753055"/>
                  </a:lnTo>
                  <a:lnTo>
                    <a:pt x="78670" y="743628"/>
                  </a:lnTo>
                  <a:lnTo>
                    <a:pt x="105774" y="738209"/>
                  </a:lnTo>
                  <a:lnTo>
                    <a:pt x="132551" y="736748"/>
                  </a:lnTo>
                  <a:lnTo>
                    <a:pt x="158551" y="739148"/>
                  </a:lnTo>
                  <a:lnTo>
                    <a:pt x="183336" y="745269"/>
                  </a:lnTo>
                  <a:lnTo>
                    <a:pt x="206490" y="754925"/>
                  </a:lnTo>
                  <a:lnTo>
                    <a:pt x="227618" y="767886"/>
                  </a:lnTo>
                  <a:lnTo>
                    <a:pt x="246351" y="783885"/>
                  </a:lnTo>
                  <a:lnTo>
                    <a:pt x="239035" y="778997"/>
                  </a:lnTo>
                  <a:lnTo>
                    <a:pt x="230094" y="777151"/>
                  </a:lnTo>
                  <a:lnTo>
                    <a:pt x="220463" y="778736"/>
                  </a:lnTo>
                  <a:lnTo>
                    <a:pt x="211158" y="783885"/>
                  </a:lnTo>
                  <a:lnTo>
                    <a:pt x="203205" y="792467"/>
                  </a:lnTo>
                  <a:lnTo>
                    <a:pt x="197580" y="804087"/>
                  </a:lnTo>
                  <a:lnTo>
                    <a:pt x="195142" y="818101"/>
                  </a:lnTo>
                  <a:lnTo>
                    <a:pt x="196580" y="833655"/>
                  </a:lnTo>
                  <a:lnTo>
                    <a:pt x="202358" y="849724"/>
                  </a:lnTo>
                  <a:lnTo>
                    <a:pt x="212681" y="865170"/>
                  </a:lnTo>
                  <a:lnTo>
                    <a:pt x="227470" y="878806"/>
                  </a:lnTo>
                  <a:lnTo>
                    <a:pt x="246351" y="889464"/>
                  </a:lnTo>
                  <a:lnTo>
                    <a:pt x="268665" y="896065"/>
                  </a:lnTo>
                  <a:lnTo>
                    <a:pt x="293488" y="897684"/>
                  </a:lnTo>
                  <a:lnTo>
                    <a:pt x="319672" y="893617"/>
                  </a:lnTo>
                  <a:lnTo>
                    <a:pt x="345892" y="883426"/>
                  </a:lnTo>
                  <a:lnTo>
                    <a:pt x="370714" y="866982"/>
                  </a:lnTo>
                  <a:lnTo>
                    <a:pt x="392665" y="844490"/>
                  </a:lnTo>
                  <a:lnTo>
                    <a:pt x="410306" y="816498"/>
                  </a:lnTo>
                  <a:lnTo>
                    <a:pt x="422316" y="783885"/>
                  </a:lnTo>
                  <a:lnTo>
                    <a:pt x="427564" y="747839"/>
                  </a:lnTo>
                  <a:lnTo>
                    <a:pt x="425179" y="709812"/>
                  </a:lnTo>
                  <a:lnTo>
                    <a:pt x="414607" y="671460"/>
                  </a:lnTo>
                  <a:lnTo>
                    <a:pt x="395662" y="634573"/>
                  </a:lnTo>
                  <a:lnTo>
                    <a:pt x="368552" y="600998"/>
                  </a:lnTo>
                  <a:lnTo>
                    <a:pt x="333892" y="572543"/>
                  </a:lnTo>
                  <a:lnTo>
                    <a:pt x="292695" y="550896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596781" y="4473591"/>
              <a:ext cx="1243894" cy="1142344"/>
            </a:xfrm>
            <a:custGeom>
              <a:avLst/>
              <a:pathLst>
                <a:path w="1243894" h="1142344">
                  <a:moveTo>
                    <a:pt x="246351" y="537533"/>
                  </a:moveTo>
                  <a:lnTo>
                    <a:pt x="255172" y="503183"/>
                  </a:lnTo>
                  <a:lnTo>
                    <a:pt x="266151" y="469177"/>
                  </a:lnTo>
                  <a:lnTo>
                    <a:pt x="279272" y="435618"/>
                  </a:lnTo>
                  <a:lnTo>
                    <a:pt x="294518" y="402607"/>
                  </a:lnTo>
                  <a:lnTo>
                    <a:pt x="311865" y="370244"/>
                  </a:lnTo>
                  <a:lnTo>
                    <a:pt x="331288" y="338627"/>
                  </a:lnTo>
                  <a:lnTo>
                    <a:pt x="352756" y="307856"/>
                  </a:lnTo>
                  <a:lnTo>
                    <a:pt x="376233" y="278028"/>
                  </a:lnTo>
                  <a:lnTo>
                    <a:pt x="401680" y="249237"/>
                  </a:lnTo>
                  <a:lnTo>
                    <a:pt x="429055" y="221579"/>
                  </a:lnTo>
                  <a:lnTo>
                    <a:pt x="458310" y="195145"/>
                  </a:lnTo>
                  <a:lnTo>
                    <a:pt x="489395" y="170026"/>
                  </a:lnTo>
                  <a:lnTo>
                    <a:pt x="522254" y="146311"/>
                  </a:lnTo>
                  <a:lnTo>
                    <a:pt x="556829" y="124085"/>
                  </a:lnTo>
                  <a:lnTo>
                    <a:pt x="593059" y="103433"/>
                  </a:lnTo>
                  <a:lnTo>
                    <a:pt x="630876" y="84436"/>
                  </a:lnTo>
                  <a:lnTo>
                    <a:pt x="670213" y="67173"/>
                  </a:lnTo>
                  <a:lnTo>
                    <a:pt x="710997" y="51720"/>
                  </a:lnTo>
                  <a:lnTo>
                    <a:pt x="753151" y="38151"/>
                  </a:lnTo>
                  <a:lnTo>
                    <a:pt x="796597" y="26535"/>
                  </a:lnTo>
                  <a:lnTo>
                    <a:pt x="841254" y="16941"/>
                  </a:lnTo>
                  <a:lnTo>
                    <a:pt x="887035" y="9431"/>
                  </a:lnTo>
                  <a:lnTo>
                    <a:pt x="933853" y="4067"/>
                  </a:lnTo>
                  <a:lnTo>
                    <a:pt x="981618" y="905"/>
                  </a:lnTo>
                  <a:lnTo>
                    <a:pt x="1030236" y="0"/>
                  </a:lnTo>
                  <a:lnTo>
                    <a:pt x="1053618" y="32293"/>
                  </a:lnTo>
                  <a:lnTo>
                    <a:pt x="1075698" y="65251"/>
                  </a:lnTo>
                  <a:lnTo>
                    <a:pt x="1096460" y="98824"/>
                  </a:lnTo>
                  <a:lnTo>
                    <a:pt x="1115887" y="132958"/>
                  </a:lnTo>
                  <a:lnTo>
                    <a:pt x="1133967" y="167602"/>
                  </a:lnTo>
                  <a:lnTo>
                    <a:pt x="1150688" y="202703"/>
                  </a:lnTo>
                  <a:lnTo>
                    <a:pt x="1166041" y="238208"/>
                  </a:lnTo>
                  <a:lnTo>
                    <a:pt x="1180017" y="274065"/>
                  </a:lnTo>
                  <a:lnTo>
                    <a:pt x="1192612" y="310220"/>
                  </a:lnTo>
                  <a:lnTo>
                    <a:pt x="1203823" y="346622"/>
                  </a:lnTo>
                  <a:lnTo>
                    <a:pt x="1213647" y="383218"/>
                  </a:lnTo>
                  <a:lnTo>
                    <a:pt x="1222085" y="419955"/>
                  </a:lnTo>
                  <a:lnTo>
                    <a:pt x="1229141" y="456781"/>
                  </a:lnTo>
                  <a:lnTo>
                    <a:pt x="1234818" y="493645"/>
                  </a:lnTo>
                  <a:lnTo>
                    <a:pt x="1239122" y="530495"/>
                  </a:lnTo>
                  <a:lnTo>
                    <a:pt x="1242063" y="567281"/>
                  </a:lnTo>
                  <a:lnTo>
                    <a:pt x="1243649" y="603952"/>
                  </a:lnTo>
                  <a:lnTo>
                    <a:pt x="1243894" y="640460"/>
                  </a:lnTo>
                  <a:lnTo>
                    <a:pt x="1242811" y="676754"/>
                  </a:lnTo>
                  <a:lnTo>
                    <a:pt x="1240415" y="712788"/>
                  </a:lnTo>
                  <a:lnTo>
                    <a:pt x="1236724" y="748514"/>
                  </a:lnTo>
                  <a:lnTo>
                    <a:pt x="1231757" y="783885"/>
                  </a:lnTo>
                  <a:lnTo>
                    <a:pt x="1206381" y="821605"/>
                  </a:lnTo>
                  <a:lnTo>
                    <a:pt x="1179601" y="857333"/>
                  </a:lnTo>
                  <a:lnTo>
                    <a:pt x="1151533" y="891020"/>
                  </a:lnTo>
                  <a:lnTo>
                    <a:pt x="1122297" y="922621"/>
                  </a:lnTo>
                  <a:lnTo>
                    <a:pt x="1092013" y="952098"/>
                  </a:lnTo>
                  <a:lnTo>
                    <a:pt x="1060803" y="979418"/>
                  </a:lnTo>
                  <a:lnTo>
                    <a:pt x="1028788" y="1004555"/>
                  </a:lnTo>
                  <a:lnTo>
                    <a:pt x="996092" y="1027491"/>
                  </a:lnTo>
                  <a:lnTo>
                    <a:pt x="962838" y="1048211"/>
                  </a:lnTo>
                  <a:lnTo>
                    <a:pt x="929148" y="1066709"/>
                  </a:lnTo>
                  <a:lnTo>
                    <a:pt x="895146" y="1082983"/>
                  </a:lnTo>
                  <a:lnTo>
                    <a:pt x="860953" y="1097040"/>
                  </a:lnTo>
                  <a:lnTo>
                    <a:pt x="826691" y="1108891"/>
                  </a:lnTo>
                  <a:lnTo>
                    <a:pt x="792479" y="1118552"/>
                  </a:lnTo>
                  <a:lnTo>
                    <a:pt x="758435" y="1126049"/>
                  </a:lnTo>
                  <a:lnTo>
                    <a:pt x="724677" y="1131409"/>
                  </a:lnTo>
                  <a:lnTo>
                    <a:pt x="691318" y="1134669"/>
                  </a:lnTo>
                  <a:lnTo>
                    <a:pt x="658471" y="1135868"/>
                  </a:lnTo>
                  <a:lnTo>
                    <a:pt x="626244" y="1135054"/>
                  </a:lnTo>
                  <a:lnTo>
                    <a:pt x="594744" y="1132278"/>
                  </a:lnTo>
                  <a:lnTo>
                    <a:pt x="557677" y="1138884"/>
                  </a:lnTo>
                  <a:lnTo>
                    <a:pt x="521295" y="1142198"/>
                  </a:lnTo>
                  <a:lnTo>
                    <a:pt x="485866" y="1142344"/>
                  </a:lnTo>
                  <a:lnTo>
                    <a:pt x="451644" y="1139463"/>
                  </a:lnTo>
                  <a:lnTo>
                    <a:pt x="418868" y="1133716"/>
                  </a:lnTo>
                  <a:lnTo>
                    <a:pt x="387763" y="1125283"/>
                  </a:lnTo>
                  <a:lnTo>
                    <a:pt x="358533" y="1114361"/>
                  </a:lnTo>
                  <a:lnTo>
                    <a:pt x="331365" y="1101161"/>
                  </a:lnTo>
                  <a:lnTo>
                    <a:pt x="306427" y="1085907"/>
                  </a:lnTo>
                  <a:lnTo>
                    <a:pt x="283865" y="1068836"/>
                  </a:lnTo>
                  <a:lnTo>
                    <a:pt x="263806" y="1050194"/>
                  </a:lnTo>
                  <a:lnTo>
                    <a:pt x="246351" y="1030236"/>
                  </a:lnTo>
                  <a:lnTo>
                    <a:pt x="218768" y="1028687"/>
                  </a:lnTo>
                  <a:lnTo>
                    <a:pt x="191533" y="1024060"/>
                  </a:lnTo>
                  <a:lnTo>
                    <a:pt x="164986" y="1016412"/>
                  </a:lnTo>
                  <a:lnTo>
                    <a:pt x="139463" y="1005840"/>
                  </a:lnTo>
                  <a:lnTo>
                    <a:pt x="115284" y="992477"/>
                  </a:lnTo>
                  <a:lnTo>
                    <a:pt x="92753" y="976490"/>
                  </a:lnTo>
                  <a:lnTo>
                    <a:pt x="72154" y="958082"/>
                  </a:lnTo>
                  <a:lnTo>
                    <a:pt x="53746" y="937483"/>
                  </a:lnTo>
                  <a:lnTo>
                    <a:pt x="37759" y="914952"/>
                  </a:lnTo>
                  <a:lnTo>
                    <a:pt x="24396" y="890773"/>
                  </a:lnTo>
                  <a:lnTo>
                    <a:pt x="13824" y="865250"/>
                  </a:lnTo>
                  <a:lnTo>
                    <a:pt x="6176" y="838703"/>
                  </a:lnTo>
                  <a:lnTo>
                    <a:pt x="1549" y="811468"/>
                  </a:lnTo>
                  <a:lnTo>
                    <a:pt x="0" y="783885"/>
                  </a:lnTo>
                  <a:lnTo>
                    <a:pt x="25318" y="766489"/>
                  </a:lnTo>
                  <a:lnTo>
                    <a:pt x="51696" y="753055"/>
                  </a:lnTo>
                  <a:lnTo>
                    <a:pt x="78670" y="743628"/>
                  </a:lnTo>
                  <a:lnTo>
                    <a:pt x="105774" y="738209"/>
                  </a:lnTo>
                  <a:lnTo>
                    <a:pt x="132551" y="736748"/>
                  </a:lnTo>
                  <a:lnTo>
                    <a:pt x="158551" y="739148"/>
                  </a:lnTo>
                  <a:lnTo>
                    <a:pt x="183336" y="745269"/>
                  </a:lnTo>
                  <a:lnTo>
                    <a:pt x="206490" y="754925"/>
                  </a:lnTo>
                  <a:lnTo>
                    <a:pt x="227618" y="767886"/>
                  </a:lnTo>
                  <a:lnTo>
                    <a:pt x="246351" y="783885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11531" y="4979524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595416" y="444199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796936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159924" y="557426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811531" y="5472227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637334" y="5400072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565179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811531" y="522587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843132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843132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843132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843132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843132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1059247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34551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059247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1711093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2490871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2982204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2481773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701994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709069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47390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718168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16833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67364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3326634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326634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654633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4316720" y="3572944"/>
              <a:ext cx="156691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Columbiformes (n=15)</a:t>
              </a:r>
            </a:p>
          </p:txBody>
        </p:sp>
        <p:sp>
          <p:nvSpPr>
            <p:cNvPr id="229" name="rc229"/>
            <p:cNvSpPr/>
            <p:nvPr/>
          </p:nvSpPr>
          <p:spPr>
            <a:xfrm>
              <a:off x="3714451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100177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100177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100177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5100177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5100177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218306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853023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218306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545957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991736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853180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898974" y="4473591"/>
              <a:ext cx="985089" cy="979856"/>
            </a:xfrm>
            <a:custGeom>
              <a:avLst/>
              <a:pathLst>
                <a:path w="985089" h="979856">
                  <a:moveTo>
                    <a:pt x="201203" y="783885"/>
                  </a:moveTo>
                  <a:lnTo>
                    <a:pt x="202053" y="749252"/>
                  </a:lnTo>
                  <a:lnTo>
                    <a:pt x="204603" y="714682"/>
                  </a:lnTo>
                  <a:lnTo>
                    <a:pt x="208849" y="680237"/>
                  </a:lnTo>
                  <a:lnTo>
                    <a:pt x="214786" y="645980"/>
                  </a:lnTo>
                  <a:lnTo>
                    <a:pt x="222407" y="611972"/>
                  </a:lnTo>
                  <a:lnTo>
                    <a:pt x="231702" y="578276"/>
                  </a:lnTo>
                  <a:lnTo>
                    <a:pt x="242662" y="544953"/>
                  </a:lnTo>
                  <a:lnTo>
                    <a:pt x="255272" y="512065"/>
                  </a:lnTo>
                  <a:lnTo>
                    <a:pt x="269516" y="479672"/>
                  </a:lnTo>
                  <a:lnTo>
                    <a:pt x="285379" y="447835"/>
                  </a:lnTo>
                  <a:lnTo>
                    <a:pt x="302841" y="416614"/>
                  </a:lnTo>
                  <a:lnTo>
                    <a:pt x="321880" y="386068"/>
                  </a:lnTo>
                  <a:lnTo>
                    <a:pt x="342473" y="356254"/>
                  </a:lnTo>
                  <a:lnTo>
                    <a:pt x="364596" y="327232"/>
                  </a:lnTo>
                  <a:lnTo>
                    <a:pt x="388222" y="299058"/>
                  </a:lnTo>
                  <a:lnTo>
                    <a:pt x="413321" y="271787"/>
                  </a:lnTo>
                  <a:lnTo>
                    <a:pt x="439864" y="245476"/>
                  </a:lnTo>
                  <a:lnTo>
                    <a:pt x="467817" y="220178"/>
                  </a:lnTo>
                  <a:lnTo>
                    <a:pt x="497147" y="195947"/>
                  </a:lnTo>
                  <a:lnTo>
                    <a:pt x="527817" y="172834"/>
                  </a:lnTo>
                  <a:lnTo>
                    <a:pt x="559790" y="150891"/>
                  </a:lnTo>
                  <a:lnTo>
                    <a:pt x="593026" y="130167"/>
                  </a:lnTo>
                  <a:lnTo>
                    <a:pt x="627486" y="110712"/>
                  </a:lnTo>
                  <a:lnTo>
                    <a:pt x="663124" y="92571"/>
                  </a:lnTo>
                  <a:lnTo>
                    <a:pt x="699899" y="75792"/>
                  </a:lnTo>
                  <a:lnTo>
                    <a:pt x="737763" y="60418"/>
                  </a:lnTo>
                  <a:lnTo>
                    <a:pt x="776670" y="46493"/>
                  </a:lnTo>
                  <a:lnTo>
                    <a:pt x="816570" y="34058"/>
                  </a:lnTo>
                  <a:lnTo>
                    <a:pt x="857415" y="23154"/>
                  </a:lnTo>
                  <a:lnTo>
                    <a:pt x="899151" y="13818"/>
                  </a:lnTo>
                  <a:lnTo>
                    <a:pt x="941727" y="6088"/>
                  </a:lnTo>
                  <a:lnTo>
                    <a:pt x="985089" y="0"/>
                  </a:lnTo>
                  <a:lnTo>
                    <a:pt x="985032" y="49749"/>
                  </a:lnTo>
                  <a:lnTo>
                    <a:pt x="982587" y="98630"/>
                  </a:lnTo>
                  <a:lnTo>
                    <a:pt x="977810" y="146541"/>
                  </a:lnTo>
                  <a:lnTo>
                    <a:pt x="970763" y="193381"/>
                  </a:lnTo>
                  <a:lnTo>
                    <a:pt x="961512" y="239055"/>
                  </a:lnTo>
                  <a:lnTo>
                    <a:pt x="950127" y="283470"/>
                  </a:lnTo>
                  <a:lnTo>
                    <a:pt x="936680" y="326536"/>
                  </a:lnTo>
                  <a:lnTo>
                    <a:pt x="921248" y="368167"/>
                  </a:lnTo>
                  <a:lnTo>
                    <a:pt x="903912" y="408279"/>
                  </a:lnTo>
                  <a:lnTo>
                    <a:pt x="884755" y="446795"/>
                  </a:lnTo>
                  <a:lnTo>
                    <a:pt x="863863" y="483638"/>
                  </a:lnTo>
                  <a:lnTo>
                    <a:pt x="841326" y="518738"/>
                  </a:lnTo>
                  <a:lnTo>
                    <a:pt x="817235" y="552027"/>
                  </a:lnTo>
                  <a:lnTo>
                    <a:pt x="791687" y="583443"/>
                  </a:lnTo>
                  <a:lnTo>
                    <a:pt x="764778" y="612926"/>
                  </a:lnTo>
                  <a:lnTo>
                    <a:pt x="736607" y="640424"/>
                  </a:lnTo>
                  <a:lnTo>
                    <a:pt x="707276" y="665885"/>
                  </a:lnTo>
                  <a:lnTo>
                    <a:pt x="676888" y="689265"/>
                  </a:lnTo>
                  <a:lnTo>
                    <a:pt x="645549" y="710523"/>
                  </a:lnTo>
                  <a:lnTo>
                    <a:pt x="613365" y="729623"/>
                  </a:lnTo>
                  <a:lnTo>
                    <a:pt x="580443" y="746533"/>
                  </a:lnTo>
                  <a:lnTo>
                    <a:pt x="546893" y="761227"/>
                  </a:lnTo>
                  <a:lnTo>
                    <a:pt x="512825" y="773683"/>
                  </a:lnTo>
                  <a:lnTo>
                    <a:pt x="478349" y="783885"/>
                  </a:lnTo>
                  <a:lnTo>
                    <a:pt x="456934" y="812699"/>
                  </a:lnTo>
                  <a:lnTo>
                    <a:pt x="432800" y="836745"/>
                  </a:lnTo>
                  <a:lnTo>
                    <a:pt x="406741" y="855806"/>
                  </a:lnTo>
                  <a:lnTo>
                    <a:pt x="379560" y="869777"/>
                  </a:lnTo>
                  <a:lnTo>
                    <a:pt x="352060" y="878674"/>
                  </a:lnTo>
                  <a:lnTo>
                    <a:pt x="325021" y="882626"/>
                  </a:lnTo>
                  <a:lnTo>
                    <a:pt x="299189" y="881871"/>
                  </a:lnTo>
                  <a:lnTo>
                    <a:pt x="271501" y="875499"/>
                  </a:lnTo>
                  <a:lnTo>
                    <a:pt x="247394" y="863890"/>
                  </a:lnTo>
                  <a:lnTo>
                    <a:pt x="227718" y="847897"/>
                  </a:lnTo>
                  <a:lnTo>
                    <a:pt x="213158" y="828502"/>
                  </a:lnTo>
                  <a:lnTo>
                    <a:pt x="204218" y="806783"/>
                  </a:lnTo>
                  <a:lnTo>
                    <a:pt x="201203" y="783885"/>
                  </a:lnTo>
                  <a:lnTo>
                    <a:pt x="199406" y="809016"/>
                  </a:lnTo>
                  <a:lnTo>
                    <a:pt x="194032" y="833762"/>
                  </a:lnTo>
                  <a:lnTo>
                    <a:pt x="185136" y="857743"/>
                  </a:lnTo>
                  <a:lnTo>
                    <a:pt x="172810" y="880583"/>
                  </a:lnTo>
                  <a:lnTo>
                    <a:pt x="157179" y="901917"/>
                  </a:lnTo>
                  <a:lnTo>
                    <a:pt x="138405" y="921394"/>
                  </a:lnTo>
                  <a:lnTo>
                    <a:pt x="116680" y="938677"/>
                  </a:lnTo>
                  <a:lnTo>
                    <a:pt x="92232" y="953448"/>
                  </a:lnTo>
                  <a:lnTo>
                    <a:pt x="65314" y="965412"/>
                  </a:lnTo>
                  <a:lnTo>
                    <a:pt x="36211" y="974296"/>
                  </a:lnTo>
                  <a:lnTo>
                    <a:pt x="5232" y="979856"/>
                  </a:lnTo>
                  <a:lnTo>
                    <a:pt x="0" y="944340"/>
                  </a:lnTo>
                  <a:lnTo>
                    <a:pt x="61" y="910271"/>
                  </a:lnTo>
                  <a:lnTo>
                    <a:pt x="5011" y="878366"/>
                  </a:lnTo>
                  <a:lnTo>
                    <a:pt x="14351" y="849267"/>
                  </a:lnTo>
                  <a:lnTo>
                    <a:pt x="27505" y="823530"/>
                  </a:lnTo>
                  <a:lnTo>
                    <a:pt x="43830" y="801617"/>
                  </a:lnTo>
                  <a:lnTo>
                    <a:pt x="62631" y="783885"/>
                  </a:lnTo>
                  <a:lnTo>
                    <a:pt x="65293" y="756851"/>
                  </a:lnTo>
                  <a:lnTo>
                    <a:pt x="73179" y="730855"/>
                  </a:lnTo>
                  <a:lnTo>
                    <a:pt x="85984" y="706898"/>
                  </a:lnTo>
                  <a:lnTo>
                    <a:pt x="103218" y="685899"/>
                  </a:lnTo>
                  <a:lnTo>
                    <a:pt x="85116" y="723454"/>
                  </a:lnTo>
                  <a:lnTo>
                    <a:pt x="79899" y="762496"/>
                  </a:lnTo>
                  <a:lnTo>
                    <a:pt x="86714" y="798958"/>
                  </a:lnTo>
                  <a:lnTo>
                    <a:pt x="103523" y="829434"/>
                  </a:lnTo>
                  <a:lnTo>
                    <a:pt x="127416" y="851498"/>
                  </a:lnTo>
                  <a:lnTo>
                    <a:pt x="155012" y="863890"/>
                  </a:lnTo>
                  <a:lnTo>
                    <a:pt x="182874" y="866561"/>
                  </a:lnTo>
                  <a:lnTo>
                    <a:pt x="207913" y="860577"/>
                  </a:lnTo>
                  <a:lnTo>
                    <a:pt x="227718" y="847897"/>
                  </a:lnTo>
                  <a:lnTo>
                    <a:pt x="240791" y="831064"/>
                  </a:lnTo>
                  <a:lnTo>
                    <a:pt x="246653" y="812840"/>
                  </a:lnTo>
                  <a:lnTo>
                    <a:pt x="245820" y="795840"/>
                  </a:lnTo>
                  <a:lnTo>
                    <a:pt x="239659" y="782206"/>
                  </a:lnTo>
                  <a:lnTo>
                    <a:pt x="230140" y="773353"/>
                  </a:lnTo>
                  <a:lnTo>
                    <a:pt x="219526" y="769825"/>
                  </a:lnTo>
                  <a:lnTo>
                    <a:pt x="210035" y="771272"/>
                  </a:lnTo>
                  <a:lnTo>
                    <a:pt x="203518" y="776543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898974" y="4473591"/>
              <a:ext cx="985089" cy="979856"/>
            </a:xfrm>
            <a:custGeom>
              <a:avLst/>
              <a:pathLst>
                <a:path w="985089" h="979856">
                  <a:moveTo>
                    <a:pt x="201203" y="783885"/>
                  </a:moveTo>
                  <a:lnTo>
                    <a:pt x="202053" y="749252"/>
                  </a:lnTo>
                  <a:lnTo>
                    <a:pt x="204603" y="714682"/>
                  </a:lnTo>
                  <a:lnTo>
                    <a:pt x="208849" y="680237"/>
                  </a:lnTo>
                  <a:lnTo>
                    <a:pt x="214786" y="645980"/>
                  </a:lnTo>
                  <a:lnTo>
                    <a:pt x="222407" y="611972"/>
                  </a:lnTo>
                  <a:lnTo>
                    <a:pt x="231702" y="578276"/>
                  </a:lnTo>
                  <a:lnTo>
                    <a:pt x="242662" y="544953"/>
                  </a:lnTo>
                  <a:lnTo>
                    <a:pt x="255272" y="512065"/>
                  </a:lnTo>
                  <a:lnTo>
                    <a:pt x="269516" y="479672"/>
                  </a:lnTo>
                  <a:lnTo>
                    <a:pt x="285379" y="447835"/>
                  </a:lnTo>
                  <a:lnTo>
                    <a:pt x="302841" y="416614"/>
                  </a:lnTo>
                  <a:lnTo>
                    <a:pt x="321880" y="386068"/>
                  </a:lnTo>
                  <a:lnTo>
                    <a:pt x="342473" y="356254"/>
                  </a:lnTo>
                  <a:lnTo>
                    <a:pt x="364596" y="327232"/>
                  </a:lnTo>
                  <a:lnTo>
                    <a:pt x="388222" y="299058"/>
                  </a:lnTo>
                  <a:lnTo>
                    <a:pt x="413321" y="271787"/>
                  </a:lnTo>
                  <a:lnTo>
                    <a:pt x="439864" y="245476"/>
                  </a:lnTo>
                  <a:lnTo>
                    <a:pt x="467817" y="220178"/>
                  </a:lnTo>
                  <a:lnTo>
                    <a:pt x="497147" y="195947"/>
                  </a:lnTo>
                  <a:lnTo>
                    <a:pt x="527817" y="172834"/>
                  </a:lnTo>
                  <a:lnTo>
                    <a:pt x="559790" y="150891"/>
                  </a:lnTo>
                  <a:lnTo>
                    <a:pt x="593026" y="130167"/>
                  </a:lnTo>
                  <a:lnTo>
                    <a:pt x="627486" y="110712"/>
                  </a:lnTo>
                  <a:lnTo>
                    <a:pt x="663124" y="92571"/>
                  </a:lnTo>
                  <a:lnTo>
                    <a:pt x="699899" y="75792"/>
                  </a:lnTo>
                  <a:lnTo>
                    <a:pt x="737763" y="60418"/>
                  </a:lnTo>
                  <a:lnTo>
                    <a:pt x="776670" y="46493"/>
                  </a:lnTo>
                  <a:lnTo>
                    <a:pt x="816570" y="34058"/>
                  </a:lnTo>
                  <a:lnTo>
                    <a:pt x="857415" y="23154"/>
                  </a:lnTo>
                  <a:lnTo>
                    <a:pt x="899151" y="13818"/>
                  </a:lnTo>
                  <a:lnTo>
                    <a:pt x="941727" y="6088"/>
                  </a:lnTo>
                  <a:lnTo>
                    <a:pt x="985089" y="0"/>
                  </a:lnTo>
                  <a:lnTo>
                    <a:pt x="985032" y="49749"/>
                  </a:lnTo>
                  <a:lnTo>
                    <a:pt x="982587" y="98630"/>
                  </a:lnTo>
                  <a:lnTo>
                    <a:pt x="977810" y="146541"/>
                  </a:lnTo>
                  <a:lnTo>
                    <a:pt x="970763" y="193381"/>
                  </a:lnTo>
                  <a:lnTo>
                    <a:pt x="961512" y="239055"/>
                  </a:lnTo>
                  <a:lnTo>
                    <a:pt x="950127" y="283470"/>
                  </a:lnTo>
                  <a:lnTo>
                    <a:pt x="936680" y="326536"/>
                  </a:lnTo>
                  <a:lnTo>
                    <a:pt x="921248" y="368167"/>
                  </a:lnTo>
                  <a:lnTo>
                    <a:pt x="903912" y="408279"/>
                  </a:lnTo>
                  <a:lnTo>
                    <a:pt x="884755" y="446795"/>
                  </a:lnTo>
                  <a:lnTo>
                    <a:pt x="863863" y="483638"/>
                  </a:lnTo>
                  <a:lnTo>
                    <a:pt x="841326" y="518738"/>
                  </a:lnTo>
                  <a:lnTo>
                    <a:pt x="817235" y="552027"/>
                  </a:lnTo>
                  <a:lnTo>
                    <a:pt x="791687" y="583443"/>
                  </a:lnTo>
                  <a:lnTo>
                    <a:pt x="764778" y="612926"/>
                  </a:lnTo>
                  <a:lnTo>
                    <a:pt x="736607" y="640424"/>
                  </a:lnTo>
                  <a:lnTo>
                    <a:pt x="707276" y="665885"/>
                  </a:lnTo>
                  <a:lnTo>
                    <a:pt x="676888" y="689265"/>
                  </a:lnTo>
                  <a:lnTo>
                    <a:pt x="645549" y="710523"/>
                  </a:lnTo>
                  <a:lnTo>
                    <a:pt x="613365" y="729623"/>
                  </a:lnTo>
                  <a:lnTo>
                    <a:pt x="580443" y="746533"/>
                  </a:lnTo>
                  <a:lnTo>
                    <a:pt x="546893" y="761227"/>
                  </a:lnTo>
                  <a:lnTo>
                    <a:pt x="512825" y="773683"/>
                  </a:lnTo>
                  <a:lnTo>
                    <a:pt x="478349" y="783885"/>
                  </a:lnTo>
                  <a:lnTo>
                    <a:pt x="456934" y="812699"/>
                  </a:lnTo>
                  <a:lnTo>
                    <a:pt x="432800" y="836745"/>
                  </a:lnTo>
                  <a:lnTo>
                    <a:pt x="406741" y="855806"/>
                  </a:lnTo>
                  <a:lnTo>
                    <a:pt x="379560" y="869777"/>
                  </a:lnTo>
                  <a:lnTo>
                    <a:pt x="352060" y="878674"/>
                  </a:lnTo>
                  <a:lnTo>
                    <a:pt x="325021" y="882626"/>
                  </a:lnTo>
                  <a:lnTo>
                    <a:pt x="299189" y="881871"/>
                  </a:lnTo>
                  <a:lnTo>
                    <a:pt x="271501" y="875499"/>
                  </a:lnTo>
                  <a:lnTo>
                    <a:pt x="247394" y="863890"/>
                  </a:lnTo>
                  <a:lnTo>
                    <a:pt x="227718" y="847897"/>
                  </a:lnTo>
                  <a:lnTo>
                    <a:pt x="213158" y="828502"/>
                  </a:lnTo>
                  <a:lnTo>
                    <a:pt x="204218" y="806783"/>
                  </a:lnTo>
                  <a:lnTo>
                    <a:pt x="201203" y="783885"/>
                  </a:lnTo>
                  <a:lnTo>
                    <a:pt x="199406" y="809016"/>
                  </a:lnTo>
                  <a:lnTo>
                    <a:pt x="194032" y="833762"/>
                  </a:lnTo>
                  <a:lnTo>
                    <a:pt x="185136" y="857743"/>
                  </a:lnTo>
                  <a:lnTo>
                    <a:pt x="172810" y="880583"/>
                  </a:lnTo>
                  <a:lnTo>
                    <a:pt x="157179" y="901917"/>
                  </a:lnTo>
                  <a:lnTo>
                    <a:pt x="138405" y="921394"/>
                  </a:lnTo>
                  <a:lnTo>
                    <a:pt x="116680" y="938677"/>
                  </a:lnTo>
                  <a:lnTo>
                    <a:pt x="92232" y="953448"/>
                  </a:lnTo>
                  <a:lnTo>
                    <a:pt x="65314" y="965412"/>
                  </a:lnTo>
                  <a:lnTo>
                    <a:pt x="36211" y="974296"/>
                  </a:lnTo>
                  <a:lnTo>
                    <a:pt x="5232" y="979856"/>
                  </a:lnTo>
                  <a:lnTo>
                    <a:pt x="0" y="944340"/>
                  </a:lnTo>
                  <a:lnTo>
                    <a:pt x="61" y="910271"/>
                  </a:lnTo>
                  <a:lnTo>
                    <a:pt x="5011" y="878366"/>
                  </a:lnTo>
                  <a:lnTo>
                    <a:pt x="14351" y="849267"/>
                  </a:lnTo>
                  <a:lnTo>
                    <a:pt x="27505" y="823530"/>
                  </a:lnTo>
                  <a:lnTo>
                    <a:pt x="43830" y="801617"/>
                  </a:lnTo>
                  <a:lnTo>
                    <a:pt x="62631" y="783885"/>
                  </a:lnTo>
                  <a:lnTo>
                    <a:pt x="65293" y="756851"/>
                  </a:lnTo>
                  <a:lnTo>
                    <a:pt x="73179" y="730855"/>
                  </a:lnTo>
                  <a:lnTo>
                    <a:pt x="85984" y="706898"/>
                  </a:lnTo>
                  <a:lnTo>
                    <a:pt x="103218" y="685899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068576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852462" y="444199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345722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166562" y="5323861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5068576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4872605" y="5421847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930004" y="522587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970591" y="512788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5100177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5100177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5100177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5100177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100177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4316292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991596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4316292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4968138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5747916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239249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5738818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4959040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3966115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3730951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3975213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3473878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3424409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69" name="rc269"/>
            <p:cNvSpPr/>
            <p:nvPr/>
          </p:nvSpPr>
          <p:spPr>
            <a:xfrm>
              <a:off x="6583680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6583680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6911679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tx272"/>
            <p:cNvSpPr/>
            <p:nvPr/>
          </p:nvSpPr>
          <p:spPr>
            <a:xfrm>
              <a:off x="7717692" y="3572944"/>
              <a:ext cx="1279062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 (n=15)</a:t>
              </a:r>
            </a:p>
          </p:txBody>
        </p:sp>
        <p:sp>
          <p:nvSpPr>
            <p:cNvPr id="273" name="rc273"/>
            <p:cNvSpPr/>
            <p:nvPr/>
          </p:nvSpPr>
          <p:spPr>
            <a:xfrm>
              <a:off x="6971496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8357223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8357223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8357223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8357223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8357223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475352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110069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475352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03002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248781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110226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7573338" y="4943922"/>
              <a:ext cx="1449034" cy="1106117"/>
            </a:xfrm>
            <a:custGeom>
              <a:avLst/>
              <a:pathLst>
                <a:path w="1449034" h="1106117">
                  <a:moveTo>
                    <a:pt x="783885" y="313554"/>
                  </a:moveTo>
                  <a:lnTo>
                    <a:pt x="785245" y="285873"/>
                  </a:lnTo>
                  <a:lnTo>
                    <a:pt x="789318" y="258392"/>
                  </a:lnTo>
                  <a:lnTo>
                    <a:pt x="796085" y="231310"/>
                  </a:lnTo>
                  <a:lnTo>
                    <a:pt x="805512" y="204826"/>
                  </a:lnTo>
                  <a:lnTo>
                    <a:pt x="817555" y="179134"/>
                  </a:lnTo>
                  <a:lnTo>
                    <a:pt x="832156" y="154427"/>
                  </a:lnTo>
                  <a:lnTo>
                    <a:pt x="849242" y="130892"/>
                  </a:lnTo>
                  <a:lnTo>
                    <a:pt x="868732" y="108715"/>
                  </a:lnTo>
                  <a:lnTo>
                    <a:pt x="890530" y="88071"/>
                  </a:lnTo>
                  <a:lnTo>
                    <a:pt x="914530" y="69133"/>
                  </a:lnTo>
                  <a:lnTo>
                    <a:pt x="940614" y="52067"/>
                  </a:lnTo>
                  <a:lnTo>
                    <a:pt x="968653" y="37028"/>
                  </a:lnTo>
                  <a:lnTo>
                    <a:pt x="998509" y="24167"/>
                  </a:lnTo>
                  <a:lnTo>
                    <a:pt x="1030032" y="13623"/>
                  </a:lnTo>
                  <a:lnTo>
                    <a:pt x="1063064" y="5527"/>
                  </a:lnTo>
                  <a:lnTo>
                    <a:pt x="1097439" y="0"/>
                  </a:lnTo>
                  <a:lnTo>
                    <a:pt x="1126336" y="7521"/>
                  </a:lnTo>
                  <a:lnTo>
                    <a:pt x="1155338" y="17330"/>
                  </a:lnTo>
                  <a:lnTo>
                    <a:pt x="1184279" y="29459"/>
                  </a:lnTo>
                  <a:lnTo>
                    <a:pt x="1212988" y="43930"/>
                  </a:lnTo>
                  <a:lnTo>
                    <a:pt x="1241291" y="60754"/>
                  </a:lnTo>
                  <a:lnTo>
                    <a:pt x="1269015" y="79927"/>
                  </a:lnTo>
                  <a:lnTo>
                    <a:pt x="1295983" y="101436"/>
                  </a:lnTo>
                  <a:lnTo>
                    <a:pt x="1322019" y="125252"/>
                  </a:lnTo>
                  <a:lnTo>
                    <a:pt x="1346948" y="151338"/>
                  </a:lnTo>
                  <a:lnTo>
                    <a:pt x="1370598" y="179640"/>
                  </a:lnTo>
                  <a:lnTo>
                    <a:pt x="1392797" y="210095"/>
                  </a:lnTo>
                  <a:lnTo>
                    <a:pt x="1413377" y="242627"/>
                  </a:lnTo>
                  <a:lnTo>
                    <a:pt x="1432175" y="277146"/>
                  </a:lnTo>
                  <a:lnTo>
                    <a:pt x="1449034" y="313554"/>
                  </a:lnTo>
                  <a:lnTo>
                    <a:pt x="1448122" y="348365"/>
                  </a:lnTo>
                  <a:lnTo>
                    <a:pt x="1445390" y="383081"/>
                  </a:lnTo>
                  <a:lnTo>
                    <a:pt x="1440845" y="417606"/>
                  </a:lnTo>
                  <a:lnTo>
                    <a:pt x="1434499" y="451846"/>
                  </a:lnTo>
                  <a:lnTo>
                    <a:pt x="1426369" y="485707"/>
                  </a:lnTo>
                  <a:lnTo>
                    <a:pt x="1416479" y="519096"/>
                  </a:lnTo>
                  <a:lnTo>
                    <a:pt x="1404855" y="551922"/>
                  </a:lnTo>
                  <a:lnTo>
                    <a:pt x="1391529" y="584094"/>
                  </a:lnTo>
                  <a:lnTo>
                    <a:pt x="1376537" y="615525"/>
                  </a:lnTo>
                  <a:lnTo>
                    <a:pt x="1359921" y="646128"/>
                  </a:lnTo>
                  <a:lnTo>
                    <a:pt x="1341726" y="675820"/>
                  </a:lnTo>
                  <a:lnTo>
                    <a:pt x="1322002" y="704518"/>
                  </a:lnTo>
                  <a:lnTo>
                    <a:pt x="1300803" y="732145"/>
                  </a:lnTo>
                  <a:lnTo>
                    <a:pt x="1278187" y="758625"/>
                  </a:lnTo>
                  <a:lnTo>
                    <a:pt x="1254216" y="783885"/>
                  </a:lnTo>
                  <a:lnTo>
                    <a:pt x="1216552" y="797708"/>
                  </a:lnTo>
                  <a:lnTo>
                    <a:pt x="1178850" y="808824"/>
                  </a:lnTo>
                  <a:lnTo>
                    <a:pt x="1141294" y="817275"/>
                  </a:lnTo>
                  <a:lnTo>
                    <a:pt x="1104063" y="823113"/>
                  </a:lnTo>
                  <a:lnTo>
                    <a:pt x="1067327" y="826403"/>
                  </a:lnTo>
                  <a:lnTo>
                    <a:pt x="1031254" y="827221"/>
                  </a:lnTo>
                  <a:lnTo>
                    <a:pt x="996003" y="825651"/>
                  </a:lnTo>
                  <a:lnTo>
                    <a:pt x="961725" y="821791"/>
                  </a:lnTo>
                  <a:lnTo>
                    <a:pt x="928564" y="815745"/>
                  </a:lnTo>
                  <a:lnTo>
                    <a:pt x="896654" y="807628"/>
                  </a:lnTo>
                  <a:lnTo>
                    <a:pt x="866121" y="797560"/>
                  </a:lnTo>
                  <a:lnTo>
                    <a:pt x="837080" y="785673"/>
                  </a:lnTo>
                  <a:lnTo>
                    <a:pt x="809636" y="772101"/>
                  </a:lnTo>
                  <a:lnTo>
                    <a:pt x="783885" y="756986"/>
                  </a:lnTo>
                  <a:lnTo>
                    <a:pt x="766979" y="786918"/>
                  </a:lnTo>
                  <a:lnTo>
                    <a:pt x="747937" y="816170"/>
                  </a:lnTo>
                  <a:lnTo>
                    <a:pt x="726789" y="844628"/>
                  </a:lnTo>
                  <a:lnTo>
                    <a:pt x="703567" y="872178"/>
                  </a:lnTo>
                  <a:lnTo>
                    <a:pt x="678311" y="898709"/>
                  </a:lnTo>
                  <a:lnTo>
                    <a:pt x="651066" y="924111"/>
                  </a:lnTo>
                  <a:lnTo>
                    <a:pt x="621882" y="948276"/>
                  </a:lnTo>
                  <a:lnTo>
                    <a:pt x="590812" y="971099"/>
                  </a:lnTo>
                  <a:lnTo>
                    <a:pt x="557918" y="992476"/>
                  </a:lnTo>
                  <a:lnTo>
                    <a:pt x="523264" y="1012305"/>
                  </a:lnTo>
                  <a:lnTo>
                    <a:pt x="486920" y="1030491"/>
                  </a:lnTo>
                  <a:lnTo>
                    <a:pt x="448960" y="1046936"/>
                  </a:lnTo>
                  <a:lnTo>
                    <a:pt x="409464" y="1061551"/>
                  </a:lnTo>
                  <a:lnTo>
                    <a:pt x="368515" y="1074246"/>
                  </a:lnTo>
                  <a:lnTo>
                    <a:pt x="326202" y="1084938"/>
                  </a:lnTo>
                  <a:lnTo>
                    <a:pt x="282615" y="1093545"/>
                  </a:lnTo>
                  <a:lnTo>
                    <a:pt x="237852" y="1099991"/>
                  </a:lnTo>
                  <a:lnTo>
                    <a:pt x="192011" y="1104204"/>
                  </a:lnTo>
                  <a:lnTo>
                    <a:pt x="145197" y="1106117"/>
                  </a:lnTo>
                  <a:lnTo>
                    <a:pt x="97517" y="1105665"/>
                  </a:lnTo>
                  <a:lnTo>
                    <a:pt x="49080" y="1102790"/>
                  </a:lnTo>
                  <a:lnTo>
                    <a:pt x="0" y="1097439"/>
                  </a:lnTo>
                  <a:lnTo>
                    <a:pt x="6088" y="1054078"/>
                  </a:lnTo>
                  <a:lnTo>
                    <a:pt x="13818" y="1011502"/>
                  </a:lnTo>
                  <a:lnTo>
                    <a:pt x="23154" y="969765"/>
                  </a:lnTo>
                  <a:lnTo>
                    <a:pt x="34058" y="928921"/>
                  </a:lnTo>
                  <a:lnTo>
                    <a:pt x="46493" y="889020"/>
                  </a:lnTo>
                  <a:lnTo>
                    <a:pt x="60418" y="850113"/>
                  </a:lnTo>
                  <a:lnTo>
                    <a:pt x="75792" y="812249"/>
                  </a:lnTo>
                  <a:lnTo>
                    <a:pt x="92571" y="775475"/>
                  </a:lnTo>
                  <a:lnTo>
                    <a:pt x="110712" y="739836"/>
                  </a:lnTo>
                  <a:lnTo>
                    <a:pt x="130167" y="705377"/>
                  </a:lnTo>
                  <a:lnTo>
                    <a:pt x="150891" y="672140"/>
                  </a:lnTo>
                  <a:lnTo>
                    <a:pt x="172834" y="640167"/>
                  </a:lnTo>
                  <a:lnTo>
                    <a:pt x="195947" y="609497"/>
                  </a:lnTo>
                  <a:lnTo>
                    <a:pt x="220178" y="580167"/>
                  </a:lnTo>
                  <a:lnTo>
                    <a:pt x="245476" y="552214"/>
                  </a:lnTo>
                  <a:lnTo>
                    <a:pt x="271787" y="525672"/>
                  </a:lnTo>
                  <a:lnTo>
                    <a:pt x="299058" y="500572"/>
                  </a:lnTo>
                  <a:lnTo>
                    <a:pt x="327232" y="476947"/>
                  </a:lnTo>
                  <a:lnTo>
                    <a:pt x="356254" y="454824"/>
                  </a:lnTo>
                  <a:lnTo>
                    <a:pt x="386068" y="434230"/>
                  </a:lnTo>
                  <a:lnTo>
                    <a:pt x="416614" y="415191"/>
                  </a:lnTo>
                  <a:lnTo>
                    <a:pt x="447835" y="397730"/>
                  </a:lnTo>
                  <a:lnTo>
                    <a:pt x="479672" y="381867"/>
                  </a:lnTo>
                  <a:lnTo>
                    <a:pt x="512065" y="367622"/>
                  </a:lnTo>
                  <a:lnTo>
                    <a:pt x="544953" y="355012"/>
                  </a:lnTo>
                  <a:lnTo>
                    <a:pt x="578276" y="344053"/>
                  </a:lnTo>
                  <a:lnTo>
                    <a:pt x="611972" y="334757"/>
                  </a:lnTo>
                  <a:lnTo>
                    <a:pt x="645980" y="327136"/>
                  </a:lnTo>
                  <a:lnTo>
                    <a:pt x="680237" y="321199"/>
                  </a:lnTo>
                  <a:lnTo>
                    <a:pt x="714682" y="316953"/>
                  </a:lnTo>
                  <a:lnTo>
                    <a:pt x="749252" y="314404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573338" y="4943922"/>
              <a:ext cx="1449034" cy="1106117"/>
            </a:xfrm>
            <a:custGeom>
              <a:avLst/>
              <a:pathLst>
                <a:path w="1449034" h="1106117">
                  <a:moveTo>
                    <a:pt x="783885" y="313554"/>
                  </a:moveTo>
                  <a:lnTo>
                    <a:pt x="785245" y="285873"/>
                  </a:lnTo>
                  <a:lnTo>
                    <a:pt x="789318" y="258392"/>
                  </a:lnTo>
                  <a:lnTo>
                    <a:pt x="796085" y="231310"/>
                  </a:lnTo>
                  <a:lnTo>
                    <a:pt x="805512" y="204826"/>
                  </a:lnTo>
                  <a:lnTo>
                    <a:pt x="817555" y="179134"/>
                  </a:lnTo>
                  <a:lnTo>
                    <a:pt x="832156" y="154427"/>
                  </a:lnTo>
                  <a:lnTo>
                    <a:pt x="849242" y="130892"/>
                  </a:lnTo>
                  <a:lnTo>
                    <a:pt x="868732" y="108715"/>
                  </a:lnTo>
                  <a:lnTo>
                    <a:pt x="890530" y="88071"/>
                  </a:lnTo>
                  <a:lnTo>
                    <a:pt x="914530" y="69133"/>
                  </a:lnTo>
                  <a:lnTo>
                    <a:pt x="940614" y="52067"/>
                  </a:lnTo>
                  <a:lnTo>
                    <a:pt x="968653" y="37028"/>
                  </a:lnTo>
                  <a:lnTo>
                    <a:pt x="998509" y="24167"/>
                  </a:lnTo>
                  <a:lnTo>
                    <a:pt x="1030032" y="13623"/>
                  </a:lnTo>
                  <a:lnTo>
                    <a:pt x="1063064" y="5527"/>
                  </a:lnTo>
                  <a:lnTo>
                    <a:pt x="1097439" y="0"/>
                  </a:lnTo>
                  <a:lnTo>
                    <a:pt x="1126336" y="7521"/>
                  </a:lnTo>
                  <a:lnTo>
                    <a:pt x="1155338" y="17330"/>
                  </a:lnTo>
                  <a:lnTo>
                    <a:pt x="1184279" y="29459"/>
                  </a:lnTo>
                  <a:lnTo>
                    <a:pt x="1212988" y="43930"/>
                  </a:lnTo>
                  <a:lnTo>
                    <a:pt x="1241291" y="60754"/>
                  </a:lnTo>
                  <a:lnTo>
                    <a:pt x="1269015" y="79927"/>
                  </a:lnTo>
                  <a:lnTo>
                    <a:pt x="1295983" y="101436"/>
                  </a:lnTo>
                  <a:lnTo>
                    <a:pt x="1322019" y="125252"/>
                  </a:lnTo>
                  <a:lnTo>
                    <a:pt x="1346948" y="151338"/>
                  </a:lnTo>
                  <a:lnTo>
                    <a:pt x="1370598" y="179640"/>
                  </a:lnTo>
                  <a:lnTo>
                    <a:pt x="1392797" y="210095"/>
                  </a:lnTo>
                  <a:lnTo>
                    <a:pt x="1413377" y="242627"/>
                  </a:lnTo>
                  <a:lnTo>
                    <a:pt x="1432175" y="277146"/>
                  </a:lnTo>
                  <a:lnTo>
                    <a:pt x="1449034" y="313554"/>
                  </a:lnTo>
                  <a:lnTo>
                    <a:pt x="1448122" y="348365"/>
                  </a:lnTo>
                  <a:lnTo>
                    <a:pt x="1445390" y="383081"/>
                  </a:lnTo>
                  <a:lnTo>
                    <a:pt x="1440845" y="417606"/>
                  </a:lnTo>
                  <a:lnTo>
                    <a:pt x="1434499" y="451846"/>
                  </a:lnTo>
                  <a:lnTo>
                    <a:pt x="1426369" y="485707"/>
                  </a:lnTo>
                  <a:lnTo>
                    <a:pt x="1416479" y="519096"/>
                  </a:lnTo>
                  <a:lnTo>
                    <a:pt x="1404855" y="551922"/>
                  </a:lnTo>
                  <a:lnTo>
                    <a:pt x="1391529" y="584094"/>
                  </a:lnTo>
                  <a:lnTo>
                    <a:pt x="1376537" y="615525"/>
                  </a:lnTo>
                  <a:lnTo>
                    <a:pt x="1359921" y="646128"/>
                  </a:lnTo>
                  <a:lnTo>
                    <a:pt x="1341726" y="675820"/>
                  </a:lnTo>
                  <a:lnTo>
                    <a:pt x="1322002" y="704518"/>
                  </a:lnTo>
                  <a:lnTo>
                    <a:pt x="1300803" y="732145"/>
                  </a:lnTo>
                  <a:lnTo>
                    <a:pt x="1278187" y="758625"/>
                  </a:lnTo>
                  <a:lnTo>
                    <a:pt x="1254216" y="783885"/>
                  </a:lnTo>
                  <a:lnTo>
                    <a:pt x="1216552" y="797708"/>
                  </a:lnTo>
                  <a:lnTo>
                    <a:pt x="1178850" y="808824"/>
                  </a:lnTo>
                  <a:lnTo>
                    <a:pt x="1141294" y="817275"/>
                  </a:lnTo>
                  <a:lnTo>
                    <a:pt x="1104063" y="823113"/>
                  </a:lnTo>
                  <a:lnTo>
                    <a:pt x="1067327" y="826403"/>
                  </a:lnTo>
                  <a:lnTo>
                    <a:pt x="1031254" y="827221"/>
                  </a:lnTo>
                  <a:lnTo>
                    <a:pt x="996003" y="825651"/>
                  </a:lnTo>
                  <a:lnTo>
                    <a:pt x="961725" y="821791"/>
                  </a:lnTo>
                  <a:lnTo>
                    <a:pt x="928564" y="815745"/>
                  </a:lnTo>
                  <a:lnTo>
                    <a:pt x="896654" y="807628"/>
                  </a:lnTo>
                  <a:lnTo>
                    <a:pt x="866121" y="797560"/>
                  </a:lnTo>
                  <a:lnTo>
                    <a:pt x="837080" y="785673"/>
                  </a:lnTo>
                  <a:lnTo>
                    <a:pt x="809636" y="772101"/>
                  </a:lnTo>
                  <a:lnTo>
                    <a:pt x="783885" y="756986"/>
                  </a:lnTo>
                  <a:lnTo>
                    <a:pt x="766979" y="786918"/>
                  </a:lnTo>
                  <a:lnTo>
                    <a:pt x="747937" y="816170"/>
                  </a:lnTo>
                  <a:lnTo>
                    <a:pt x="726789" y="844628"/>
                  </a:lnTo>
                  <a:lnTo>
                    <a:pt x="703567" y="872178"/>
                  </a:lnTo>
                  <a:lnTo>
                    <a:pt x="678311" y="898709"/>
                  </a:lnTo>
                  <a:lnTo>
                    <a:pt x="651066" y="924111"/>
                  </a:lnTo>
                  <a:lnTo>
                    <a:pt x="621882" y="948276"/>
                  </a:lnTo>
                  <a:lnTo>
                    <a:pt x="590812" y="971099"/>
                  </a:lnTo>
                  <a:lnTo>
                    <a:pt x="557918" y="992476"/>
                  </a:lnTo>
                  <a:lnTo>
                    <a:pt x="523264" y="1012305"/>
                  </a:lnTo>
                  <a:lnTo>
                    <a:pt x="486920" y="1030491"/>
                  </a:lnTo>
                  <a:lnTo>
                    <a:pt x="448960" y="1046936"/>
                  </a:lnTo>
                  <a:lnTo>
                    <a:pt x="409464" y="1061551"/>
                  </a:lnTo>
                  <a:lnTo>
                    <a:pt x="368515" y="1074246"/>
                  </a:lnTo>
                  <a:lnTo>
                    <a:pt x="326202" y="1084938"/>
                  </a:lnTo>
                  <a:lnTo>
                    <a:pt x="282615" y="1093545"/>
                  </a:lnTo>
                  <a:lnTo>
                    <a:pt x="237852" y="1099991"/>
                  </a:lnTo>
                  <a:lnTo>
                    <a:pt x="192011" y="1104204"/>
                  </a:lnTo>
                  <a:lnTo>
                    <a:pt x="145197" y="1106117"/>
                  </a:lnTo>
                  <a:lnTo>
                    <a:pt x="97517" y="1105665"/>
                  </a:lnTo>
                  <a:lnTo>
                    <a:pt x="49080" y="1102790"/>
                  </a:lnTo>
                  <a:lnTo>
                    <a:pt x="0" y="1097439"/>
                  </a:lnTo>
                  <a:lnTo>
                    <a:pt x="6088" y="1054078"/>
                  </a:lnTo>
                  <a:lnTo>
                    <a:pt x="13818" y="1011502"/>
                  </a:lnTo>
                  <a:lnTo>
                    <a:pt x="23154" y="969765"/>
                  </a:lnTo>
                  <a:lnTo>
                    <a:pt x="34058" y="928921"/>
                  </a:lnTo>
                  <a:lnTo>
                    <a:pt x="46493" y="889020"/>
                  </a:lnTo>
                  <a:lnTo>
                    <a:pt x="60418" y="850113"/>
                  </a:lnTo>
                  <a:lnTo>
                    <a:pt x="75792" y="812249"/>
                  </a:lnTo>
                  <a:lnTo>
                    <a:pt x="92571" y="775475"/>
                  </a:lnTo>
                  <a:lnTo>
                    <a:pt x="110712" y="739836"/>
                  </a:lnTo>
                  <a:lnTo>
                    <a:pt x="130167" y="705377"/>
                  </a:lnTo>
                  <a:lnTo>
                    <a:pt x="150891" y="672140"/>
                  </a:lnTo>
                  <a:lnTo>
                    <a:pt x="172834" y="640167"/>
                  </a:lnTo>
                  <a:lnTo>
                    <a:pt x="195947" y="609497"/>
                  </a:lnTo>
                  <a:lnTo>
                    <a:pt x="220178" y="580167"/>
                  </a:lnTo>
                  <a:lnTo>
                    <a:pt x="245476" y="552214"/>
                  </a:lnTo>
                  <a:lnTo>
                    <a:pt x="271787" y="525672"/>
                  </a:lnTo>
                  <a:lnTo>
                    <a:pt x="299058" y="500572"/>
                  </a:lnTo>
                  <a:lnTo>
                    <a:pt x="327232" y="476947"/>
                  </a:lnTo>
                  <a:lnTo>
                    <a:pt x="356254" y="454824"/>
                  </a:lnTo>
                  <a:lnTo>
                    <a:pt x="386068" y="434230"/>
                  </a:lnTo>
                  <a:lnTo>
                    <a:pt x="416614" y="415191"/>
                  </a:lnTo>
                  <a:lnTo>
                    <a:pt x="447835" y="397730"/>
                  </a:lnTo>
                  <a:lnTo>
                    <a:pt x="479672" y="381867"/>
                  </a:lnTo>
                  <a:lnTo>
                    <a:pt x="512065" y="367622"/>
                  </a:lnTo>
                  <a:lnTo>
                    <a:pt x="544953" y="355012"/>
                  </a:lnTo>
                  <a:lnTo>
                    <a:pt x="578276" y="344053"/>
                  </a:lnTo>
                  <a:lnTo>
                    <a:pt x="611972" y="334757"/>
                  </a:lnTo>
                  <a:lnTo>
                    <a:pt x="645980" y="327136"/>
                  </a:lnTo>
                  <a:lnTo>
                    <a:pt x="680237" y="321199"/>
                  </a:lnTo>
                  <a:lnTo>
                    <a:pt x="714682" y="316953"/>
                  </a:lnTo>
                  <a:lnTo>
                    <a:pt x="749252" y="314404"/>
                  </a:lnTo>
                  <a:lnTo>
                    <a:pt x="783885" y="313554"/>
                  </a:lnTo>
                  <a:lnTo>
                    <a:pt x="783885" y="313554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8639176" y="491232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8990771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8795953" y="5696206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8325622" y="5669308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7541736" y="600976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8325622" y="522587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8357223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8357223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8357223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8357223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8357223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573338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248642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573338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8225184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9004962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9496295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8995864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8216085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7223160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6987996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7232259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6730924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6681455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9840725" y="3418074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9840725" y="3833792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10168724" y="3418074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tx316"/>
            <p:cNvSpPr/>
            <p:nvPr/>
          </p:nvSpPr>
          <p:spPr>
            <a:xfrm>
              <a:off x="10875982" y="3572944"/>
              <a:ext cx="1476573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Coraciiformes (n=13)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10228542" y="3871750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11614268" y="4010322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11614268" y="4375605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11614268" y="5257476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11614268" y="5257476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11614268" y="5257476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10732397" y="5257476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10367114" y="5257476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10732397" y="4375605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11060048" y="4703186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10505827" y="4148895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0367271" y="4010322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11392552" y="4425425"/>
              <a:ext cx="1053767" cy="1139310"/>
            </a:xfrm>
            <a:custGeom>
              <a:avLst/>
              <a:pathLst>
                <a:path w="1053767" h="1139310">
                  <a:moveTo>
                    <a:pt x="221716" y="166902"/>
                  </a:moveTo>
                  <a:lnTo>
                    <a:pt x="247376" y="146266"/>
                  </a:lnTo>
                  <a:lnTo>
                    <a:pt x="274578" y="126649"/>
                  </a:lnTo>
                  <a:lnTo>
                    <a:pt x="303281" y="108135"/>
                  </a:lnTo>
                  <a:lnTo>
                    <a:pt x="333440" y="90812"/>
                  </a:lnTo>
                  <a:lnTo>
                    <a:pt x="365003" y="74760"/>
                  </a:lnTo>
                  <a:lnTo>
                    <a:pt x="397918" y="60061"/>
                  </a:lnTo>
                  <a:lnTo>
                    <a:pt x="432125" y="46792"/>
                  </a:lnTo>
                  <a:lnTo>
                    <a:pt x="467564" y="35031"/>
                  </a:lnTo>
                  <a:lnTo>
                    <a:pt x="504168" y="24850"/>
                  </a:lnTo>
                  <a:lnTo>
                    <a:pt x="541867" y="16320"/>
                  </a:lnTo>
                  <a:lnTo>
                    <a:pt x="580588" y="9507"/>
                  </a:lnTo>
                  <a:lnTo>
                    <a:pt x="620255" y="4476"/>
                  </a:lnTo>
                  <a:lnTo>
                    <a:pt x="660787" y="1288"/>
                  </a:lnTo>
                  <a:lnTo>
                    <a:pt x="702101" y="0"/>
                  </a:lnTo>
                  <a:lnTo>
                    <a:pt x="744111" y="664"/>
                  </a:lnTo>
                  <a:lnTo>
                    <a:pt x="786727" y="3332"/>
                  </a:lnTo>
                  <a:lnTo>
                    <a:pt x="829858" y="8048"/>
                  </a:lnTo>
                  <a:lnTo>
                    <a:pt x="873408" y="14854"/>
                  </a:lnTo>
                  <a:lnTo>
                    <a:pt x="917282" y="23788"/>
                  </a:lnTo>
                  <a:lnTo>
                    <a:pt x="961380" y="34883"/>
                  </a:lnTo>
                  <a:lnTo>
                    <a:pt x="1005601" y="48166"/>
                  </a:lnTo>
                  <a:lnTo>
                    <a:pt x="1018884" y="92387"/>
                  </a:lnTo>
                  <a:lnTo>
                    <a:pt x="1029979" y="136485"/>
                  </a:lnTo>
                  <a:lnTo>
                    <a:pt x="1038913" y="180359"/>
                  </a:lnTo>
                  <a:lnTo>
                    <a:pt x="1045719" y="223909"/>
                  </a:lnTo>
                  <a:lnTo>
                    <a:pt x="1050435" y="267040"/>
                  </a:lnTo>
                  <a:lnTo>
                    <a:pt x="1053103" y="309656"/>
                  </a:lnTo>
                  <a:lnTo>
                    <a:pt x="1053767" y="351666"/>
                  </a:lnTo>
                  <a:lnTo>
                    <a:pt x="1052479" y="392980"/>
                  </a:lnTo>
                  <a:lnTo>
                    <a:pt x="1049291" y="433512"/>
                  </a:lnTo>
                  <a:lnTo>
                    <a:pt x="1044260" y="473179"/>
                  </a:lnTo>
                  <a:lnTo>
                    <a:pt x="1037447" y="511900"/>
                  </a:lnTo>
                  <a:lnTo>
                    <a:pt x="1028917" y="549599"/>
                  </a:lnTo>
                  <a:lnTo>
                    <a:pt x="1018736" y="586203"/>
                  </a:lnTo>
                  <a:lnTo>
                    <a:pt x="1006975" y="621642"/>
                  </a:lnTo>
                  <a:lnTo>
                    <a:pt x="993706" y="655849"/>
                  </a:lnTo>
                  <a:lnTo>
                    <a:pt x="979007" y="688764"/>
                  </a:lnTo>
                  <a:lnTo>
                    <a:pt x="962955" y="720327"/>
                  </a:lnTo>
                  <a:lnTo>
                    <a:pt x="945631" y="750485"/>
                  </a:lnTo>
                  <a:lnTo>
                    <a:pt x="927118" y="779189"/>
                  </a:lnTo>
                  <a:lnTo>
                    <a:pt x="907501" y="806391"/>
                  </a:lnTo>
                  <a:lnTo>
                    <a:pt x="886865" y="832051"/>
                  </a:lnTo>
                  <a:lnTo>
                    <a:pt x="856226" y="854713"/>
                  </a:lnTo>
                  <a:lnTo>
                    <a:pt x="824856" y="875189"/>
                  </a:lnTo>
                  <a:lnTo>
                    <a:pt x="792871" y="893457"/>
                  </a:lnTo>
                  <a:lnTo>
                    <a:pt x="760389" y="909501"/>
                  </a:lnTo>
                  <a:lnTo>
                    <a:pt x="727528" y="923310"/>
                  </a:lnTo>
                  <a:lnTo>
                    <a:pt x="694405" y="934878"/>
                  </a:lnTo>
                  <a:lnTo>
                    <a:pt x="661139" y="944207"/>
                  </a:lnTo>
                  <a:lnTo>
                    <a:pt x="627847" y="951302"/>
                  </a:lnTo>
                  <a:lnTo>
                    <a:pt x="594645" y="956174"/>
                  </a:lnTo>
                  <a:lnTo>
                    <a:pt x="561649" y="958840"/>
                  </a:lnTo>
                  <a:lnTo>
                    <a:pt x="528974" y="959322"/>
                  </a:lnTo>
                  <a:lnTo>
                    <a:pt x="496734" y="957648"/>
                  </a:lnTo>
                  <a:lnTo>
                    <a:pt x="465040" y="953851"/>
                  </a:lnTo>
                  <a:lnTo>
                    <a:pt x="434002" y="947968"/>
                  </a:lnTo>
                  <a:lnTo>
                    <a:pt x="403728" y="940044"/>
                  </a:lnTo>
                  <a:lnTo>
                    <a:pt x="374323" y="930126"/>
                  </a:lnTo>
                  <a:lnTo>
                    <a:pt x="345890" y="918267"/>
                  </a:lnTo>
                  <a:lnTo>
                    <a:pt x="318530" y="904526"/>
                  </a:lnTo>
                  <a:lnTo>
                    <a:pt x="292340" y="888964"/>
                  </a:lnTo>
                  <a:lnTo>
                    <a:pt x="267414" y="871649"/>
                  </a:lnTo>
                  <a:lnTo>
                    <a:pt x="243844" y="852653"/>
                  </a:lnTo>
                  <a:lnTo>
                    <a:pt x="221716" y="832051"/>
                  </a:lnTo>
                  <a:lnTo>
                    <a:pt x="237551" y="850923"/>
                  </a:lnTo>
                  <a:lnTo>
                    <a:pt x="249976" y="872411"/>
                  </a:lnTo>
                  <a:lnTo>
                    <a:pt x="258668" y="896055"/>
                  </a:lnTo>
                  <a:lnTo>
                    <a:pt x="263361" y="921359"/>
                  </a:lnTo>
                  <a:lnTo>
                    <a:pt x="263844" y="947798"/>
                  </a:lnTo>
                  <a:lnTo>
                    <a:pt x="259972" y="974826"/>
                  </a:lnTo>
                  <a:lnTo>
                    <a:pt x="251661" y="1001877"/>
                  </a:lnTo>
                  <a:lnTo>
                    <a:pt x="238893" y="1028382"/>
                  </a:lnTo>
                  <a:lnTo>
                    <a:pt x="221716" y="1053767"/>
                  </a:lnTo>
                  <a:lnTo>
                    <a:pt x="204539" y="1028382"/>
                  </a:lnTo>
                  <a:lnTo>
                    <a:pt x="191771" y="1001877"/>
                  </a:lnTo>
                  <a:lnTo>
                    <a:pt x="183460" y="974826"/>
                  </a:lnTo>
                  <a:lnTo>
                    <a:pt x="179587" y="947798"/>
                  </a:lnTo>
                  <a:lnTo>
                    <a:pt x="180071" y="921359"/>
                  </a:lnTo>
                  <a:lnTo>
                    <a:pt x="184763" y="896055"/>
                  </a:lnTo>
                  <a:lnTo>
                    <a:pt x="193456" y="872411"/>
                  </a:lnTo>
                  <a:lnTo>
                    <a:pt x="205881" y="850923"/>
                  </a:lnTo>
                  <a:lnTo>
                    <a:pt x="221716" y="832051"/>
                  </a:lnTo>
                  <a:lnTo>
                    <a:pt x="202844" y="847886"/>
                  </a:lnTo>
                  <a:lnTo>
                    <a:pt x="181356" y="860311"/>
                  </a:lnTo>
                  <a:lnTo>
                    <a:pt x="157712" y="869004"/>
                  </a:lnTo>
                  <a:lnTo>
                    <a:pt x="132408" y="873696"/>
                  </a:lnTo>
                  <a:lnTo>
                    <a:pt x="105968" y="874180"/>
                  </a:lnTo>
                  <a:lnTo>
                    <a:pt x="78941" y="870307"/>
                  </a:lnTo>
                  <a:lnTo>
                    <a:pt x="51890" y="861996"/>
                  </a:lnTo>
                  <a:lnTo>
                    <a:pt x="25385" y="849228"/>
                  </a:lnTo>
                  <a:lnTo>
                    <a:pt x="0" y="832051"/>
                  </a:lnTo>
                  <a:lnTo>
                    <a:pt x="25385" y="814874"/>
                  </a:lnTo>
                  <a:lnTo>
                    <a:pt x="51890" y="802106"/>
                  </a:lnTo>
                  <a:lnTo>
                    <a:pt x="78941" y="793795"/>
                  </a:lnTo>
                  <a:lnTo>
                    <a:pt x="105968" y="789923"/>
                  </a:lnTo>
                  <a:lnTo>
                    <a:pt x="132408" y="790406"/>
                  </a:lnTo>
                  <a:lnTo>
                    <a:pt x="157712" y="795098"/>
                  </a:lnTo>
                  <a:lnTo>
                    <a:pt x="181356" y="803791"/>
                  </a:lnTo>
                  <a:lnTo>
                    <a:pt x="202844" y="816216"/>
                  </a:lnTo>
                  <a:lnTo>
                    <a:pt x="221716" y="832051"/>
                  </a:lnTo>
                  <a:lnTo>
                    <a:pt x="213193" y="824962"/>
                  </a:lnTo>
                  <a:lnTo>
                    <a:pt x="203444" y="819493"/>
                  </a:lnTo>
                  <a:lnTo>
                    <a:pt x="192699" y="815801"/>
                  </a:lnTo>
                  <a:lnTo>
                    <a:pt x="181206" y="814015"/>
                  </a:lnTo>
                  <a:lnTo>
                    <a:pt x="169228" y="814234"/>
                  </a:lnTo>
                  <a:lnTo>
                    <a:pt x="157039" y="816524"/>
                  </a:lnTo>
                  <a:lnTo>
                    <a:pt x="144918" y="820916"/>
                  </a:lnTo>
                  <a:lnTo>
                    <a:pt x="133151" y="827410"/>
                  </a:lnTo>
                  <a:lnTo>
                    <a:pt x="122020" y="835968"/>
                  </a:lnTo>
                  <a:lnTo>
                    <a:pt x="111806" y="846521"/>
                  </a:lnTo>
                  <a:lnTo>
                    <a:pt x="102779" y="858964"/>
                  </a:lnTo>
                  <a:lnTo>
                    <a:pt x="95197" y="873160"/>
                  </a:lnTo>
                  <a:lnTo>
                    <a:pt x="89304" y="888940"/>
                  </a:lnTo>
                  <a:lnTo>
                    <a:pt x="85322" y="906107"/>
                  </a:lnTo>
                  <a:lnTo>
                    <a:pt x="83453" y="924435"/>
                  </a:lnTo>
                  <a:lnTo>
                    <a:pt x="83871" y="943676"/>
                  </a:lnTo>
                  <a:lnTo>
                    <a:pt x="86722" y="963556"/>
                  </a:lnTo>
                  <a:lnTo>
                    <a:pt x="92122" y="983786"/>
                  </a:lnTo>
                  <a:lnTo>
                    <a:pt x="100151" y="1004061"/>
                  </a:lnTo>
                  <a:lnTo>
                    <a:pt x="110858" y="1024063"/>
                  </a:lnTo>
                  <a:lnTo>
                    <a:pt x="124251" y="1043469"/>
                  </a:lnTo>
                  <a:lnTo>
                    <a:pt x="140304" y="1061950"/>
                  </a:lnTo>
                  <a:lnTo>
                    <a:pt x="158953" y="1079180"/>
                  </a:lnTo>
                  <a:lnTo>
                    <a:pt x="180095" y="1094835"/>
                  </a:lnTo>
                  <a:lnTo>
                    <a:pt x="203590" y="1108603"/>
                  </a:lnTo>
                  <a:lnTo>
                    <a:pt x="229261" y="1120184"/>
                  </a:lnTo>
                  <a:lnTo>
                    <a:pt x="256897" y="1129293"/>
                  </a:lnTo>
                  <a:lnTo>
                    <a:pt x="286252" y="1135671"/>
                  </a:lnTo>
                  <a:lnTo>
                    <a:pt x="317051" y="1139079"/>
                  </a:lnTo>
                  <a:lnTo>
                    <a:pt x="348986" y="1139310"/>
                  </a:lnTo>
                  <a:lnTo>
                    <a:pt x="381729" y="1136186"/>
                  </a:lnTo>
                  <a:lnTo>
                    <a:pt x="414924" y="1129566"/>
                  </a:lnTo>
                  <a:lnTo>
                    <a:pt x="448200" y="1119345"/>
                  </a:lnTo>
                  <a:lnTo>
                    <a:pt x="481169" y="1105458"/>
                  </a:lnTo>
                  <a:lnTo>
                    <a:pt x="513432" y="1087880"/>
                  </a:lnTo>
                  <a:lnTo>
                    <a:pt x="544586" y="1066630"/>
                  </a:lnTo>
                  <a:lnTo>
                    <a:pt x="574223" y="1041771"/>
                  </a:lnTo>
                  <a:lnTo>
                    <a:pt x="601940" y="1013409"/>
                  </a:lnTo>
                  <a:lnTo>
                    <a:pt x="627340" y="981694"/>
                  </a:lnTo>
                  <a:lnTo>
                    <a:pt x="650039" y="946820"/>
                  </a:lnTo>
                  <a:lnTo>
                    <a:pt x="669669" y="909024"/>
                  </a:lnTo>
                  <a:lnTo>
                    <a:pt x="685885" y="868582"/>
                  </a:lnTo>
                  <a:lnTo>
                    <a:pt x="698365" y="825812"/>
                  </a:lnTo>
                  <a:lnTo>
                    <a:pt x="706819" y="781065"/>
                  </a:lnTo>
                  <a:lnTo>
                    <a:pt x="710992" y="734728"/>
                  </a:lnTo>
                  <a:lnTo>
                    <a:pt x="710663" y="687218"/>
                  </a:lnTo>
                  <a:lnTo>
                    <a:pt x="705656" y="638978"/>
                  </a:lnTo>
                  <a:lnTo>
                    <a:pt x="695837" y="590474"/>
                  </a:lnTo>
                  <a:lnTo>
                    <a:pt x="681119" y="542189"/>
                  </a:lnTo>
                  <a:lnTo>
                    <a:pt x="661464" y="494620"/>
                  </a:lnTo>
                  <a:lnTo>
                    <a:pt x="636884" y="448273"/>
                  </a:lnTo>
                  <a:lnTo>
                    <a:pt x="607444" y="403656"/>
                  </a:lnTo>
                  <a:lnTo>
                    <a:pt x="573260" y="361276"/>
                  </a:lnTo>
                  <a:lnTo>
                    <a:pt x="534501" y="321632"/>
                  </a:lnTo>
                  <a:lnTo>
                    <a:pt x="491388" y="285210"/>
                  </a:lnTo>
                  <a:lnTo>
                    <a:pt x="444193" y="252479"/>
                  </a:lnTo>
                  <a:lnTo>
                    <a:pt x="393237" y="223884"/>
                  </a:lnTo>
                  <a:lnTo>
                    <a:pt x="338889" y="199841"/>
                  </a:lnTo>
                  <a:lnTo>
                    <a:pt x="281564" y="180732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11392552" y="4425425"/>
              <a:ext cx="1053767" cy="1053767"/>
            </a:xfrm>
            <a:custGeom>
              <a:avLst/>
              <a:pathLst>
                <a:path w="1053767" h="1053767">
                  <a:moveTo>
                    <a:pt x="221716" y="166902"/>
                  </a:moveTo>
                  <a:lnTo>
                    <a:pt x="247376" y="146266"/>
                  </a:lnTo>
                  <a:lnTo>
                    <a:pt x="274578" y="126649"/>
                  </a:lnTo>
                  <a:lnTo>
                    <a:pt x="303281" y="108135"/>
                  </a:lnTo>
                  <a:lnTo>
                    <a:pt x="333440" y="90812"/>
                  </a:lnTo>
                  <a:lnTo>
                    <a:pt x="365003" y="74760"/>
                  </a:lnTo>
                  <a:lnTo>
                    <a:pt x="397918" y="60061"/>
                  </a:lnTo>
                  <a:lnTo>
                    <a:pt x="432125" y="46792"/>
                  </a:lnTo>
                  <a:lnTo>
                    <a:pt x="467564" y="35031"/>
                  </a:lnTo>
                  <a:lnTo>
                    <a:pt x="504168" y="24850"/>
                  </a:lnTo>
                  <a:lnTo>
                    <a:pt x="541867" y="16320"/>
                  </a:lnTo>
                  <a:lnTo>
                    <a:pt x="580588" y="9507"/>
                  </a:lnTo>
                  <a:lnTo>
                    <a:pt x="620255" y="4476"/>
                  </a:lnTo>
                  <a:lnTo>
                    <a:pt x="660787" y="1288"/>
                  </a:lnTo>
                  <a:lnTo>
                    <a:pt x="702101" y="0"/>
                  </a:lnTo>
                  <a:lnTo>
                    <a:pt x="744111" y="664"/>
                  </a:lnTo>
                  <a:lnTo>
                    <a:pt x="786727" y="3332"/>
                  </a:lnTo>
                  <a:lnTo>
                    <a:pt x="829858" y="8048"/>
                  </a:lnTo>
                  <a:lnTo>
                    <a:pt x="873408" y="14854"/>
                  </a:lnTo>
                  <a:lnTo>
                    <a:pt x="917282" y="23788"/>
                  </a:lnTo>
                  <a:lnTo>
                    <a:pt x="961380" y="34883"/>
                  </a:lnTo>
                  <a:lnTo>
                    <a:pt x="1005601" y="48166"/>
                  </a:lnTo>
                  <a:lnTo>
                    <a:pt x="1018884" y="92387"/>
                  </a:lnTo>
                  <a:lnTo>
                    <a:pt x="1029979" y="136485"/>
                  </a:lnTo>
                  <a:lnTo>
                    <a:pt x="1038913" y="180359"/>
                  </a:lnTo>
                  <a:lnTo>
                    <a:pt x="1045719" y="223909"/>
                  </a:lnTo>
                  <a:lnTo>
                    <a:pt x="1050435" y="267040"/>
                  </a:lnTo>
                  <a:lnTo>
                    <a:pt x="1053103" y="309656"/>
                  </a:lnTo>
                  <a:lnTo>
                    <a:pt x="1053767" y="351666"/>
                  </a:lnTo>
                  <a:lnTo>
                    <a:pt x="1052479" y="392980"/>
                  </a:lnTo>
                  <a:lnTo>
                    <a:pt x="1049291" y="433512"/>
                  </a:lnTo>
                  <a:lnTo>
                    <a:pt x="1044260" y="473179"/>
                  </a:lnTo>
                  <a:lnTo>
                    <a:pt x="1037447" y="511900"/>
                  </a:lnTo>
                  <a:lnTo>
                    <a:pt x="1028917" y="549599"/>
                  </a:lnTo>
                  <a:lnTo>
                    <a:pt x="1018736" y="586203"/>
                  </a:lnTo>
                  <a:lnTo>
                    <a:pt x="1006975" y="621642"/>
                  </a:lnTo>
                  <a:lnTo>
                    <a:pt x="993706" y="655849"/>
                  </a:lnTo>
                  <a:lnTo>
                    <a:pt x="979007" y="688764"/>
                  </a:lnTo>
                  <a:lnTo>
                    <a:pt x="962955" y="720327"/>
                  </a:lnTo>
                  <a:lnTo>
                    <a:pt x="945631" y="750485"/>
                  </a:lnTo>
                  <a:lnTo>
                    <a:pt x="927118" y="779189"/>
                  </a:lnTo>
                  <a:lnTo>
                    <a:pt x="907501" y="806391"/>
                  </a:lnTo>
                  <a:lnTo>
                    <a:pt x="886865" y="832051"/>
                  </a:lnTo>
                  <a:lnTo>
                    <a:pt x="856226" y="854713"/>
                  </a:lnTo>
                  <a:lnTo>
                    <a:pt x="824856" y="875189"/>
                  </a:lnTo>
                  <a:lnTo>
                    <a:pt x="792871" y="893457"/>
                  </a:lnTo>
                  <a:lnTo>
                    <a:pt x="760389" y="909501"/>
                  </a:lnTo>
                  <a:lnTo>
                    <a:pt x="727528" y="923310"/>
                  </a:lnTo>
                  <a:lnTo>
                    <a:pt x="694405" y="934878"/>
                  </a:lnTo>
                  <a:lnTo>
                    <a:pt x="661139" y="944207"/>
                  </a:lnTo>
                  <a:lnTo>
                    <a:pt x="627847" y="951302"/>
                  </a:lnTo>
                  <a:lnTo>
                    <a:pt x="594645" y="956174"/>
                  </a:lnTo>
                  <a:lnTo>
                    <a:pt x="561649" y="958840"/>
                  </a:lnTo>
                  <a:lnTo>
                    <a:pt x="528974" y="959322"/>
                  </a:lnTo>
                  <a:lnTo>
                    <a:pt x="496734" y="957648"/>
                  </a:lnTo>
                  <a:lnTo>
                    <a:pt x="465040" y="953851"/>
                  </a:lnTo>
                  <a:lnTo>
                    <a:pt x="434002" y="947968"/>
                  </a:lnTo>
                  <a:lnTo>
                    <a:pt x="403728" y="940044"/>
                  </a:lnTo>
                  <a:lnTo>
                    <a:pt x="374323" y="930126"/>
                  </a:lnTo>
                  <a:lnTo>
                    <a:pt x="345890" y="918267"/>
                  </a:lnTo>
                  <a:lnTo>
                    <a:pt x="318530" y="904526"/>
                  </a:lnTo>
                  <a:lnTo>
                    <a:pt x="292340" y="888964"/>
                  </a:lnTo>
                  <a:lnTo>
                    <a:pt x="267414" y="871649"/>
                  </a:lnTo>
                  <a:lnTo>
                    <a:pt x="243844" y="852653"/>
                  </a:lnTo>
                  <a:lnTo>
                    <a:pt x="221716" y="832051"/>
                  </a:lnTo>
                  <a:lnTo>
                    <a:pt x="237551" y="850923"/>
                  </a:lnTo>
                  <a:lnTo>
                    <a:pt x="249976" y="872411"/>
                  </a:lnTo>
                  <a:lnTo>
                    <a:pt x="258668" y="896055"/>
                  </a:lnTo>
                  <a:lnTo>
                    <a:pt x="263361" y="921359"/>
                  </a:lnTo>
                  <a:lnTo>
                    <a:pt x="263844" y="947798"/>
                  </a:lnTo>
                  <a:lnTo>
                    <a:pt x="259972" y="974826"/>
                  </a:lnTo>
                  <a:lnTo>
                    <a:pt x="251661" y="1001877"/>
                  </a:lnTo>
                  <a:lnTo>
                    <a:pt x="238893" y="1028382"/>
                  </a:lnTo>
                  <a:lnTo>
                    <a:pt x="221716" y="1053767"/>
                  </a:lnTo>
                  <a:lnTo>
                    <a:pt x="204539" y="1028382"/>
                  </a:lnTo>
                  <a:lnTo>
                    <a:pt x="191771" y="1001877"/>
                  </a:lnTo>
                  <a:lnTo>
                    <a:pt x="183460" y="974826"/>
                  </a:lnTo>
                  <a:lnTo>
                    <a:pt x="179587" y="947798"/>
                  </a:lnTo>
                  <a:lnTo>
                    <a:pt x="180071" y="921359"/>
                  </a:lnTo>
                  <a:lnTo>
                    <a:pt x="184763" y="896055"/>
                  </a:lnTo>
                  <a:lnTo>
                    <a:pt x="193456" y="872411"/>
                  </a:lnTo>
                  <a:lnTo>
                    <a:pt x="205881" y="850923"/>
                  </a:lnTo>
                  <a:lnTo>
                    <a:pt x="221716" y="832051"/>
                  </a:lnTo>
                  <a:lnTo>
                    <a:pt x="202844" y="847886"/>
                  </a:lnTo>
                  <a:lnTo>
                    <a:pt x="181356" y="860311"/>
                  </a:lnTo>
                  <a:lnTo>
                    <a:pt x="157712" y="869004"/>
                  </a:lnTo>
                  <a:lnTo>
                    <a:pt x="132408" y="873696"/>
                  </a:lnTo>
                  <a:lnTo>
                    <a:pt x="105968" y="874180"/>
                  </a:lnTo>
                  <a:lnTo>
                    <a:pt x="78941" y="870307"/>
                  </a:lnTo>
                  <a:lnTo>
                    <a:pt x="51890" y="861996"/>
                  </a:lnTo>
                  <a:lnTo>
                    <a:pt x="25385" y="849228"/>
                  </a:lnTo>
                  <a:lnTo>
                    <a:pt x="0" y="832051"/>
                  </a:lnTo>
                  <a:lnTo>
                    <a:pt x="25385" y="814874"/>
                  </a:lnTo>
                  <a:lnTo>
                    <a:pt x="51890" y="802106"/>
                  </a:lnTo>
                  <a:lnTo>
                    <a:pt x="78941" y="793795"/>
                  </a:lnTo>
                  <a:lnTo>
                    <a:pt x="105968" y="789923"/>
                  </a:lnTo>
                  <a:lnTo>
                    <a:pt x="132408" y="790406"/>
                  </a:lnTo>
                  <a:lnTo>
                    <a:pt x="157712" y="795098"/>
                  </a:lnTo>
                  <a:lnTo>
                    <a:pt x="181356" y="803791"/>
                  </a:lnTo>
                  <a:lnTo>
                    <a:pt x="202844" y="816216"/>
                  </a:lnTo>
                  <a:lnTo>
                    <a:pt x="221716" y="832051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11582667" y="4560726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2366553" y="4441990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12247816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1582667" y="5447591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11360951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1582667" y="522587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11614268" y="4148895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11614268" y="4473591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11614268" y="5257476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1614268" y="5257476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1614268" y="5257476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0830383" y="5257476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0505687" y="5257476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0830383" y="4473591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11482229" y="397164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12262007" y="4336926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12753340" y="5218797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12252909" y="610066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11473131" y="6465951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10480206" y="610066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0245042" y="5218797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10489304" y="4336926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9987969" y="4671365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9938500" y="4117074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357" name="rc357"/>
            <p:cNvSpPr/>
            <p:nvPr/>
          </p:nvSpPr>
          <p:spPr>
            <a:xfrm>
              <a:off x="69589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69589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97588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1129580" y="6921429"/>
              <a:ext cx="1427104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Cuculiformes (n=10)</a:t>
              </a:r>
            </a:p>
          </p:txBody>
        </p:sp>
        <p:sp>
          <p:nvSpPr>
            <p:cNvPr id="361" name="rc361"/>
            <p:cNvSpPr/>
            <p:nvPr/>
          </p:nvSpPr>
          <p:spPr>
            <a:xfrm>
              <a:off x="457405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843132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843132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843132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843132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843132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961261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595978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961261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288911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34690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596135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1473446" y="7709072"/>
              <a:ext cx="1153571" cy="1421136"/>
            </a:xfrm>
            <a:custGeom>
              <a:avLst/>
              <a:pathLst>
                <a:path w="1153571" h="1421136">
                  <a:moveTo>
                    <a:pt x="369686" y="65453"/>
                  </a:moveTo>
                  <a:lnTo>
                    <a:pt x="401268" y="52847"/>
                  </a:lnTo>
                  <a:lnTo>
                    <a:pt x="433792" y="41457"/>
                  </a:lnTo>
                  <a:lnTo>
                    <a:pt x="467210" y="31338"/>
                  </a:lnTo>
                  <a:lnTo>
                    <a:pt x="501473" y="22540"/>
                  </a:lnTo>
                  <a:lnTo>
                    <a:pt x="536527" y="15112"/>
                  </a:lnTo>
                  <a:lnTo>
                    <a:pt x="572318" y="9100"/>
                  </a:lnTo>
                  <a:lnTo>
                    <a:pt x="608787" y="4550"/>
                  </a:lnTo>
                  <a:lnTo>
                    <a:pt x="645876" y="1503"/>
                  </a:lnTo>
                  <a:lnTo>
                    <a:pt x="683521" y="0"/>
                  </a:lnTo>
                  <a:lnTo>
                    <a:pt x="721659" y="76"/>
                  </a:lnTo>
                  <a:lnTo>
                    <a:pt x="760223" y="1768"/>
                  </a:lnTo>
                  <a:lnTo>
                    <a:pt x="799146" y="5106"/>
                  </a:lnTo>
                  <a:lnTo>
                    <a:pt x="838357" y="10120"/>
                  </a:lnTo>
                  <a:lnTo>
                    <a:pt x="877786" y="16835"/>
                  </a:lnTo>
                  <a:lnTo>
                    <a:pt x="917358" y="25274"/>
                  </a:lnTo>
                  <a:lnTo>
                    <a:pt x="957000" y="35457"/>
                  </a:lnTo>
                  <a:lnTo>
                    <a:pt x="996636" y="47402"/>
                  </a:lnTo>
                  <a:lnTo>
                    <a:pt x="1036190" y="61120"/>
                  </a:lnTo>
                  <a:lnTo>
                    <a:pt x="1075582" y="76623"/>
                  </a:lnTo>
                  <a:lnTo>
                    <a:pt x="1114736" y="93916"/>
                  </a:lnTo>
                  <a:lnTo>
                    <a:pt x="1153571" y="113004"/>
                  </a:lnTo>
                  <a:lnTo>
                    <a:pt x="1153515" y="162753"/>
                  </a:lnTo>
                  <a:lnTo>
                    <a:pt x="1151069" y="211635"/>
                  </a:lnTo>
                  <a:lnTo>
                    <a:pt x="1146292" y="259545"/>
                  </a:lnTo>
                  <a:lnTo>
                    <a:pt x="1139245" y="306385"/>
                  </a:lnTo>
                  <a:lnTo>
                    <a:pt x="1129995" y="352060"/>
                  </a:lnTo>
                  <a:lnTo>
                    <a:pt x="1118609" y="396475"/>
                  </a:lnTo>
                  <a:lnTo>
                    <a:pt x="1105162" y="439541"/>
                  </a:lnTo>
                  <a:lnTo>
                    <a:pt x="1089731" y="481171"/>
                  </a:lnTo>
                  <a:lnTo>
                    <a:pt x="1072394" y="521284"/>
                  </a:lnTo>
                  <a:lnTo>
                    <a:pt x="1053237" y="559799"/>
                  </a:lnTo>
                  <a:lnTo>
                    <a:pt x="1032345" y="596642"/>
                  </a:lnTo>
                  <a:lnTo>
                    <a:pt x="1009808" y="631742"/>
                  </a:lnTo>
                  <a:lnTo>
                    <a:pt x="985718" y="665031"/>
                  </a:lnTo>
                  <a:lnTo>
                    <a:pt x="960170" y="696447"/>
                  </a:lnTo>
                  <a:lnTo>
                    <a:pt x="933260" y="725931"/>
                  </a:lnTo>
                  <a:lnTo>
                    <a:pt x="905090" y="753428"/>
                  </a:lnTo>
                  <a:lnTo>
                    <a:pt x="875759" y="778890"/>
                  </a:lnTo>
                  <a:lnTo>
                    <a:pt x="845371" y="802270"/>
                  </a:lnTo>
                  <a:lnTo>
                    <a:pt x="814032" y="823528"/>
                  </a:lnTo>
                  <a:lnTo>
                    <a:pt x="781847" y="842627"/>
                  </a:lnTo>
                  <a:lnTo>
                    <a:pt x="748926" y="859537"/>
                  </a:lnTo>
                  <a:lnTo>
                    <a:pt x="715376" y="874232"/>
                  </a:lnTo>
                  <a:lnTo>
                    <a:pt x="681307" y="886688"/>
                  </a:lnTo>
                  <a:lnTo>
                    <a:pt x="646831" y="896889"/>
                  </a:lnTo>
                  <a:lnTo>
                    <a:pt x="620994" y="914863"/>
                  </a:lnTo>
                  <a:lnTo>
                    <a:pt x="594133" y="929160"/>
                  </a:lnTo>
                  <a:lnTo>
                    <a:pt x="566640" y="939734"/>
                  </a:lnTo>
                  <a:lnTo>
                    <a:pt x="538907" y="946577"/>
                  </a:lnTo>
                  <a:lnTo>
                    <a:pt x="511325" y="949718"/>
                  </a:lnTo>
                  <a:lnTo>
                    <a:pt x="484277" y="949221"/>
                  </a:lnTo>
                  <a:lnTo>
                    <a:pt x="458138" y="945188"/>
                  </a:lnTo>
                  <a:lnTo>
                    <a:pt x="433272" y="937754"/>
                  </a:lnTo>
                  <a:lnTo>
                    <a:pt x="410025" y="927087"/>
                  </a:lnTo>
                  <a:lnTo>
                    <a:pt x="388727" y="913389"/>
                  </a:lnTo>
                  <a:lnTo>
                    <a:pt x="369686" y="896889"/>
                  </a:lnTo>
                  <a:lnTo>
                    <a:pt x="350645" y="913389"/>
                  </a:lnTo>
                  <a:lnTo>
                    <a:pt x="329346" y="927087"/>
                  </a:lnTo>
                  <a:lnTo>
                    <a:pt x="306100" y="937754"/>
                  </a:lnTo>
                  <a:lnTo>
                    <a:pt x="281233" y="945188"/>
                  </a:lnTo>
                  <a:lnTo>
                    <a:pt x="255095" y="949221"/>
                  </a:lnTo>
                  <a:lnTo>
                    <a:pt x="228047" y="949718"/>
                  </a:lnTo>
                  <a:lnTo>
                    <a:pt x="200465" y="946577"/>
                  </a:lnTo>
                  <a:lnTo>
                    <a:pt x="172732" y="939734"/>
                  </a:lnTo>
                  <a:lnTo>
                    <a:pt x="145239" y="929160"/>
                  </a:lnTo>
                  <a:lnTo>
                    <a:pt x="118377" y="914863"/>
                  </a:lnTo>
                  <a:lnTo>
                    <a:pt x="92540" y="896889"/>
                  </a:lnTo>
                  <a:lnTo>
                    <a:pt x="93875" y="869724"/>
                  </a:lnTo>
                  <a:lnTo>
                    <a:pt x="97866" y="842821"/>
                  </a:lnTo>
                  <a:lnTo>
                    <a:pt x="104474" y="816438"/>
                  </a:lnTo>
                  <a:lnTo>
                    <a:pt x="113637" y="790830"/>
                  </a:lnTo>
                  <a:lnTo>
                    <a:pt x="125265" y="766244"/>
                  </a:lnTo>
                  <a:lnTo>
                    <a:pt x="139248" y="742916"/>
                  </a:lnTo>
                  <a:lnTo>
                    <a:pt x="155450" y="721070"/>
                  </a:lnTo>
                  <a:lnTo>
                    <a:pt x="173714" y="700918"/>
                  </a:lnTo>
                  <a:lnTo>
                    <a:pt x="158350" y="708701"/>
                  </a:lnTo>
                  <a:lnTo>
                    <a:pt x="143245" y="717618"/>
                  </a:lnTo>
                  <a:lnTo>
                    <a:pt x="128479" y="727664"/>
                  </a:lnTo>
                  <a:lnTo>
                    <a:pt x="114132" y="738829"/>
                  </a:lnTo>
                  <a:lnTo>
                    <a:pt x="100287" y="751098"/>
                  </a:lnTo>
                  <a:lnTo>
                    <a:pt x="87022" y="764448"/>
                  </a:lnTo>
                  <a:lnTo>
                    <a:pt x="74417" y="778853"/>
                  </a:lnTo>
                  <a:lnTo>
                    <a:pt x="62550" y="794280"/>
                  </a:lnTo>
                  <a:lnTo>
                    <a:pt x="51498" y="810691"/>
                  </a:lnTo>
                  <a:lnTo>
                    <a:pt x="41334" y="828041"/>
                  </a:lnTo>
                  <a:lnTo>
                    <a:pt x="32132" y="846283"/>
                  </a:lnTo>
                  <a:lnTo>
                    <a:pt x="23959" y="865362"/>
                  </a:lnTo>
                  <a:lnTo>
                    <a:pt x="16883" y="885218"/>
                  </a:lnTo>
                  <a:lnTo>
                    <a:pt x="10966" y="905788"/>
                  </a:lnTo>
                  <a:lnTo>
                    <a:pt x="6266" y="927003"/>
                  </a:lnTo>
                  <a:lnTo>
                    <a:pt x="2839" y="948790"/>
                  </a:lnTo>
                  <a:lnTo>
                    <a:pt x="735" y="971071"/>
                  </a:lnTo>
                  <a:lnTo>
                    <a:pt x="0" y="993766"/>
                  </a:lnTo>
                  <a:lnTo>
                    <a:pt x="673" y="1016789"/>
                  </a:lnTo>
                  <a:lnTo>
                    <a:pt x="2790" y="1040053"/>
                  </a:lnTo>
                  <a:lnTo>
                    <a:pt x="6381" y="1063466"/>
                  </a:lnTo>
                  <a:lnTo>
                    <a:pt x="11469" y="1086935"/>
                  </a:lnTo>
                  <a:lnTo>
                    <a:pt x="18074" y="1110363"/>
                  </a:lnTo>
                  <a:lnTo>
                    <a:pt x="26205" y="1133654"/>
                  </a:lnTo>
                  <a:lnTo>
                    <a:pt x="35870" y="1156708"/>
                  </a:lnTo>
                  <a:lnTo>
                    <a:pt x="47068" y="1179425"/>
                  </a:lnTo>
                  <a:lnTo>
                    <a:pt x="59790" y="1201703"/>
                  </a:lnTo>
                  <a:lnTo>
                    <a:pt x="74023" y="1223442"/>
                  </a:lnTo>
                  <a:lnTo>
                    <a:pt x="89746" y="1244541"/>
                  </a:lnTo>
                  <a:lnTo>
                    <a:pt x="106932" y="1264899"/>
                  </a:lnTo>
                  <a:lnTo>
                    <a:pt x="125547" y="1284417"/>
                  </a:lnTo>
                  <a:lnTo>
                    <a:pt x="145551" y="1302997"/>
                  </a:lnTo>
                  <a:lnTo>
                    <a:pt x="166896" y="1320544"/>
                  </a:lnTo>
                  <a:lnTo>
                    <a:pt x="189529" y="1336964"/>
                  </a:lnTo>
                  <a:lnTo>
                    <a:pt x="213389" y="1352166"/>
                  </a:lnTo>
                  <a:lnTo>
                    <a:pt x="238412" y="1366062"/>
                  </a:lnTo>
                  <a:lnTo>
                    <a:pt x="264523" y="1378570"/>
                  </a:lnTo>
                  <a:lnTo>
                    <a:pt x="291647" y="1389609"/>
                  </a:lnTo>
                  <a:lnTo>
                    <a:pt x="319698" y="1399104"/>
                  </a:lnTo>
                  <a:lnTo>
                    <a:pt x="348588" y="1406984"/>
                  </a:lnTo>
                  <a:lnTo>
                    <a:pt x="378223" y="1413184"/>
                  </a:lnTo>
                  <a:lnTo>
                    <a:pt x="408505" y="1417645"/>
                  </a:lnTo>
                  <a:lnTo>
                    <a:pt x="439329" y="1420311"/>
                  </a:lnTo>
                  <a:lnTo>
                    <a:pt x="470590" y="1421136"/>
                  </a:lnTo>
                  <a:lnTo>
                    <a:pt x="502175" y="1420079"/>
                  </a:lnTo>
                  <a:lnTo>
                    <a:pt x="533971" y="1417103"/>
                  </a:lnTo>
                  <a:lnTo>
                    <a:pt x="565861" y="1412183"/>
                  </a:lnTo>
                  <a:lnTo>
                    <a:pt x="597725" y="1405298"/>
                  </a:lnTo>
                  <a:lnTo>
                    <a:pt x="629441" y="1396434"/>
                  </a:lnTo>
                  <a:lnTo>
                    <a:pt x="660886" y="1385586"/>
                  </a:lnTo>
                  <a:lnTo>
                    <a:pt x="691935" y="1372756"/>
                  </a:lnTo>
                  <a:lnTo>
                    <a:pt x="722465" y="1357954"/>
                  </a:lnTo>
                  <a:lnTo>
                    <a:pt x="752350" y="1341199"/>
                  </a:lnTo>
                  <a:lnTo>
                    <a:pt x="781465" y="1322516"/>
                  </a:lnTo>
                  <a:lnTo>
                    <a:pt x="809686" y="1301938"/>
                  </a:lnTo>
                  <a:lnTo>
                    <a:pt x="836891" y="1279507"/>
                  </a:lnTo>
                  <a:lnTo>
                    <a:pt x="862959" y="1255274"/>
                  </a:lnTo>
                  <a:lnTo>
                    <a:pt x="887773" y="1229294"/>
                  </a:lnTo>
                  <a:lnTo>
                    <a:pt x="911217" y="1201633"/>
                  </a:lnTo>
                  <a:lnTo>
                    <a:pt x="933178" y="1172364"/>
                  </a:lnTo>
                  <a:lnTo>
                    <a:pt x="953549" y="1141566"/>
                  </a:lnTo>
                  <a:lnTo>
                    <a:pt x="972226" y="1109326"/>
                  </a:lnTo>
                  <a:lnTo>
                    <a:pt x="989110" y="1075739"/>
                  </a:lnTo>
                  <a:lnTo>
                    <a:pt x="1004108" y="1040904"/>
                  </a:lnTo>
                  <a:lnTo>
                    <a:pt x="1017130" y="1004929"/>
                  </a:lnTo>
                  <a:lnTo>
                    <a:pt x="1028096" y="967926"/>
                  </a:lnTo>
                  <a:lnTo>
                    <a:pt x="1036930" y="930015"/>
                  </a:lnTo>
                  <a:lnTo>
                    <a:pt x="1043564" y="891318"/>
                  </a:lnTo>
                  <a:lnTo>
                    <a:pt x="1047935" y="851965"/>
                  </a:lnTo>
                  <a:lnTo>
                    <a:pt x="1049991" y="812089"/>
                  </a:lnTo>
                  <a:lnTo>
                    <a:pt x="1049686" y="771828"/>
                  </a:lnTo>
                  <a:lnTo>
                    <a:pt x="1046982" y="731321"/>
                  </a:lnTo>
                  <a:lnTo>
                    <a:pt x="1041850" y="690713"/>
                  </a:lnTo>
                  <a:lnTo>
                    <a:pt x="1034269" y="650150"/>
                  </a:lnTo>
                  <a:lnTo>
                    <a:pt x="1024229" y="609780"/>
                  </a:lnTo>
                  <a:lnTo>
                    <a:pt x="1011725" y="569754"/>
                  </a:lnTo>
                  <a:lnTo>
                    <a:pt x="996766" y="530221"/>
                  </a:lnTo>
                  <a:lnTo>
                    <a:pt x="979367" y="491334"/>
                  </a:lnTo>
                  <a:lnTo>
                    <a:pt x="959552" y="453242"/>
                  </a:lnTo>
                  <a:lnTo>
                    <a:pt x="937357" y="416097"/>
                  </a:lnTo>
                  <a:lnTo>
                    <a:pt x="912824" y="380046"/>
                  </a:lnTo>
                  <a:lnTo>
                    <a:pt x="886008" y="345237"/>
                  </a:lnTo>
                  <a:lnTo>
                    <a:pt x="856971" y="311813"/>
                  </a:lnTo>
                  <a:lnTo>
                    <a:pt x="825783" y="279917"/>
                  </a:lnTo>
                  <a:lnTo>
                    <a:pt x="792526" y="249685"/>
                  </a:lnTo>
                  <a:lnTo>
                    <a:pt x="757288" y="221250"/>
                  </a:lnTo>
                  <a:lnTo>
                    <a:pt x="720166" y="194743"/>
                  </a:lnTo>
                  <a:lnTo>
                    <a:pt x="681267" y="170284"/>
                  </a:lnTo>
                  <a:lnTo>
                    <a:pt x="640705" y="147992"/>
                  </a:lnTo>
                  <a:lnTo>
                    <a:pt x="598600" y="127979"/>
                  </a:lnTo>
                  <a:lnTo>
                    <a:pt x="555083" y="110347"/>
                  </a:lnTo>
                  <a:lnTo>
                    <a:pt x="510287" y="95193"/>
                  </a:lnTo>
                  <a:lnTo>
                    <a:pt x="464356" y="82607"/>
                  </a:lnTo>
                  <a:lnTo>
                    <a:pt x="417438" y="72670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565987" y="7709072"/>
              <a:ext cx="1061030" cy="949718"/>
            </a:xfrm>
            <a:custGeom>
              <a:avLst/>
              <a:pathLst>
                <a:path w="1061030" h="949718">
                  <a:moveTo>
                    <a:pt x="277145" y="65453"/>
                  </a:moveTo>
                  <a:lnTo>
                    <a:pt x="308727" y="52847"/>
                  </a:lnTo>
                  <a:lnTo>
                    <a:pt x="341251" y="41457"/>
                  </a:lnTo>
                  <a:lnTo>
                    <a:pt x="374669" y="31338"/>
                  </a:lnTo>
                  <a:lnTo>
                    <a:pt x="408932" y="22540"/>
                  </a:lnTo>
                  <a:lnTo>
                    <a:pt x="443986" y="15112"/>
                  </a:lnTo>
                  <a:lnTo>
                    <a:pt x="479777" y="9100"/>
                  </a:lnTo>
                  <a:lnTo>
                    <a:pt x="516246" y="4550"/>
                  </a:lnTo>
                  <a:lnTo>
                    <a:pt x="553335" y="1503"/>
                  </a:lnTo>
                  <a:lnTo>
                    <a:pt x="590980" y="0"/>
                  </a:lnTo>
                  <a:lnTo>
                    <a:pt x="629118" y="76"/>
                  </a:lnTo>
                  <a:lnTo>
                    <a:pt x="667682" y="1768"/>
                  </a:lnTo>
                  <a:lnTo>
                    <a:pt x="706605" y="5106"/>
                  </a:lnTo>
                  <a:lnTo>
                    <a:pt x="745816" y="10120"/>
                  </a:lnTo>
                  <a:lnTo>
                    <a:pt x="785245" y="16835"/>
                  </a:lnTo>
                  <a:lnTo>
                    <a:pt x="824817" y="25274"/>
                  </a:lnTo>
                  <a:lnTo>
                    <a:pt x="864459" y="35457"/>
                  </a:lnTo>
                  <a:lnTo>
                    <a:pt x="904095" y="47402"/>
                  </a:lnTo>
                  <a:lnTo>
                    <a:pt x="943649" y="61120"/>
                  </a:lnTo>
                  <a:lnTo>
                    <a:pt x="983042" y="76623"/>
                  </a:lnTo>
                  <a:lnTo>
                    <a:pt x="1022195" y="93916"/>
                  </a:lnTo>
                  <a:lnTo>
                    <a:pt x="1061030" y="113004"/>
                  </a:lnTo>
                  <a:lnTo>
                    <a:pt x="1060974" y="162753"/>
                  </a:lnTo>
                  <a:lnTo>
                    <a:pt x="1058528" y="211635"/>
                  </a:lnTo>
                  <a:lnTo>
                    <a:pt x="1053751" y="259545"/>
                  </a:lnTo>
                  <a:lnTo>
                    <a:pt x="1046704" y="306385"/>
                  </a:lnTo>
                  <a:lnTo>
                    <a:pt x="1037454" y="352060"/>
                  </a:lnTo>
                  <a:lnTo>
                    <a:pt x="1026068" y="396475"/>
                  </a:lnTo>
                  <a:lnTo>
                    <a:pt x="1012621" y="439541"/>
                  </a:lnTo>
                  <a:lnTo>
                    <a:pt x="997190" y="481171"/>
                  </a:lnTo>
                  <a:lnTo>
                    <a:pt x="979853" y="521284"/>
                  </a:lnTo>
                  <a:lnTo>
                    <a:pt x="960696" y="559799"/>
                  </a:lnTo>
                  <a:lnTo>
                    <a:pt x="939804" y="596642"/>
                  </a:lnTo>
                  <a:lnTo>
                    <a:pt x="917267" y="631742"/>
                  </a:lnTo>
                  <a:lnTo>
                    <a:pt x="893177" y="665031"/>
                  </a:lnTo>
                  <a:lnTo>
                    <a:pt x="867629" y="696447"/>
                  </a:lnTo>
                  <a:lnTo>
                    <a:pt x="840719" y="725931"/>
                  </a:lnTo>
                  <a:lnTo>
                    <a:pt x="812549" y="753428"/>
                  </a:lnTo>
                  <a:lnTo>
                    <a:pt x="783218" y="778890"/>
                  </a:lnTo>
                  <a:lnTo>
                    <a:pt x="752830" y="802270"/>
                  </a:lnTo>
                  <a:lnTo>
                    <a:pt x="721491" y="823528"/>
                  </a:lnTo>
                  <a:lnTo>
                    <a:pt x="689306" y="842627"/>
                  </a:lnTo>
                  <a:lnTo>
                    <a:pt x="656385" y="859537"/>
                  </a:lnTo>
                  <a:lnTo>
                    <a:pt x="622835" y="874232"/>
                  </a:lnTo>
                  <a:lnTo>
                    <a:pt x="588766" y="886688"/>
                  </a:lnTo>
                  <a:lnTo>
                    <a:pt x="554290" y="896889"/>
                  </a:lnTo>
                  <a:lnTo>
                    <a:pt x="528453" y="914863"/>
                  </a:lnTo>
                  <a:lnTo>
                    <a:pt x="501592" y="929160"/>
                  </a:lnTo>
                  <a:lnTo>
                    <a:pt x="474099" y="939734"/>
                  </a:lnTo>
                  <a:lnTo>
                    <a:pt x="446366" y="946577"/>
                  </a:lnTo>
                  <a:lnTo>
                    <a:pt x="418784" y="949718"/>
                  </a:lnTo>
                  <a:lnTo>
                    <a:pt x="391736" y="949221"/>
                  </a:lnTo>
                  <a:lnTo>
                    <a:pt x="365597" y="945188"/>
                  </a:lnTo>
                  <a:lnTo>
                    <a:pt x="340731" y="937754"/>
                  </a:lnTo>
                  <a:lnTo>
                    <a:pt x="317484" y="927087"/>
                  </a:lnTo>
                  <a:lnTo>
                    <a:pt x="296186" y="913389"/>
                  </a:lnTo>
                  <a:lnTo>
                    <a:pt x="277145" y="896889"/>
                  </a:lnTo>
                  <a:lnTo>
                    <a:pt x="277145" y="896889"/>
                  </a:lnTo>
                  <a:lnTo>
                    <a:pt x="277145" y="896889"/>
                  </a:lnTo>
                  <a:lnTo>
                    <a:pt x="258104" y="913389"/>
                  </a:lnTo>
                  <a:lnTo>
                    <a:pt x="236806" y="927087"/>
                  </a:lnTo>
                  <a:lnTo>
                    <a:pt x="213559" y="937754"/>
                  </a:lnTo>
                  <a:lnTo>
                    <a:pt x="188692" y="945188"/>
                  </a:lnTo>
                  <a:lnTo>
                    <a:pt x="162554" y="949221"/>
                  </a:lnTo>
                  <a:lnTo>
                    <a:pt x="135506" y="949718"/>
                  </a:lnTo>
                  <a:lnTo>
                    <a:pt x="107924" y="946577"/>
                  </a:lnTo>
                  <a:lnTo>
                    <a:pt x="80191" y="939734"/>
                  </a:lnTo>
                  <a:lnTo>
                    <a:pt x="52698" y="929160"/>
                  </a:lnTo>
                  <a:lnTo>
                    <a:pt x="25836" y="914863"/>
                  </a:lnTo>
                  <a:lnTo>
                    <a:pt x="0" y="896889"/>
                  </a:lnTo>
                  <a:lnTo>
                    <a:pt x="1334" y="869724"/>
                  </a:lnTo>
                  <a:lnTo>
                    <a:pt x="5325" y="842821"/>
                  </a:lnTo>
                  <a:lnTo>
                    <a:pt x="11933" y="816438"/>
                  </a:lnTo>
                  <a:lnTo>
                    <a:pt x="21096" y="790830"/>
                  </a:lnTo>
                  <a:lnTo>
                    <a:pt x="32724" y="766244"/>
                  </a:lnTo>
                  <a:lnTo>
                    <a:pt x="46707" y="742916"/>
                  </a:lnTo>
                  <a:lnTo>
                    <a:pt x="62909" y="721070"/>
                  </a:lnTo>
                  <a:lnTo>
                    <a:pt x="81173" y="700918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811531" y="774292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2595416" y="7790475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088676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811531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534385" y="8574361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615559" y="8378389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843132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843132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1843132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1843132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1843132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1059247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34551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1059247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1711093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490871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982204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481773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1701994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709069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47390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718168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16833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167364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01" name="rc401"/>
            <p:cNvSpPr/>
            <p:nvPr/>
          </p:nvSpPr>
          <p:spPr>
            <a:xfrm>
              <a:off x="3326634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3326634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3654633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4" name="tx404"/>
            <p:cNvSpPr/>
            <p:nvPr/>
          </p:nvSpPr>
          <p:spPr>
            <a:xfrm>
              <a:off x="4481129" y="6921429"/>
              <a:ext cx="123809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 (n=10)</a:t>
              </a:r>
            </a:p>
          </p:txBody>
        </p:sp>
        <p:sp>
          <p:nvSpPr>
            <p:cNvPr id="405" name="rc405"/>
            <p:cNvSpPr/>
            <p:nvPr/>
          </p:nvSpPr>
          <p:spPr>
            <a:xfrm>
              <a:off x="3714451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5100177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5100177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5100177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5100177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5100177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4218306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853023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4218306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4545957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991736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853180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4268741" y="7822076"/>
              <a:ext cx="1615321" cy="1015351"/>
            </a:xfrm>
            <a:custGeom>
              <a:avLst/>
              <a:pathLst>
                <a:path w="1615321" h="1015351">
                  <a:moveTo>
                    <a:pt x="831436" y="506740"/>
                  </a:moveTo>
                  <a:lnTo>
                    <a:pt x="841637" y="472263"/>
                  </a:lnTo>
                  <a:lnTo>
                    <a:pt x="854093" y="438195"/>
                  </a:lnTo>
                  <a:lnTo>
                    <a:pt x="868787" y="404645"/>
                  </a:lnTo>
                  <a:lnTo>
                    <a:pt x="885698" y="371723"/>
                  </a:lnTo>
                  <a:lnTo>
                    <a:pt x="904797" y="339539"/>
                  </a:lnTo>
                  <a:lnTo>
                    <a:pt x="926055" y="308200"/>
                  </a:lnTo>
                  <a:lnTo>
                    <a:pt x="949435" y="277812"/>
                  </a:lnTo>
                  <a:lnTo>
                    <a:pt x="974897" y="248481"/>
                  </a:lnTo>
                  <a:lnTo>
                    <a:pt x="1002394" y="220310"/>
                  </a:lnTo>
                  <a:lnTo>
                    <a:pt x="1031878" y="193401"/>
                  </a:lnTo>
                  <a:lnTo>
                    <a:pt x="1063294" y="167853"/>
                  </a:lnTo>
                  <a:lnTo>
                    <a:pt x="1096583" y="143763"/>
                  </a:lnTo>
                  <a:lnTo>
                    <a:pt x="1131683" y="121226"/>
                  </a:lnTo>
                  <a:lnTo>
                    <a:pt x="1168526" y="100334"/>
                  </a:lnTo>
                  <a:lnTo>
                    <a:pt x="1207041" y="81176"/>
                  </a:lnTo>
                  <a:lnTo>
                    <a:pt x="1247154" y="63840"/>
                  </a:lnTo>
                  <a:lnTo>
                    <a:pt x="1288784" y="48409"/>
                  </a:lnTo>
                  <a:lnTo>
                    <a:pt x="1331850" y="34962"/>
                  </a:lnTo>
                  <a:lnTo>
                    <a:pt x="1376265" y="23576"/>
                  </a:lnTo>
                  <a:lnTo>
                    <a:pt x="1421939" y="14325"/>
                  </a:lnTo>
                  <a:lnTo>
                    <a:pt x="1468780" y="7279"/>
                  </a:lnTo>
                  <a:lnTo>
                    <a:pt x="1516690" y="2502"/>
                  </a:lnTo>
                  <a:lnTo>
                    <a:pt x="1565571" y="56"/>
                  </a:lnTo>
                  <a:lnTo>
                    <a:pt x="1615321" y="0"/>
                  </a:lnTo>
                  <a:lnTo>
                    <a:pt x="1609232" y="43361"/>
                  </a:lnTo>
                  <a:lnTo>
                    <a:pt x="1601502" y="85937"/>
                  </a:lnTo>
                  <a:lnTo>
                    <a:pt x="1592167" y="127674"/>
                  </a:lnTo>
                  <a:lnTo>
                    <a:pt x="1581262" y="168518"/>
                  </a:lnTo>
                  <a:lnTo>
                    <a:pt x="1568828" y="208418"/>
                  </a:lnTo>
                  <a:lnTo>
                    <a:pt x="1554903" y="247325"/>
                  </a:lnTo>
                  <a:lnTo>
                    <a:pt x="1539529" y="285189"/>
                  </a:lnTo>
                  <a:lnTo>
                    <a:pt x="1522749" y="321964"/>
                  </a:lnTo>
                  <a:lnTo>
                    <a:pt x="1504609" y="357603"/>
                  </a:lnTo>
                  <a:lnTo>
                    <a:pt x="1485153" y="392062"/>
                  </a:lnTo>
                  <a:lnTo>
                    <a:pt x="1464430" y="425298"/>
                  </a:lnTo>
                  <a:lnTo>
                    <a:pt x="1442486" y="457271"/>
                  </a:lnTo>
                  <a:lnTo>
                    <a:pt x="1419374" y="487942"/>
                  </a:lnTo>
                  <a:lnTo>
                    <a:pt x="1395142" y="517271"/>
                  </a:lnTo>
                  <a:lnTo>
                    <a:pt x="1369845" y="545225"/>
                  </a:lnTo>
                  <a:lnTo>
                    <a:pt x="1343533" y="571767"/>
                  </a:lnTo>
                  <a:lnTo>
                    <a:pt x="1316263" y="596866"/>
                  </a:lnTo>
                  <a:lnTo>
                    <a:pt x="1288089" y="620492"/>
                  </a:lnTo>
                  <a:lnTo>
                    <a:pt x="1259066" y="642615"/>
                  </a:lnTo>
                  <a:lnTo>
                    <a:pt x="1229253" y="663208"/>
                  </a:lnTo>
                  <a:lnTo>
                    <a:pt x="1198706" y="682247"/>
                  </a:lnTo>
                  <a:lnTo>
                    <a:pt x="1167485" y="699709"/>
                  </a:lnTo>
                  <a:lnTo>
                    <a:pt x="1135648" y="715572"/>
                  </a:lnTo>
                  <a:lnTo>
                    <a:pt x="1103256" y="729817"/>
                  </a:lnTo>
                  <a:lnTo>
                    <a:pt x="1070368" y="742426"/>
                  </a:lnTo>
                  <a:lnTo>
                    <a:pt x="1037045" y="753386"/>
                  </a:lnTo>
                  <a:lnTo>
                    <a:pt x="1003349" y="762681"/>
                  </a:lnTo>
                  <a:lnTo>
                    <a:pt x="969341" y="770302"/>
                  </a:lnTo>
                  <a:lnTo>
                    <a:pt x="935083" y="776239"/>
                  </a:lnTo>
                  <a:lnTo>
                    <a:pt x="900638" y="780485"/>
                  </a:lnTo>
                  <a:lnTo>
                    <a:pt x="866068" y="783035"/>
                  </a:lnTo>
                  <a:lnTo>
                    <a:pt x="831436" y="783885"/>
                  </a:lnTo>
                  <a:lnTo>
                    <a:pt x="856566" y="785682"/>
                  </a:lnTo>
                  <a:lnTo>
                    <a:pt x="881313" y="791056"/>
                  </a:lnTo>
                  <a:lnTo>
                    <a:pt x="905293" y="799952"/>
                  </a:lnTo>
                  <a:lnTo>
                    <a:pt x="928133" y="812278"/>
                  </a:lnTo>
                  <a:lnTo>
                    <a:pt x="949468" y="827909"/>
                  </a:lnTo>
                  <a:lnTo>
                    <a:pt x="968945" y="846683"/>
                  </a:lnTo>
                  <a:lnTo>
                    <a:pt x="986228" y="868408"/>
                  </a:lnTo>
                  <a:lnTo>
                    <a:pt x="1000999" y="892857"/>
                  </a:lnTo>
                  <a:lnTo>
                    <a:pt x="1012962" y="919774"/>
                  </a:lnTo>
                  <a:lnTo>
                    <a:pt x="1021847" y="948877"/>
                  </a:lnTo>
                  <a:lnTo>
                    <a:pt x="1027407" y="979856"/>
                  </a:lnTo>
                  <a:lnTo>
                    <a:pt x="996428" y="974296"/>
                  </a:lnTo>
                  <a:lnTo>
                    <a:pt x="967325" y="965412"/>
                  </a:lnTo>
                  <a:lnTo>
                    <a:pt x="940407" y="953448"/>
                  </a:lnTo>
                  <a:lnTo>
                    <a:pt x="915958" y="938677"/>
                  </a:lnTo>
                  <a:lnTo>
                    <a:pt x="894234" y="921394"/>
                  </a:lnTo>
                  <a:lnTo>
                    <a:pt x="875459" y="901917"/>
                  </a:lnTo>
                  <a:lnTo>
                    <a:pt x="859829" y="880583"/>
                  </a:lnTo>
                  <a:lnTo>
                    <a:pt x="847502" y="857743"/>
                  </a:lnTo>
                  <a:lnTo>
                    <a:pt x="838607" y="833762"/>
                  </a:lnTo>
                  <a:lnTo>
                    <a:pt x="833233" y="809016"/>
                  </a:lnTo>
                  <a:lnTo>
                    <a:pt x="831436" y="783885"/>
                  </a:lnTo>
                  <a:lnTo>
                    <a:pt x="829638" y="809016"/>
                  </a:lnTo>
                  <a:lnTo>
                    <a:pt x="824264" y="833762"/>
                  </a:lnTo>
                  <a:lnTo>
                    <a:pt x="815369" y="857743"/>
                  </a:lnTo>
                  <a:lnTo>
                    <a:pt x="803042" y="880583"/>
                  </a:lnTo>
                  <a:lnTo>
                    <a:pt x="787412" y="901917"/>
                  </a:lnTo>
                  <a:lnTo>
                    <a:pt x="768637" y="921394"/>
                  </a:lnTo>
                  <a:lnTo>
                    <a:pt x="746913" y="938677"/>
                  </a:lnTo>
                  <a:lnTo>
                    <a:pt x="722464" y="953448"/>
                  </a:lnTo>
                  <a:lnTo>
                    <a:pt x="695546" y="965412"/>
                  </a:lnTo>
                  <a:lnTo>
                    <a:pt x="666443" y="974296"/>
                  </a:lnTo>
                  <a:lnTo>
                    <a:pt x="635464" y="979856"/>
                  </a:lnTo>
                  <a:lnTo>
                    <a:pt x="606070" y="991349"/>
                  </a:lnTo>
                  <a:lnTo>
                    <a:pt x="575427" y="1000713"/>
                  </a:lnTo>
                  <a:lnTo>
                    <a:pt x="543664" y="1007867"/>
                  </a:lnTo>
                  <a:lnTo>
                    <a:pt x="510911" y="1012735"/>
                  </a:lnTo>
                  <a:lnTo>
                    <a:pt x="477305" y="1015250"/>
                  </a:lnTo>
                  <a:lnTo>
                    <a:pt x="442985" y="1015351"/>
                  </a:lnTo>
                  <a:lnTo>
                    <a:pt x="408094" y="1012986"/>
                  </a:lnTo>
                  <a:lnTo>
                    <a:pt x="372779" y="1008108"/>
                  </a:lnTo>
                  <a:lnTo>
                    <a:pt x="337189" y="1000682"/>
                  </a:lnTo>
                  <a:lnTo>
                    <a:pt x="301475" y="990676"/>
                  </a:lnTo>
                  <a:lnTo>
                    <a:pt x="265789" y="978072"/>
                  </a:lnTo>
                  <a:lnTo>
                    <a:pt x="230287" y="962855"/>
                  </a:lnTo>
                  <a:lnTo>
                    <a:pt x="195124" y="945021"/>
                  </a:lnTo>
                  <a:lnTo>
                    <a:pt x="160457" y="924574"/>
                  </a:lnTo>
                  <a:lnTo>
                    <a:pt x="126440" y="901528"/>
                  </a:lnTo>
                  <a:lnTo>
                    <a:pt x="93232" y="875902"/>
                  </a:lnTo>
                  <a:lnTo>
                    <a:pt x="60986" y="847726"/>
                  </a:lnTo>
                  <a:lnTo>
                    <a:pt x="29858" y="817038"/>
                  </a:lnTo>
                  <a:lnTo>
                    <a:pt x="0" y="783885"/>
                  </a:lnTo>
                  <a:lnTo>
                    <a:pt x="32343" y="759739"/>
                  </a:lnTo>
                  <a:lnTo>
                    <a:pt x="65356" y="737546"/>
                  </a:lnTo>
                  <a:lnTo>
                    <a:pt x="98953" y="717323"/>
                  </a:lnTo>
                  <a:lnTo>
                    <a:pt x="133042" y="699085"/>
                  </a:lnTo>
                  <a:lnTo>
                    <a:pt x="167536" y="682841"/>
                  </a:lnTo>
                  <a:lnTo>
                    <a:pt x="202346" y="668600"/>
                  </a:lnTo>
                  <a:lnTo>
                    <a:pt x="237381" y="656364"/>
                  </a:lnTo>
                  <a:lnTo>
                    <a:pt x="272552" y="646133"/>
                  </a:lnTo>
                  <a:lnTo>
                    <a:pt x="307771" y="637903"/>
                  </a:lnTo>
                  <a:lnTo>
                    <a:pt x="342950" y="631667"/>
                  </a:lnTo>
                  <a:lnTo>
                    <a:pt x="377999" y="627414"/>
                  </a:lnTo>
                  <a:lnTo>
                    <a:pt x="412832" y="625130"/>
                  </a:lnTo>
                  <a:lnTo>
                    <a:pt x="447362" y="624797"/>
                  </a:lnTo>
                  <a:lnTo>
                    <a:pt x="481503" y="626393"/>
                  </a:lnTo>
                  <a:lnTo>
                    <a:pt x="515171" y="629895"/>
                  </a:lnTo>
                  <a:lnTo>
                    <a:pt x="548282" y="635274"/>
                  </a:lnTo>
                  <a:lnTo>
                    <a:pt x="580753" y="642499"/>
                  </a:lnTo>
                  <a:lnTo>
                    <a:pt x="612504" y="651536"/>
                  </a:lnTo>
                  <a:lnTo>
                    <a:pt x="643456" y="662347"/>
                  </a:lnTo>
                  <a:lnTo>
                    <a:pt x="673530" y="674890"/>
                  </a:lnTo>
                  <a:lnTo>
                    <a:pt x="702651" y="689123"/>
                  </a:lnTo>
                  <a:lnTo>
                    <a:pt x="730744" y="704998"/>
                  </a:lnTo>
                  <a:lnTo>
                    <a:pt x="757739" y="722466"/>
                  </a:lnTo>
                  <a:lnTo>
                    <a:pt x="783563" y="741474"/>
                  </a:lnTo>
                  <a:lnTo>
                    <a:pt x="808151" y="761966"/>
                  </a:lnTo>
                  <a:lnTo>
                    <a:pt x="831436" y="783885"/>
                  </a:lnTo>
                  <a:lnTo>
                    <a:pt x="824098" y="778778"/>
                  </a:lnTo>
                  <a:lnTo>
                    <a:pt x="815188" y="776420"/>
                  </a:lnTo>
                  <a:lnTo>
                    <a:pt x="805471" y="777162"/>
                  </a:lnTo>
                  <a:lnTo>
                    <a:pt x="795778" y="781169"/>
                  </a:lnTo>
                  <a:lnTo>
                    <a:pt x="786964" y="788407"/>
                  </a:lnTo>
                  <a:lnTo>
                    <a:pt x="779864" y="798641"/>
                  </a:lnTo>
                  <a:lnTo>
                    <a:pt x="775250" y="811445"/>
                  </a:lnTo>
                  <a:lnTo>
                    <a:pt x="773787" y="826217"/>
                  </a:lnTo>
                  <a:lnTo>
                    <a:pt x="776000" y="842203"/>
                  </a:lnTo>
                  <a:lnTo>
                    <a:pt x="782238" y="858533"/>
                  </a:lnTo>
                  <a:lnTo>
                    <a:pt x="792654" y="874257"/>
                  </a:lnTo>
                  <a:lnTo>
                    <a:pt x="807185" y="888390"/>
                  </a:lnTo>
                  <a:lnTo>
                    <a:pt x="825549" y="899958"/>
                  </a:lnTo>
                  <a:lnTo>
                    <a:pt x="847248" y="908044"/>
                  </a:lnTo>
                  <a:lnTo>
                    <a:pt x="871581" y="911837"/>
                  </a:lnTo>
                  <a:lnTo>
                    <a:pt x="897664" y="910672"/>
                  </a:lnTo>
                  <a:lnTo>
                    <a:pt x="924465" y="904069"/>
                  </a:lnTo>
                  <a:lnTo>
                    <a:pt x="950843" y="891765"/>
                  </a:lnTo>
                  <a:lnTo>
                    <a:pt x="975589" y="873736"/>
                  </a:lnTo>
                  <a:lnTo>
                    <a:pt x="997482" y="850212"/>
                  </a:lnTo>
                  <a:lnTo>
                    <a:pt x="1015336" y="821677"/>
                  </a:lnTo>
                  <a:lnTo>
                    <a:pt x="1028056" y="788867"/>
                  </a:lnTo>
                  <a:lnTo>
                    <a:pt x="1034688" y="752748"/>
                  </a:lnTo>
                  <a:lnTo>
                    <a:pt x="1034467" y="714487"/>
                  </a:lnTo>
                  <a:lnTo>
                    <a:pt x="1026856" y="675418"/>
                  </a:lnTo>
                  <a:lnTo>
                    <a:pt x="1011584" y="636993"/>
                  </a:lnTo>
                  <a:lnTo>
                    <a:pt x="988667" y="600732"/>
                  </a:lnTo>
                  <a:lnTo>
                    <a:pt x="958424" y="568162"/>
                  </a:lnTo>
                  <a:lnTo>
                    <a:pt x="921480" y="540759"/>
                  </a:lnTo>
                  <a:lnTo>
                    <a:pt x="878752" y="519887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268741" y="7822076"/>
              <a:ext cx="1615321" cy="1015351"/>
            </a:xfrm>
            <a:custGeom>
              <a:avLst/>
              <a:pathLst>
                <a:path w="1615321" h="1015351">
                  <a:moveTo>
                    <a:pt x="831436" y="506740"/>
                  </a:moveTo>
                  <a:lnTo>
                    <a:pt x="841637" y="472263"/>
                  </a:lnTo>
                  <a:lnTo>
                    <a:pt x="854093" y="438195"/>
                  </a:lnTo>
                  <a:lnTo>
                    <a:pt x="868787" y="404645"/>
                  </a:lnTo>
                  <a:lnTo>
                    <a:pt x="885698" y="371723"/>
                  </a:lnTo>
                  <a:lnTo>
                    <a:pt x="904797" y="339539"/>
                  </a:lnTo>
                  <a:lnTo>
                    <a:pt x="926055" y="308200"/>
                  </a:lnTo>
                  <a:lnTo>
                    <a:pt x="949435" y="277812"/>
                  </a:lnTo>
                  <a:lnTo>
                    <a:pt x="974897" y="248481"/>
                  </a:lnTo>
                  <a:lnTo>
                    <a:pt x="1002394" y="220310"/>
                  </a:lnTo>
                  <a:lnTo>
                    <a:pt x="1031878" y="193401"/>
                  </a:lnTo>
                  <a:lnTo>
                    <a:pt x="1063294" y="167853"/>
                  </a:lnTo>
                  <a:lnTo>
                    <a:pt x="1096583" y="143763"/>
                  </a:lnTo>
                  <a:lnTo>
                    <a:pt x="1131683" y="121226"/>
                  </a:lnTo>
                  <a:lnTo>
                    <a:pt x="1168526" y="100334"/>
                  </a:lnTo>
                  <a:lnTo>
                    <a:pt x="1207041" y="81176"/>
                  </a:lnTo>
                  <a:lnTo>
                    <a:pt x="1247154" y="63840"/>
                  </a:lnTo>
                  <a:lnTo>
                    <a:pt x="1288784" y="48409"/>
                  </a:lnTo>
                  <a:lnTo>
                    <a:pt x="1331850" y="34962"/>
                  </a:lnTo>
                  <a:lnTo>
                    <a:pt x="1376265" y="23576"/>
                  </a:lnTo>
                  <a:lnTo>
                    <a:pt x="1421939" y="14325"/>
                  </a:lnTo>
                  <a:lnTo>
                    <a:pt x="1468780" y="7279"/>
                  </a:lnTo>
                  <a:lnTo>
                    <a:pt x="1516690" y="2502"/>
                  </a:lnTo>
                  <a:lnTo>
                    <a:pt x="1565571" y="56"/>
                  </a:lnTo>
                  <a:lnTo>
                    <a:pt x="1615321" y="0"/>
                  </a:lnTo>
                  <a:lnTo>
                    <a:pt x="1609232" y="43361"/>
                  </a:lnTo>
                  <a:lnTo>
                    <a:pt x="1601502" y="85937"/>
                  </a:lnTo>
                  <a:lnTo>
                    <a:pt x="1592167" y="127674"/>
                  </a:lnTo>
                  <a:lnTo>
                    <a:pt x="1581262" y="168518"/>
                  </a:lnTo>
                  <a:lnTo>
                    <a:pt x="1568828" y="208418"/>
                  </a:lnTo>
                  <a:lnTo>
                    <a:pt x="1554903" y="247325"/>
                  </a:lnTo>
                  <a:lnTo>
                    <a:pt x="1539529" y="285189"/>
                  </a:lnTo>
                  <a:lnTo>
                    <a:pt x="1522749" y="321964"/>
                  </a:lnTo>
                  <a:lnTo>
                    <a:pt x="1504609" y="357603"/>
                  </a:lnTo>
                  <a:lnTo>
                    <a:pt x="1485153" y="392062"/>
                  </a:lnTo>
                  <a:lnTo>
                    <a:pt x="1464430" y="425298"/>
                  </a:lnTo>
                  <a:lnTo>
                    <a:pt x="1442486" y="457271"/>
                  </a:lnTo>
                  <a:lnTo>
                    <a:pt x="1419374" y="487942"/>
                  </a:lnTo>
                  <a:lnTo>
                    <a:pt x="1395142" y="517271"/>
                  </a:lnTo>
                  <a:lnTo>
                    <a:pt x="1369845" y="545225"/>
                  </a:lnTo>
                  <a:lnTo>
                    <a:pt x="1343533" y="571767"/>
                  </a:lnTo>
                  <a:lnTo>
                    <a:pt x="1316263" y="596866"/>
                  </a:lnTo>
                  <a:lnTo>
                    <a:pt x="1288089" y="620492"/>
                  </a:lnTo>
                  <a:lnTo>
                    <a:pt x="1259066" y="642615"/>
                  </a:lnTo>
                  <a:lnTo>
                    <a:pt x="1229253" y="663208"/>
                  </a:lnTo>
                  <a:lnTo>
                    <a:pt x="1198706" y="682247"/>
                  </a:lnTo>
                  <a:lnTo>
                    <a:pt x="1167485" y="699709"/>
                  </a:lnTo>
                  <a:lnTo>
                    <a:pt x="1135648" y="715572"/>
                  </a:lnTo>
                  <a:lnTo>
                    <a:pt x="1103256" y="729817"/>
                  </a:lnTo>
                  <a:lnTo>
                    <a:pt x="1070368" y="742426"/>
                  </a:lnTo>
                  <a:lnTo>
                    <a:pt x="1037045" y="753386"/>
                  </a:lnTo>
                  <a:lnTo>
                    <a:pt x="1003349" y="762681"/>
                  </a:lnTo>
                  <a:lnTo>
                    <a:pt x="969341" y="770302"/>
                  </a:lnTo>
                  <a:lnTo>
                    <a:pt x="935083" y="776239"/>
                  </a:lnTo>
                  <a:lnTo>
                    <a:pt x="900638" y="780485"/>
                  </a:lnTo>
                  <a:lnTo>
                    <a:pt x="866068" y="783035"/>
                  </a:lnTo>
                  <a:lnTo>
                    <a:pt x="831436" y="783885"/>
                  </a:lnTo>
                  <a:lnTo>
                    <a:pt x="856566" y="785682"/>
                  </a:lnTo>
                  <a:lnTo>
                    <a:pt x="881313" y="791056"/>
                  </a:lnTo>
                  <a:lnTo>
                    <a:pt x="905293" y="799952"/>
                  </a:lnTo>
                  <a:lnTo>
                    <a:pt x="928133" y="812278"/>
                  </a:lnTo>
                  <a:lnTo>
                    <a:pt x="949468" y="827909"/>
                  </a:lnTo>
                  <a:lnTo>
                    <a:pt x="968945" y="846683"/>
                  </a:lnTo>
                  <a:lnTo>
                    <a:pt x="986228" y="868408"/>
                  </a:lnTo>
                  <a:lnTo>
                    <a:pt x="1000999" y="892857"/>
                  </a:lnTo>
                  <a:lnTo>
                    <a:pt x="1012962" y="919774"/>
                  </a:lnTo>
                  <a:lnTo>
                    <a:pt x="1021847" y="948877"/>
                  </a:lnTo>
                  <a:lnTo>
                    <a:pt x="1027407" y="979856"/>
                  </a:lnTo>
                  <a:lnTo>
                    <a:pt x="996428" y="974296"/>
                  </a:lnTo>
                  <a:lnTo>
                    <a:pt x="967325" y="965412"/>
                  </a:lnTo>
                  <a:lnTo>
                    <a:pt x="940407" y="953448"/>
                  </a:lnTo>
                  <a:lnTo>
                    <a:pt x="915958" y="938677"/>
                  </a:lnTo>
                  <a:lnTo>
                    <a:pt x="894234" y="921394"/>
                  </a:lnTo>
                  <a:lnTo>
                    <a:pt x="875459" y="901917"/>
                  </a:lnTo>
                  <a:lnTo>
                    <a:pt x="859829" y="880583"/>
                  </a:lnTo>
                  <a:lnTo>
                    <a:pt x="847502" y="857743"/>
                  </a:lnTo>
                  <a:lnTo>
                    <a:pt x="838607" y="833762"/>
                  </a:lnTo>
                  <a:lnTo>
                    <a:pt x="833233" y="809016"/>
                  </a:lnTo>
                  <a:lnTo>
                    <a:pt x="831436" y="783885"/>
                  </a:lnTo>
                  <a:lnTo>
                    <a:pt x="829638" y="809016"/>
                  </a:lnTo>
                  <a:lnTo>
                    <a:pt x="824264" y="833762"/>
                  </a:lnTo>
                  <a:lnTo>
                    <a:pt x="815369" y="857743"/>
                  </a:lnTo>
                  <a:lnTo>
                    <a:pt x="803042" y="880583"/>
                  </a:lnTo>
                  <a:lnTo>
                    <a:pt x="787412" y="901917"/>
                  </a:lnTo>
                  <a:lnTo>
                    <a:pt x="768637" y="921394"/>
                  </a:lnTo>
                  <a:lnTo>
                    <a:pt x="746913" y="938677"/>
                  </a:lnTo>
                  <a:lnTo>
                    <a:pt x="722464" y="953448"/>
                  </a:lnTo>
                  <a:lnTo>
                    <a:pt x="695546" y="965412"/>
                  </a:lnTo>
                  <a:lnTo>
                    <a:pt x="666443" y="974296"/>
                  </a:lnTo>
                  <a:lnTo>
                    <a:pt x="635464" y="979856"/>
                  </a:lnTo>
                  <a:lnTo>
                    <a:pt x="606070" y="991349"/>
                  </a:lnTo>
                  <a:lnTo>
                    <a:pt x="575427" y="1000713"/>
                  </a:lnTo>
                  <a:lnTo>
                    <a:pt x="543664" y="1007867"/>
                  </a:lnTo>
                  <a:lnTo>
                    <a:pt x="510911" y="1012735"/>
                  </a:lnTo>
                  <a:lnTo>
                    <a:pt x="477305" y="1015250"/>
                  </a:lnTo>
                  <a:lnTo>
                    <a:pt x="442985" y="1015351"/>
                  </a:lnTo>
                  <a:lnTo>
                    <a:pt x="408094" y="1012986"/>
                  </a:lnTo>
                  <a:lnTo>
                    <a:pt x="372779" y="1008108"/>
                  </a:lnTo>
                  <a:lnTo>
                    <a:pt x="337189" y="1000682"/>
                  </a:lnTo>
                  <a:lnTo>
                    <a:pt x="301475" y="990676"/>
                  </a:lnTo>
                  <a:lnTo>
                    <a:pt x="265789" y="978072"/>
                  </a:lnTo>
                  <a:lnTo>
                    <a:pt x="230287" y="962855"/>
                  </a:lnTo>
                  <a:lnTo>
                    <a:pt x="195124" y="945021"/>
                  </a:lnTo>
                  <a:lnTo>
                    <a:pt x="160457" y="924574"/>
                  </a:lnTo>
                  <a:lnTo>
                    <a:pt x="126440" y="901528"/>
                  </a:lnTo>
                  <a:lnTo>
                    <a:pt x="93232" y="875902"/>
                  </a:lnTo>
                  <a:lnTo>
                    <a:pt x="60986" y="847726"/>
                  </a:lnTo>
                  <a:lnTo>
                    <a:pt x="29858" y="817038"/>
                  </a:lnTo>
                  <a:lnTo>
                    <a:pt x="0" y="783885"/>
                  </a:lnTo>
                  <a:lnTo>
                    <a:pt x="32343" y="759739"/>
                  </a:lnTo>
                  <a:lnTo>
                    <a:pt x="65356" y="737546"/>
                  </a:lnTo>
                  <a:lnTo>
                    <a:pt x="98953" y="717323"/>
                  </a:lnTo>
                  <a:lnTo>
                    <a:pt x="133042" y="699085"/>
                  </a:lnTo>
                  <a:lnTo>
                    <a:pt x="167536" y="682841"/>
                  </a:lnTo>
                  <a:lnTo>
                    <a:pt x="202346" y="668600"/>
                  </a:lnTo>
                  <a:lnTo>
                    <a:pt x="237381" y="656364"/>
                  </a:lnTo>
                  <a:lnTo>
                    <a:pt x="272552" y="646133"/>
                  </a:lnTo>
                  <a:lnTo>
                    <a:pt x="307771" y="637903"/>
                  </a:lnTo>
                  <a:lnTo>
                    <a:pt x="342950" y="631667"/>
                  </a:lnTo>
                  <a:lnTo>
                    <a:pt x="377999" y="627414"/>
                  </a:lnTo>
                  <a:lnTo>
                    <a:pt x="412832" y="625130"/>
                  </a:lnTo>
                  <a:lnTo>
                    <a:pt x="447362" y="624797"/>
                  </a:lnTo>
                  <a:lnTo>
                    <a:pt x="481503" y="626393"/>
                  </a:lnTo>
                  <a:lnTo>
                    <a:pt x="515171" y="629895"/>
                  </a:lnTo>
                  <a:lnTo>
                    <a:pt x="548282" y="635274"/>
                  </a:lnTo>
                  <a:lnTo>
                    <a:pt x="580753" y="642499"/>
                  </a:lnTo>
                  <a:lnTo>
                    <a:pt x="612504" y="651536"/>
                  </a:lnTo>
                  <a:lnTo>
                    <a:pt x="643456" y="662347"/>
                  </a:lnTo>
                  <a:lnTo>
                    <a:pt x="673530" y="674890"/>
                  </a:lnTo>
                  <a:lnTo>
                    <a:pt x="702651" y="689123"/>
                  </a:lnTo>
                  <a:lnTo>
                    <a:pt x="730744" y="704998"/>
                  </a:lnTo>
                  <a:lnTo>
                    <a:pt x="757739" y="722466"/>
                  </a:lnTo>
                  <a:lnTo>
                    <a:pt x="783563" y="741474"/>
                  </a:lnTo>
                  <a:lnTo>
                    <a:pt x="808151" y="761966"/>
                  </a:lnTo>
                  <a:lnTo>
                    <a:pt x="831436" y="783885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068576" y="8297215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5852462" y="7790475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5264548" y="877033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4872605" y="8770332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4237140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068576" y="8574361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5100177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5100177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5100177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5100177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5100177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4316292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991596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4316292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4968138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5747916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6239249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5738818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4959040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3966115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3730951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3975213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3473878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3424409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45" name="rc445"/>
            <p:cNvSpPr/>
            <p:nvPr/>
          </p:nvSpPr>
          <p:spPr>
            <a:xfrm>
              <a:off x="6583680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6583680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6911679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7775253" y="6921429"/>
              <a:ext cx="1163939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Suliformes (n=9)</a:t>
              </a:r>
            </a:p>
          </p:txBody>
        </p:sp>
        <p:sp>
          <p:nvSpPr>
            <p:cNvPr id="449" name="rc449"/>
            <p:cNvSpPr/>
            <p:nvPr/>
          </p:nvSpPr>
          <p:spPr>
            <a:xfrm>
              <a:off x="6971496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8357223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8357223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8357223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8357223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8357223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475352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110069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475352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803002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248781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110226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8126644" y="7497381"/>
              <a:ext cx="1046481" cy="1621160"/>
            </a:xfrm>
            <a:custGeom>
              <a:avLst/>
              <a:pathLst>
                <a:path w="1046481" h="1621160">
                  <a:moveTo>
                    <a:pt x="230578" y="0"/>
                  </a:moveTo>
                  <a:lnTo>
                    <a:pt x="264285" y="36004"/>
                  </a:lnTo>
                  <a:lnTo>
                    <a:pt x="295731" y="72996"/>
                  </a:lnTo>
                  <a:lnTo>
                    <a:pt x="324889" y="110871"/>
                  </a:lnTo>
                  <a:lnTo>
                    <a:pt x="351736" y="149521"/>
                  </a:lnTo>
                  <a:lnTo>
                    <a:pt x="376251" y="188837"/>
                  </a:lnTo>
                  <a:lnTo>
                    <a:pt x="398422" y="228713"/>
                  </a:lnTo>
                  <a:lnTo>
                    <a:pt x="418238" y="269040"/>
                  </a:lnTo>
                  <a:lnTo>
                    <a:pt x="435694" y="309708"/>
                  </a:lnTo>
                  <a:lnTo>
                    <a:pt x="450788" y="350612"/>
                  </a:lnTo>
                  <a:lnTo>
                    <a:pt x="463526" y="391641"/>
                  </a:lnTo>
                  <a:lnTo>
                    <a:pt x="473914" y="432689"/>
                  </a:lnTo>
                  <a:lnTo>
                    <a:pt x="481965" y="473649"/>
                  </a:lnTo>
                  <a:lnTo>
                    <a:pt x="487696" y="514416"/>
                  </a:lnTo>
                  <a:lnTo>
                    <a:pt x="491128" y="554884"/>
                  </a:lnTo>
                  <a:lnTo>
                    <a:pt x="492286" y="594949"/>
                  </a:lnTo>
                  <a:lnTo>
                    <a:pt x="491201" y="634510"/>
                  </a:lnTo>
                  <a:lnTo>
                    <a:pt x="487905" y="673465"/>
                  </a:lnTo>
                  <a:lnTo>
                    <a:pt x="482437" y="711714"/>
                  </a:lnTo>
                  <a:lnTo>
                    <a:pt x="474839" y="749162"/>
                  </a:lnTo>
                  <a:lnTo>
                    <a:pt x="465157" y="785711"/>
                  </a:lnTo>
                  <a:lnTo>
                    <a:pt x="453440" y="821269"/>
                  </a:lnTo>
                  <a:lnTo>
                    <a:pt x="439742" y="855745"/>
                  </a:lnTo>
                  <a:lnTo>
                    <a:pt x="424121" y="889049"/>
                  </a:lnTo>
                  <a:lnTo>
                    <a:pt x="406637" y="921097"/>
                  </a:lnTo>
                  <a:lnTo>
                    <a:pt x="387355" y="951804"/>
                  </a:lnTo>
                  <a:lnTo>
                    <a:pt x="415394" y="941073"/>
                  </a:lnTo>
                  <a:lnTo>
                    <a:pt x="444814" y="932762"/>
                  </a:lnTo>
                  <a:lnTo>
                    <a:pt x="475444" y="926976"/>
                  </a:lnTo>
                  <a:lnTo>
                    <a:pt x="507104" y="923812"/>
                  </a:lnTo>
                  <a:lnTo>
                    <a:pt x="539608" y="923355"/>
                  </a:lnTo>
                  <a:lnTo>
                    <a:pt x="572767" y="925677"/>
                  </a:lnTo>
                  <a:lnTo>
                    <a:pt x="606383" y="930839"/>
                  </a:lnTo>
                  <a:lnTo>
                    <a:pt x="640256" y="938887"/>
                  </a:lnTo>
                  <a:lnTo>
                    <a:pt x="674184" y="949856"/>
                  </a:lnTo>
                  <a:lnTo>
                    <a:pt x="707959" y="963769"/>
                  </a:lnTo>
                  <a:lnTo>
                    <a:pt x="741373" y="980633"/>
                  </a:lnTo>
                  <a:lnTo>
                    <a:pt x="774218" y="1000444"/>
                  </a:lnTo>
                  <a:lnTo>
                    <a:pt x="806284" y="1023183"/>
                  </a:lnTo>
                  <a:lnTo>
                    <a:pt x="837362" y="1048818"/>
                  </a:lnTo>
                  <a:lnTo>
                    <a:pt x="867245" y="1077303"/>
                  </a:lnTo>
                  <a:lnTo>
                    <a:pt x="895727" y="1108581"/>
                  </a:lnTo>
                  <a:lnTo>
                    <a:pt x="865088" y="1131242"/>
                  </a:lnTo>
                  <a:lnTo>
                    <a:pt x="833718" y="1151718"/>
                  </a:lnTo>
                  <a:lnTo>
                    <a:pt x="801733" y="1169986"/>
                  </a:lnTo>
                  <a:lnTo>
                    <a:pt x="769251" y="1186030"/>
                  </a:lnTo>
                  <a:lnTo>
                    <a:pt x="736390" y="1199839"/>
                  </a:lnTo>
                  <a:lnTo>
                    <a:pt x="703268" y="1211408"/>
                  </a:lnTo>
                  <a:lnTo>
                    <a:pt x="670001" y="1220737"/>
                  </a:lnTo>
                  <a:lnTo>
                    <a:pt x="636709" y="1227832"/>
                  </a:lnTo>
                  <a:lnTo>
                    <a:pt x="603507" y="1232704"/>
                  </a:lnTo>
                  <a:lnTo>
                    <a:pt x="570511" y="1235369"/>
                  </a:lnTo>
                  <a:lnTo>
                    <a:pt x="537837" y="1235852"/>
                  </a:lnTo>
                  <a:lnTo>
                    <a:pt x="505597" y="1234178"/>
                  </a:lnTo>
                  <a:lnTo>
                    <a:pt x="473902" y="1230380"/>
                  </a:lnTo>
                  <a:lnTo>
                    <a:pt x="442864" y="1224498"/>
                  </a:lnTo>
                  <a:lnTo>
                    <a:pt x="412590" y="1216574"/>
                  </a:lnTo>
                  <a:lnTo>
                    <a:pt x="383185" y="1206655"/>
                  </a:lnTo>
                  <a:lnTo>
                    <a:pt x="354752" y="1194797"/>
                  </a:lnTo>
                  <a:lnTo>
                    <a:pt x="327392" y="1181055"/>
                  </a:lnTo>
                  <a:lnTo>
                    <a:pt x="301202" y="1165494"/>
                  </a:lnTo>
                  <a:lnTo>
                    <a:pt x="276277" y="1148179"/>
                  </a:lnTo>
                  <a:lnTo>
                    <a:pt x="252706" y="1129183"/>
                  </a:lnTo>
                  <a:lnTo>
                    <a:pt x="230578" y="1108581"/>
                  </a:lnTo>
                  <a:lnTo>
                    <a:pt x="221243" y="1100334"/>
                  </a:lnTo>
                  <a:lnTo>
                    <a:pt x="210926" y="1093271"/>
                  </a:lnTo>
                  <a:lnTo>
                    <a:pt x="199739" y="1087479"/>
                  </a:lnTo>
                  <a:lnTo>
                    <a:pt x="187800" y="1083037"/>
                  </a:lnTo>
                  <a:lnTo>
                    <a:pt x="175237" y="1080013"/>
                  </a:lnTo>
                  <a:lnTo>
                    <a:pt x="162179" y="1078465"/>
                  </a:lnTo>
                  <a:lnTo>
                    <a:pt x="148762" y="1078438"/>
                  </a:lnTo>
                  <a:lnTo>
                    <a:pt x="135126" y="1079970"/>
                  </a:lnTo>
                  <a:lnTo>
                    <a:pt x="121412" y="1083085"/>
                  </a:lnTo>
                  <a:lnTo>
                    <a:pt x="107765" y="1087794"/>
                  </a:lnTo>
                  <a:lnTo>
                    <a:pt x="94330" y="1094099"/>
                  </a:lnTo>
                  <a:lnTo>
                    <a:pt x="81252" y="1101988"/>
                  </a:lnTo>
                  <a:lnTo>
                    <a:pt x="68676" y="1111439"/>
                  </a:lnTo>
                  <a:lnTo>
                    <a:pt x="56744" y="1122416"/>
                  </a:lnTo>
                  <a:lnTo>
                    <a:pt x="45598" y="1134874"/>
                  </a:lnTo>
                  <a:lnTo>
                    <a:pt x="35374" y="1148754"/>
                  </a:lnTo>
                  <a:lnTo>
                    <a:pt x="26204" y="1163988"/>
                  </a:lnTo>
                  <a:lnTo>
                    <a:pt x="18216" y="1180494"/>
                  </a:lnTo>
                  <a:lnTo>
                    <a:pt x="11532" y="1198182"/>
                  </a:lnTo>
                  <a:lnTo>
                    <a:pt x="6266" y="1216953"/>
                  </a:lnTo>
                  <a:lnTo>
                    <a:pt x="2524" y="1236694"/>
                  </a:lnTo>
                  <a:lnTo>
                    <a:pt x="405" y="1257288"/>
                  </a:lnTo>
                  <a:lnTo>
                    <a:pt x="0" y="1278606"/>
                  </a:lnTo>
                  <a:lnTo>
                    <a:pt x="1386" y="1300513"/>
                  </a:lnTo>
                  <a:lnTo>
                    <a:pt x="4634" y="1322868"/>
                  </a:lnTo>
                  <a:lnTo>
                    <a:pt x="9802" y="1345520"/>
                  </a:lnTo>
                  <a:lnTo>
                    <a:pt x="16938" y="1368317"/>
                  </a:lnTo>
                  <a:lnTo>
                    <a:pt x="26076" y="1391101"/>
                  </a:lnTo>
                  <a:lnTo>
                    <a:pt x="37240" y="1413708"/>
                  </a:lnTo>
                  <a:lnTo>
                    <a:pt x="50441" y="1435975"/>
                  </a:lnTo>
                  <a:lnTo>
                    <a:pt x="65677" y="1457734"/>
                  </a:lnTo>
                  <a:lnTo>
                    <a:pt x="82932" y="1478818"/>
                  </a:lnTo>
                  <a:lnTo>
                    <a:pt x="102178" y="1499059"/>
                  </a:lnTo>
                  <a:lnTo>
                    <a:pt x="123376" y="1518291"/>
                  </a:lnTo>
                  <a:lnTo>
                    <a:pt x="146470" y="1536350"/>
                  </a:lnTo>
                  <a:lnTo>
                    <a:pt x="171394" y="1553073"/>
                  </a:lnTo>
                  <a:lnTo>
                    <a:pt x="198069" y="1568304"/>
                  </a:lnTo>
                  <a:lnTo>
                    <a:pt x="226401" y="1581889"/>
                  </a:lnTo>
                  <a:lnTo>
                    <a:pt x="256287" y="1593683"/>
                  </a:lnTo>
                  <a:lnTo>
                    <a:pt x="287611" y="1603545"/>
                  </a:lnTo>
                  <a:lnTo>
                    <a:pt x="320245" y="1611342"/>
                  </a:lnTo>
                  <a:lnTo>
                    <a:pt x="354051" y="1616952"/>
                  </a:lnTo>
                  <a:lnTo>
                    <a:pt x="388881" y="1620259"/>
                  </a:lnTo>
                  <a:lnTo>
                    <a:pt x="424576" y="1621160"/>
                  </a:lnTo>
                  <a:lnTo>
                    <a:pt x="460969" y="1619561"/>
                  </a:lnTo>
                  <a:lnTo>
                    <a:pt x="497885" y="1615381"/>
                  </a:lnTo>
                  <a:lnTo>
                    <a:pt x="535142" y="1608551"/>
                  </a:lnTo>
                  <a:lnTo>
                    <a:pt x="572551" y="1599012"/>
                  </a:lnTo>
                  <a:lnTo>
                    <a:pt x="609916" y="1586724"/>
                  </a:lnTo>
                  <a:lnTo>
                    <a:pt x="647039" y="1571655"/>
                  </a:lnTo>
                  <a:lnTo>
                    <a:pt x="683717" y="1553792"/>
                  </a:lnTo>
                  <a:lnTo>
                    <a:pt x="719745" y="1533134"/>
                  </a:lnTo>
                  <a:lnTo>
                    <a:pt x="754914" y="1509694"/>
                  </a:lnTo>
                  <a:lnTo>
                    <a:pt x="789017" y="1483503"/>
                  </a:lnTo>
                  <a:lnTo>
                    <a:pt x="821848" y="1454605"/>
                  </a:lnTo>
                  <a:lnTo>
                    <a:pt x="853200" y="1423059"/>
                  </a:lnTo>
                  <a:lnTo>
                    <a:pt x="882870" y="1388941"/>
                  </a:lnTo>
                  <a:lnTo>
                    <a:pt x="910659" y="1352341"/>
                  </a:lnTo>
                  <a:lnTo>
                    <a:pt x="936372" y="1313363"/>
                  </a:lnTo>
                  <a:lnTo>
                    <a:pt x="959822" y="1272127"/>
                  </a:lnTo>
                  <a:lnTo>
                    <a:pt x="980827" y="1228766"/>
                  </a:lnTo>
                  <a:lnTo>
                    <a:pt x="999213" y="1183429"/>
                  </a:lnTo>
                  <a:lnTo>
                    <a:pt x="1014815" y="1136275"/>
                  </a:lnTo>
                  <a:lnTo>
                    <a:pt x="1027481" y="1087479"/>
                  </a:lnTo>
                  <a:lnTo>
                    <a:pt x="1037066" y="1037225"/>
                  </a:lnTo>
                  <a:lnTo>
                    <a:pt x="1043438" y="985713"/>
                  </a:lnTo>
                  <a:lnTo>
                    <a:pt x="1046481" y="933148"/>
                  </a:lnTo>
                  <a:lnTo>
                    <a:pt x="1046087" y="879748"/>
                  </a:lnTo>
                  <a:lnTo>
                    <a:pt x="1042167" y="825742"/>
                  </a:lnTo>
                  <a:lnTo>
                    <a:pt x="1034645" y="771361"/>
                  </a:lnTo>
                  <a:lnTo>
                    <a:pt x="1023461" y="716849"/>
                  </a:lnTo>
                  <a:lnTo>
                    <a:pt x="1008571" y="662453"/>
                  </a:lnTo>
                  <a:lnTo>
                    <a:pt x="989948" y="608424"/>
                  </a:lnTo>
                  <a:lnTo>
                    <a:pt x="967583" y="555018"/>
                  </a:lnTo>
                  <a:lnTo>
                    <a:pt x="941483" y="502495"/>
                  </a:lnTo>
                  <a:lnTo>
                    <a:pt x="911673" y="451113"/>
                  </a:lnTo>
                  <a:lnTo>
                    <a:pt x="878196" y="401133"/>
                  </a:lnTo>
                  <a:lnTo>
                    <a:pt x="841115" y="352814"/>
                  </a:lnTo>
                  <a:lnTo>
                    <a:pt x="800509" y="306410"/>
                  </a:lnTo>
                  <a:lnTo>
                    <a:pt x="756475" y="262176"/>
                  </a:lnTo>
                  <a:lnTo>
                    <a:pt x="709128" y="220360"/>
                  </a:lnTo>
                  <a:lnTo>
                    <a:pt x="658602" y="181202"/>
                  </a:lnTo>
                  <a:lnTo>
                    <a:pt x="605047" y="144937"/>
                  </a:lnTo>
                  <a:lnTo>
                    <a:pt x="548630" y="111791"/>
                  </a:lnTo>
                  <a:lnTo>
                    <a:pt x="489534" y="81980"/>
                  </a:lnTo>
                  <a:lnTo>
                    <a:pt x="427960" y="55709"/>
                  </a:lnTo>
                  <a:lnTo>
                    <a:pt x="364120" y="33171"/>
                  </a:lnTo>
                  <a:lnTo>
                    <a:pt x="298246" y="14546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8357223" y="7497381"/>
              <a:ext cx="665148" cy="1235852"/>
            </a:xfrm>
            <a:custGeom>
              <a:avLst/>
              <a:pathLst>
                <a:path w="665148" h="1235852">
                  <a:moveTo>
                    <a:pt x="0" y="0"/>
                  </a:moveTo>
                  <a:lnTo>
                    <a:pt x="33707" y="36004"/>
                  </a:lnTo>
                  <a:lnTo>
                    <a:pt x="65153" y="72996"/>
                  </a:lnTo>
                  <a:lnTo>
                    <a:pt x="94311" y="110871"/>
                  </a:lnTo>
                  <a:lnTo>
                    <a:pt x="121157" y="149521"/>
                  </a:lnTo>
                  <a:lnTo>
                    <a:pt x="145673" y="188837"/>
                  </a:lnTo>
                  <a:lnTo>
                    <a:pt x="167843" y="228713"/>
                  </a:lnTo>
                  <a:lnTo>
                    <a:pt x="187659" y="269040"/>
                  </a:lnTo>
                  <a:lnTo>
                    <a:pt x="205115" y="309708"/>
                  </a:lnTo>
                  <a:lnTo>
                    <a:pt x="220210" y="350612"/>
                  </a:lnTo>
                  <a:lnTo>
                    <a:pt x="232947" y="391641"/>
                  </a:lnTo>
                  <a:lnTo>
                    <a:pt x="243336" y="432689"/>
                  </a:lnTo>
                  <a:lnTo>
                    <a:pt x="251387" y="473649"/>
                  </a:lnTo>
                  <a:lnTo>
                    <a:pt x="257118" y="514416"/>
                  </a:lnTo>
                  <a:lnTo>
                    <a:pt x="260550" y="554884"/>
                  </a:lnTo>
                  <a:lnTo>
                    <a:pt x="261708" y="594949"/>
                  </a:lnTo>
                  <a:lnTo>
                    <a:pt x="260622" y="634510"/>
                  </a:lnTo>
                  <a:lnTo>
                    <a:pt x="257327" y="673465"/>
                  </a:lnTo>
                  <a:lnTo>
                    <a:pt x="251859" y="711714"/>
                  </a:lnTo>
                  <a:lnTo>
                    <a:pt x="244261" y="749162"/>
                  </a:lnTo>
                  <a:lnTo>
                    <a:pt x="234578" y="785711"/>
                  </a:lnTo>
                  <a:lnTo>
                    <a:pt x="222862" y="821269"/>
                  </a:lnTo>
                  <a:lnTo>
                    <a:pt x="209164" y="855745"/>
                  </a:lnTo>
                  <a:lnTo>
                    <a:pt x="193543" y="889049"/>
                  </a:lnTo>
                  <a:lnTo>
                    <a:pt x="176059" y="921097"/>
                  </a:lnTo>
                  <a:lnTo>
                    <a:pt x="156777" y="951804"/>
                  </a:lnTo>
                  <a:lnTo>
                    <a:pt x="184816" y="941073"/>
                  </a:lnTo>
                  <a:lnTo>
                    <a:pt x="214236" y="932762"/>
                  </a:lnTo>
                  <a:lnTo>
                    <a:pt x="244865" y="926976"/>
                  </a:lnTo>
                  <a:lnTo>
                    <a:pt x="276525" y="923812"/>
                  </a:lnTo>
                  <a:lnTo>
                    <a:pt x="309030" y="923355"/>
                  </a:lnTo>
                  <a:lnTo>
                    <a:pt x="342188" y="925677"/>
                  </a:lnTo>
                  <a:lnTo>
                    <a:pt x="375804" y="930839"/>
                  </a:lnTo>
                  <a:lnTo>
                    <a:pt x="409678" y="938887"/>
                  </a:lnTo>
                  <a:lnTo>
                    <a:pt x="443605" y="949856"/>
                  </a:lnTo>
                  <a:lnTo>
                    <a:pt x="477380" y="963769"/>
                  </a:lnTo>
                  <a:lnTo>
                    <a:pt x="510795" y="980633"/>
                  </a:lnTo>
                  <a:lnTo>
                    <a:pt x="543640" y="1000444"/>
                  </a:lnTo>
                  <a:lnTo>
                    <a:pt x="575705" y="1023183"/>
                  </a:lnTo>
                  <a:lnTo>
                    <a:pt x="606783" y="1048818"/>
                  </a:lnTo>
                  <a:lnTo>
                    <a:pt x="636666" y="1077303"/>
                  </a:lnTo>
                  <a:lnTo>
                    <a:pt x="665148" y="1108581"/>
                  </a:lnTo>
                  <a:lnTo>
                    <a:pt x="634510" y="1131242"/>
                  </a:lnTo>
                  <a:lnTo>
                    <a:pt x="603140" y="1151718"/>
                  </a:lnTo>
                  <a:lnTo>
                    <a:pt x="571155" y="1169986"/>
                  </a:lnTo>
                  <a:lnTo>
                    <a:pt x="538673" y="1186030"/>
                  </a:lnTo>
                  <a:lnTo>
                    <a:pt x="505812" y="1199839"/>
                  </a:lnTo>
                  <a:lnTo>
                    <a:pt x="472689" y="1211408"/>
                  </a:lnTo>
                  <a:lnTo>
                    <a:pt x="439423" y="1220737"/>
                  </a:lnTo>
                  <a:lnTo>
                    <a:pt x="406130" y="1227832"/>
                  </a:lnTo>
                  <a:lnTo>
                    <a:pt x="372928" y="1232704"/>
                  </a:lnTo>
                  <a:lnTo>
                    <a:pt x="339933" y="1235369"/>
                  </a:lnTo>
                  <a:lnTo>
                    <a:pt x="307258" y="1235852"/>
                  </a:lnTo>
                  <a:lnTo>
                    <a:pt x="275018" y="1234178"/>
                  </a:lnTo>
                  <a:lnTo>
                    <a:pt x="243324" y="1230380"/>
                  </a:lnTo>
                  <a:lnTo>
                    <a:pt x="212286" y="1224498"/>
                  </a:lnTo>
                  <a:lnTo>
                    <a:pt x="182011" y="1216574"/>
                  </a:lnTo>
                  <a:lnTo>
                    <a:pt x="152606" y="1206655"/>
                  </a:lnTo>
                  <a:lnTo>
                    <a:pt x="124174" y="1194797"/>
                  </a:lnTo>
                  <a:lnTo>
                    <a:pt x="96814" y="1181055"/>
                  </a:lnTo>
                  <a:lnTo>
                    <a:pt x="70624" y="1165494"/>
                  </a:lnTo>
                  <a:lnTo>
                    <a:pt x="45698" y="1148179"/>
                  </a:lnTo>
                  <a:lnTo>
                    <a:pt x="22128" y="1129183"/>
                  </a:lnTo>
                  <a:lnTo>
                    <a:pt x="0" y="1108581"/>
                  </a:lnTo>
                  <a:lnTo>
                    <a:pt x="0" y="1108581"/>
                  </a:lnTo>
                  <a:lnTo>
                    <a:pt x="0" y="1108581"/>
                  </a:lnTo>
                  <a:lnTo>
                    <a:pt x="0" y="1108581"/>
                  </a:lnTo>
                  <a:lnTo>
                    <a:pt x="0" y="1108581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8325622" y="7465779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8482399" y="8417584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8990771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8325622" y="8574361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8357223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8357223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8357223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8357223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8357223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573338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248642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573338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9"/>
            <p:cNvSpPr/>
            <p:nvPr/>
          </p:nvSpPr>
          <p:spPr>
            <a:xfrm>
              <a:off x="8225184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9004962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9496295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8995864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8216085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7223160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6987996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7232259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6730924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6681455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489" name="rc489"/>
            <p:cNvSpPr/>
            <p:nvPr/>
          </p:nvSpPr>
          <p:spPr>
            <a:xfrm>
              <a:off x="9840725" y="6766560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9840725" y="7182278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10168724" y="6766560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tx492"/>
            <p:cNvSpPr/>
            <p:nvPr/>
          </p:nvSpPr>
          <p:spPr>
            <a:xfrm>
              <a:off x="10987036" y="6921429"/>
              <a:ext cx="1254465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Gaviiformes (n=8)</a:t>
              </a:r>
            </a:p>
          </p:txBody>
        </p:sp>
        <p:sp>
          <p:nvSpPr>
            <p:cNvPr id="493" name="rc493"/>
            <p:cNvSpPr/>
            <p:nvPr/>
          </p:nvSpPr>
          <p:spPr>
            <a:xfrm>
              <a:off x="10228542" y="7220235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11614268" y="7358808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1614268" y="7724091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11614268" y="8605962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11614268" y="8605962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11614268" y="8605962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10732397" y="8605962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10367114" y="8605962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10732397" y="7724091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11060048" y="8051671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10505827" y="7497381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10367271" y="7358808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10967090" y="7822076"/>
              <a:ext cx="1434292" cy="1225472"/>
            </a:xfrm>
            <a:custGeom>
              <a:avLst/>
              <a:pathLst>
                <a:path w="1434292" h="1225472">
                  <a:moveTo>
                    <a:pt x="647178" y="783885"/>
                  </a:moveTo>
                  <a:lnTo>
                    <a:pt x="648028" y="749252"/>
                  </a:lnTo>
                  <a:lnTo>
                    <a:pt x="650577" y="714682"/>
                  </a:lnTo>
                  <a:lnTo>
                    <a:pt x="654823" y="680237"/>
                  </a:lnTo>
                  <a:lnTo>
                    <a:pt x="660760" y="645980"/>
                  </a:lnTo>
                  <a:lnTo>
                    <a:pt x="668381" y="611972"/>
                  </a:lnTo>
                  <a:lnTo>
                    <a:pt x="677677" y="578276"/>
                  </a:lnTo>
                  <a:lnTo>
                    <a:pt x="688636" y="544953"/>
                  </a:lnTo>
                  <a:lnTo>
                    <a:pt x="701246" y="512065"/>
                  </a:lnTo>
                  <a:lnTo>
                    <a:pt x="715491" y="479672"/>
                  </a:lnTo>
                  <a:lnTo>
                    <a:pt x="731354" y="447835"/>
                  </a:lnTo>
                  <a:lnTo>
                    <a:pt x="748815" y="416614"/>
                  </a:lnTo>
                  <a:lnTo>
                    <a:pt x="767854" y="386068"/>
                  </a:lnTo>
                  <a:lnTo>
                    <a:pt x="788448" y="356254"/>
                  </a:lnTo>
                  <a:lnTo>
                    <a:pt x="810571" y="327232"/>
                  </a:lnTo>
                  <a:lnTo>
                    <a:pt x="834196" y="299058"/>
                  </a:lnTo>
                  <a:lnTo>
                    <a:pt x="859295" y="271787"/>
                  </a:lnTo>
                  <a:lnTo>
                    <a:pt x="885838" y="245476"/>
                  </a:lnTo>
                  <a:lnTo>
                    <a:pt x="913791" y="220178"/>
                  </a:lnTo>
                  <a:lnTo>
                    <a:pt x="943121" y="195947"/>
                  </a:lnTo>
                  <a:lnTo>
                    <a:pt x="973791" y="172834"/>
                  </a:lnTo>
                  <a:lnTo>
                    <a:pt x="1005764" y="150891"/>
                  </a:lnTo>
                  <a:lnTo>
                    <a:pt x="1039001" y="130167"/>
                  </a:lnTo>
                  <a:lnTo>
                    <a:pt x="1073460" y="110712"/>
                  </a:lnTo>
                  <a:lnTo>
                    <a:pt x="1109099" y="92571"/>
                  </a:lnTo>
                  <a:lnTo>
                    <a:pt x="1145873" y="75792"/>
                  </a:lnTo>
                  <a:lnTo>
                    <a:pt x="1183737" y="60418"/>
                  </a:lnTo>
                  <a:lnTo>
                    <a:pt x="1222644" y="46493"/>
                  </a:lnTo>
                  <a:lnTo>
                    <a:pt x="1262545" y="34058"/>
                  </a:lnTo>
                  <a:lnTo>
                    <a:pt x="1303389" y="23154"/>
                  </a:lnTo>
                  <a:lnTo>
                    <a:pt x="1345125" y="13818"/>
                  </a:lnTo>
                  <a:lnTo>
                    <a:pt x="1387702" y="6088"/>
                  </a:lnTo>
                  <a:lnTo>
                    <a:pt x="1431063" y="0"/>
                  </a:lnTo>
                  <a:lnTo>
                    <a:pt x="1433885" y="49152"/>
                  </a:lnTo>
                  <a:lnTo>
                    <a:pt x="1434292" y="97557"/>
                  </a:lnTo>
                  <a:lnTo>
                    <a:pt x="1432339" y="145108"/>
                  </a:lnTo>
                  <a:lnTo>
                    <a:pt x="1428087" y="191703"/>
                  </a:lnTo>
                  <a:lnTo>
                    <a:pt x="1421598" y="237240"/>
                  </a:lnTo>
                  <a:lnTo>
                    <a:pt x="1412940" y="281621"/>
                  </a:lnTo>
                  <a:lnTo>
                    <a:pt x="1402187" y="324754"/>
                  </a:lnTo>
                  <a:lnTo>
                    <a:pt x="1389413" y="366547"/>
                  </a:lnTo>
                  <a:lnTo>
                    <a:pt x="1374698" y="406914"/>
                  </a:lnTo>
                  <a:lnTo>
                    <a:pt x="1358126" y="445773"/>
                  </a:lnTo>
                  <a:lnTo>
                    <a:pt x="1339783" y="483044"/>
                  </a:lnTo>
                  <a:lnTo>
                    <a:pt x="1319758" y="518654"/>
                  </a:lnTo>
                  <a:lnTo>
                    <a:pt x="1298143" y="552532"/>
                  </a:lnTo>
                  <a:lnTo>
                    <a:pt x="1275035" y="584612"/>
                  </a:lnTo>
                  <a:lnTo>
                    <a:pt x="1250531" y="614833"/>
                  </a:lnTo>
                  <a:lnTo>
                    <a:pt x="1224732" y="643139"/>
                  </a:lnTo>
                  <a:lnTo>
                    <a:pt x="1197740" y="669477"/>
                  </a:lnTo>
                  <a:lnTo>
                    <a:pt x="1169659" y="693800"/>
                  </a:lnTo>
                  <a:lnTo>
                    <a:pt x="1140597" y="716066"/>
                  </a:lnTo>
                  <a:lnTo>
                    <a:pt x="1110660" y="736237"/>
                  </a:lnTo>
                  <a:lnTo>
                    <a:pt x="1079959" y="754282"/>
                  </a:lnTo>
                  <a:lnTo>
                    <a:pt x="1048603" y="770172"/>
                  </a:lnTo>
                  <a:lnTo>
                    <a:pt x="1016705" y="783885"/>
                  </a:lnTo>
                  <a:lnTo>
                    <a:pt x="1015566" y="812878"/>
                  </a:lnTo>
                  <a:lnTo>
                    <a:pt x="1012155" y="841692"/>
                  </a:lnTo>
                  <a:lnTo>
                    <a:pt x="1006495" y="870149"/>
                  </a:lnTo>
                  <a:lnTo>
                    <a:pt x="998619" y="898075"/>
                  </a:lnTo>
                  <a:lnTo>
                    <a:pt x="988576" y="925297"/>
                  </a:lnTo>
                  <a:lnTo>
                    <a:pt x="976429" y="951647"/>
                  </a:lnTo>
                  <a:lnTo>
                    <a:pt x="962251" y="976962"/>
                  </a:lnTo>
                  <a:lnTo>
                    <a:pt x="946131" y="1001088"/>
                  </a:lnTo>
                  <a:lnTo>
                    <a:pt x="928168" y="1023874"/>
                  </a:lnTo>
                  <a:lnTo>
                    <a:pt x="908473" y="1045180"/>
                  </a:lnTo>
                  <a:lnTo>
                    <a:pt x="887166" y="1064876"/>
                  </a:lnTo>
                  <a:lnTo>
                    <a:pt x="864380" y="1082839"/>
                  </a:lnTo>
                  <a:lnTo>
                    <a:pt x="840255" y="1098959"/>
                  </a:lnTo>
                  <a:lnTo>
                    <a:pt x="814939" y="1113136"/>
                  </a:lnTo>
                  <a:lnTo>
                    <a:pt x="788589" y="1125283"/>
                  </a:lnTo>
                  <a:lnTo>
                    <a:pt x="761368" y="1135326"/>
                  </a:lnTo>
                  <a:lnTo>
                    <a:pt x="733442" y="1143202"/>
                  </a:lnTo>
                  <a:lnTo>
                    <a:pt x="704984" y="1148863"/>
                  </a:lnTo>
                  <a:lnTo>
                    <a:pt x="676170" y="1152273"/>
                  </a:lnTo>
                  <a:lnTo>
                    <a:pt x="647178" y="1153412"/>
                  </a:lnTo>
                  <a:lnTo>
                    <a:pt x="627938" y="1126477"/>
                  </a:lnTo>
                  <a:lnTo>
                    <a:pt x="611714" y="1098631"/>
                  </a:lnTo>
                  <a:lnTo>
                    <a:pt x="598543" y="1070125"/>
                  </a:lnTo>
                  <a:lnTo>
                    <a:pt x="588444" y="1041215"/>
                  </a:lnTo>
                  <a:lnTo>
                    <a:pt x="581414" y="1012154"/>
                  </a:lnTo>
                  <a:lnTo>
                    <a:pt x="577436" y="983194"/>
                  </a:lnTo>
                  <a:lnTo>
                    <a:pt x="576472" y="954584"/>
                  </a:lnTo>
                  <a:lnTo>
                    <a:pt x="578464" y="926570"/>
                  </a:lnTo>
                  <a:lnTo>
                    <a:pt x="583339" y="899392"/>
                  </a:lnTo>
                  <a:lnTo>
                    <a:pt x="591006" y="873281"/>
                  </a:lnTo>
                  <a:lnTo>
                    <a:pt x="601356" y="848465"/>
                  </a:lnTo>
                  <a:lnTo>
                    <a:pt x="614264" y="825157"/>
                  </a:lnTo>
                  <a:lnTo>
                    <a:pt x="629589" y="803566"/>
                  </a:lnTo>
                  <a:lnTo>
                    <a:pt x="647178" y="783885"/>
                  </a:lnTo>
                  <a:lnTo>
                    <a:pt x="615064" y="782788"/>
                  </a:lnTo>
                  <a:lnTo>
                    <a:pt x="583062" y="779499"/>
                  </a:lnTo>
                  <a:lnTo>
                    <a:pt x="551285" y="774027"/>
                  </a:lnTo>
                  <a:lnTo>
                    <a:pt x="519844" y="766383"/>
                  </a:lnTo>
                  <a:lnTo>
                    <a:pt x="488850" y="756586"/>
                  </a:lnTo>
                  <a:lnTo>
                    <a:pt x="458413" y="744659"/>
                  </a:lnTo>
                  <a:lnTo>
                    <a:pt x="428643" y="730630"/>
                  </a:lnTo>
                  <a:lnTo>
                    <a:pt x="399648" y="714530"/>
                  </a:lnTo>
                  <a:lnTo>
                    <a:pt x="371533" y="696399"/>
                  </a:lnTo>
                  <a:lnTo>
                    <a:pt x="344403" y="676279"/>
                  </a:lnTo>
                  <a:lnTo>
                    <a:pt x="318361" y="654216"/>
                  </a:lnTo>
                  <a:lnTo>
                    <a:pt x="293507" y="630264"/>
                  </a:lnTo>
                  <a:lnTo>
                    <a:pt x="269939" y="604478"/>
                  </a:lnTo>
                  <a:lnTo>
                    <a:pt x="247754" y="576920"/>
                  </a:lnTo>
                  <a:lnTo>
                    <a:pt x="227044" y="547656"/>
                  </a:lnTo>
                  <a:lnTo>
                    <a:pt x="207899" y="516754"/>
                  </a:lnTo>
                  <a:lnTo>
                    <a:pt x="190407" y="484289"/>
                  </a:lnTo>
                  <a:lnTo>
                    <a:pt x="174650" y="450339"/>
                  </a:lnTo>
                  <a:lnTo>
                    <a:pt x="160710" y="414985"/>
                  </a:lnTo>
                  <a:lnTo>
                    <a:pt x="148662" y="378313"/>
                  </a:lnTo>
                  <a:lnTo>
                    <a:pt x="138581" y="340411"/>
                  </a:lnTo>
                  <a:lnTo>
                    <a:pt x="130534" y="301373"/>
                  </a:lnTo>
                  <a:lnTo>
                    <a:pt x="124587" y="261295"/>
                  </a:lnTo>
                  <a:lnTo>
                    <a:pt x="90997" y="314643"/>
                  </a:lnTo>
                  <a:lnTo>
                    <a:pt x="62622" y="369879"/>
                  </a:lnTo>
                  <a:lnTo>
                    <a:pt x="39537" y="426507"/>
                  </a:lnTo>
                  <a:lnTo>
                    <a:pt x="21770" y="484034"/>
                  </a:lnTo>
                  <a:lnTo>
                    <a:pt x="9306" y="541972"/>
                  </a:lnTo>
                  <a:lnTo>
                    <a:pt x="2083" y="599844"/>
                  </a:lnTo>
                  <a:lnTo>
                    <a:pt x="0" y="657184"/>
                  </a:lnTo>
                  <a:lnTo>
                    <a:pt x="2912" y="713545"/>
                  </a:lnTo>
                  <a:lnTo>
                    <a:pt x="10640" y="768499"/>
                  </a:lnTo>
                  <a:lnTo>
                    <a:pt x="22965" y="821643"/>
                  </a:lnTo>
                  <a:lnTo>
                    <a:pt x="39637" y="872599"/>
                  </a:lnTo>
                  <a:lnTo>
                    <a:pt x="60375" y="921020"/>
                  </a:lnTo>
                  <a:lnTo>
                    <a:pt x="84872" y="966589"/>
                  </a:lnTo>
                  <a:lnTo>
                    <a:pt x="112795" y="1009025"/>
                  </a:lnTo>
                  <a:lnTo>
                    <a:pt x="143793" y="1048082"/>
                  </a:lnTo>
                  <a:lnTo>
                    <a:pt x="177497" y="1083548"/>
                  </a:lnTo>
                  <a:lnTo>
                    <a:pt x="213526" y="1115252"/>
                  </a:lnTo>
                  <a:lnTo>
                    <a:pt x="251490" y="1143060"/>
                  </a:lnTo>
                  <a:lnTo>
                    <a:pt x="290991" y="1166878"/>
                  </a:lnTo>
                  <a:lnTo>
                    <a:pt x="331632" y="1186650"/>
                  </a:lnTo>
                  <a:lnTo>
                    <a:pt x="373016" y="1202357"/>
                  </a:lnTo>
                  <a:lnTo>
                    <a:pt x="414754" y="1214019"/>
                  </a:lnTo>
                  <a:lnTo>
                    <a:pt x="456464" y="1221692"/>
                  </a:lnTo>
                  <a:lnTo>
                    <a:pt x="497776" y="1225469"/>
                  </a:lnTo>
                  <a:lnTo>
                    <a:pt x="538336" y="1225472"/>
                  </a:lnTo>
                  <a:lnTo>
                    <a:pt x="577809" y="1221858"/>
                  </a:lnTo>
                  <a:lnTo>
                    <a:pt x="615881" y="1214812"/>
                  </a:lnTo>
                  <a:lnTo>
                    <a:pt x="652261" y="1204547"/>
                  </a:lnTo>
                  <a:lnTo>
                    <a:pt x="686683" y="1191296"/>
                  </a:lnTo>
                  <a:lnTo>
                    <a:pt x="718910" y="1175319"/>
                  </a:lnTo>
                  <a:lnTo>
                    <a:pt x="748736" y="1156889"/>
                  </a:lnTo>
                  <a:lnTo>
                    <a:pt x="775981" y="1136296"/>
                  </a:lnTo>
                  <a:lnTo>
                    <a:pt x="800501" y="1113844"/>
                  </a:lnTo>
                  <a:lnTo>
                    <a:pt x="822183" y="1089842"/>
                  </a:lnTo>
                  <a:lnTo>
                    <a:pt x="840946" y="1064606"/>
                  </a:lnTo>
                  <a:lnTo>
                    <a:pt x="856742" y="1038455"/>
                  </a:lnTo>
                  <a:lnTo>
                    <a:pt x="869557" y="1011704"/>
                  </a:lnTo>
                  <a:lnTo>
                    <a:pt x="879407" y="984667"/>
                  </a:lnTo>
                  <a:lnTo>
                    <a:pt x="886341" y="957647"/>
                  </a:lnTo>
                  <a:lnTo>
                    <a:pt x="890435" y="930939"/>
                  </a:lnTo>
                  <a:lnTo>
                    <a:pt x="891796" y="904824"/>
                  </a:lnTo>
                  <a:lnTo>
                    <a:pt x="890557" y="879566"/>
                  </a:lnTo>
                  <a:lnTo>
                    <a:pt x="886875" y="855412"/>
                  </a:lnTo>
                  <a:lnTo>
                    <a:pt x="880929" y="832587"/>
                  </a:lnTo>
                  <a:lnTo>
                    <a:pt x="872921" y="811295"/>
                  </a:lnTo>
                  <a:lnTo>
                    <a:pt x="863067" y="791714"/>
                  </a:lnTo>
                  <a:lnTo>
                    <a:pt x="851600" y="773997"/>
                  </a:lnTo>
                  <a:lnTo>
                    <a:pt x="838764" y="758269"/>
                  </a:lnTo>
                  <a:lnTo>
                    <a:pt x="824813" y="744629"/>
                  </a:lnTo>
                  <a:lnTo>
                    <a:pt x="810006" y="733145"/>
                  </a:lnTo>
                  <a:lnTo>
                    <a:pt x="794607" y="723859"/>
                  </a:lnTo>
                  <a:lnTo>
                    <a:pt x="778878" y="716780"/>
                  </a:lnTo>
                  <a:lnTo>
                    <a:pt x="763080" y="711893"/>
                  </a:lnTo>
                  <a:lnTo>
                    <a:pt x="747466" y="709153"/>
                  </a:lnTo>
                  <a:lnTo>
                    <a:pt x="732284" y="708487"/>
                  </a:lnTo>
                  <a:lnTo>
                    <a:pt x="717767" y="709799"/>
                  </a:lnTo>
                  <a:lnTo>
                    <a:pt x="704136" y="712965"/>
                  </a:lnTo>
                  <a:lnTo>
                    <a:pt x="691595" y="717842"/>
                  </a:lnTo>
                  <a:lnTo>
                    <a:pt x="680332" y="724262"/>
                  </a:lnTo>
                  <a:lnTo>
                    <a:pt x="670510" y="732043"/>
                  </a:lnTo>
                  <a:lnTo>
                    <a:pt x="662273" y="740983"/>
                  </a:lnTo>
                  <a:lnTo>
                    <a:pt x="655740" y="750867"/>
                  </a:lnTo>
                  <a:lnTo>
                    <a:pt x="651006" y="761469"/>
                  </a:lnTo>
                  <a:lnTo>
                    <a:pt x="648138" y="772555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11091678" y="7822076"/>
              <a:ext cx="1309704" cy="1153412"/>
            </a:xfrm>
            <a:custGeom>
              <a:avLst/>
              <a:pathLst>
                <a:path w="1309704" h="1153412">
                  <a:moveTo>
                    <a:pt x="522590" y="783885"/>
                  </a:moveTo>
                  <a:lnTo>
                    <a:pt x="523440" y="749252"/>
                  </a:lnTo>
                  <a:lnTo>
                    <a:pt x="525989" y="714682"/>
                  </a:lnTo>
                  <a:lnTo>
                    <a:pt x="530235" y="680237"/>
                  </a:lnTo>
                  <a:lnTo>
                    <a:pt x="536172" y="645980"/>
                  </a:lnTo>
                  <a:lnTo>
                    <a:pt x="543793" y="611972"/>
                  </a:lnTo>
                  <a:lnTo>
                    <a:pt x="553089" y="578276"/>
                  </a:lnTo>
                  <a:lnTo>
                    <a:pt x="564048" y="544953"/>
                  </a:lnTo>
                  <a:lnTo>
                    <a:pt x="576658" y="512065"/>
                  </a:lnTo>
                  <a:lnTo>
                    <a:pt x="590903" y="479672"/>
                  </a:lnTo>
                  <a:lnTo>
                    <a:pt x="606766" y="447835"/>
                  </a:lnTo>
                  <a:lnTo>
                    <a:pt x="624227" y="416614"/>
                  </a:lnTo>
                  <a:lnTo>
                    <a:pt x="643266" y="386068"/>
                  </a:lnTo>
                  <a:lnTo>
                    <a:pt x="663860" y="356254"/>
                  </a:lnTo>
                  <a:lnTo>
                    <a:pt x="685983" y="327232"/>
                  </a:lnTo>
                  <a:lnTo>
                    <a:pt x="709608" y="299058"/>
                  </a:lnTo>
                  <a:lnTo>
                    <a:pt x="734708" y="271787"/>
                  </a:lnTo>
                  <a:lnTo>
                    <a:pt x="761250" y="245476"/>
                  </a:lnTo>
                  <a:lnTo>
                    <a:pt x="789203" y="220178"/>
                  </a:lnTo>
                  <a:lnTo>
                    <a:pt x="818533" y="195947"/>
                  </a:lnTo>
                  <a:lnTo>
                    <a:pt x="849203" y="172834"/>
                  </a:lnTo>
                  <a:lnTo>
                    <a:pt x="881176" y="150891"/>
                  </a:lnTo>
                  <a:lnTo>
                    <a:pt x="914413" y="130167"/>
                  </a:lnTo>
                  <a:lnTo>
                    <a:pt x="948872" y="110712"/>
                  </a:lnTo>
                  <a:lnTo>
                    <a:pt x="984511" y="92571"/>
                  </a:lnTo>
                  <a:lnTo>
                    <a:pt x="1021285" y="75792"/>
                  </a:lnTo>
                  <a:lnTo>
                    <a:pt x="1059149" y="60418"/>
                  </a:lnTo>
                  <a:lnTo>
                    <a:pt x="1098056" y="46493"/>
                  </a:lnTo>
                  <a:lnTo>
                    <a:pt x="1137957" y="34058"/>
                  </a:lnTo>
                  <a:lnTo>
                    <a:pt x="1178801" y="23154"/>
                  </a:lnTo>
                  <a:lnTo>
                    <a:pt x="1220538" y="13818"/>
                  </a:lnTo>
                  <a:lnTo>
                    <a:pt x="1263114" y="6088"/>
                  </a:lnTo>
                  <a:lnTo>
                    <a:pt x="1306475" y="0"/>
                  </a:lnTo>
                  <a:lnTo>
                    <a:pt x="1309297" y="49152"/>
                  </a:lnTo>
                  <a:lnTo>
                    <a:pt x="1309704" y="97557"/>
                  </a:lnTo>
                  <a:lnTo>
                    <a:pt x="1307752" y="145108"/>
                  </a:lnTo>
                  <a:lnTo>
                    <a:pt x="1303499" y="191703"/>
                  </a:lnTo>
                  <a:lnTo>
                    <a:pt x="1297010" y="237240"/>
                  </a:lnTo>
                  <a:lnTo>
                    <a:pt x="1288353" y="281621"/>
                  </a:lnTo>
                  <a:lnTo>
                    <a:pt x="1277599" y="324754"/>
                  </a:lnTo>
                  <a:lnTo>
                    <a:pt x="1264825" y="366547"/>
                  </a:lnTo>
                  <a:lnTo>
                    <a:pt x="1250111" y="406914"/>
                  </a:lnTo>
                  <a:lnTo>
                    <a:pt x="1233538" y="445773"/>
                  </a:lnTo>
                  <a:lnTo>
                    <a:pt x="1215195" y="483044"/>
                  </a:lnTo>
                  <a:lnTo>
                    <a:pt x="1195170" y="518654"/>
                  </a:lnTo>
                  <a:lnTo>
                    <a:pt x="1173556" y="552532"/>
                  </a:lnTo>
                  <a:lnTo>
                    <a:pt x="1150447" y="584612"/>
                  </a:lnTo>
                  <a:lnTo>
                    <a:pt x="1125944" y="614833"/>
                  </a:lnTo>
                  <a:lnTo>
                    <a:pt x="1100144" y="643139"/>
                  </a:lnTo>
                  <a:lnTo>
                    <a:pt x="1073152" y="669477"/>
                  </a:lnTo>
                  <a:lnTo>
                    <a:pt x="1045072" y="693800"/>
                  </a:lnTo>
                  <a:lnTo>
                    <a:pt x="1016009" y="716066"/>
                  </a:lnTo>
                  <a:lnTo>
                    <a:pt x="986073" y="736237"/>
                  </a:lnTo>
                  <a:lnTo>
                    <a:pt x="955371" y="754282"/>
                  </a:lnTo>
                  <a:lnTo>
                    <a:pt x="924016" y="770172"/>
                  </a:lnTo>
                  <a:lnTo>
                    <a:pt x="892117" y="783885"/>
                  </a:lnTo>
                  <a:lnTo>
                    <a:pt x="890978" y="812878"/>
                  </a:lnTo>
                  <a:lnTo>
                    <a:pt x="887567" y="841692"/>
                  </a:lnTo>
                  <a:lnTo>
                    <a:pt x="881907" y="870149"/>
                  </a:lnTo>
                  <a:lnTo>
                    <a:pt x="874031" y="898075"/>
                  </a:lnTo>
                  <a:lnTo>
                    <a:pt x="863988" y="925297"/>
                  </a:lnTo>
                  <a:lnTo>
                    <a:pt x="851841" y="951647"/>
                  </a:lnTo>
                  <a:lnTo>
                    <a:pt x="837663" y="976962"/>
                  </a:lnTo>
                  <a:lnTo>
                    <a:pt x="821543" y="1001088"/>
                  </a:lnTo>
                  <a:lnTo>
                    <a:pt x="803580" y="1023874"/>
                  </a:lnTo>
                  <a:lnTo>
                    <a:pt x="783885" y="1045180"/>
                  </a:lnTo>
                  <a:lnTo>
                    <a:pt x="762578" y="1064876"/>
                  </a:lnTo>
                  <a:lnTo>
                    <a:pt x="739792" y="1082839"/>
                  </a:lnTo>
                  <a:lnTo>
                    <a:pt x="715667" y="1098959"/>
                  </a:lnTo>
                  <a:lnTo>
                    <a:pt x="690352" y="1113136"/>
                  </a:lnTo>
                  <a:lnTo>
                    <a:pt x="664002" y="1125283"/>
                  </a:lnTo>
                  <a:lnTo>
                    <a:pt x="636780" y="1135326"/>
                  </a:lnTo>
                  <a:lnTo>
                    <a:pt x="608854" y="1143202"/>
                  </a:lnTo>
                  <a:lnTo>
                    <a:pt x="580397" y="1148863"/>
                  </a:lnTo>
                  <a:lnTo>
                    <a:pt x="551583" y="1152273"/>
                  </a:lnTo>
                  <a:lnTo>
                    <a:pt x="522590" y="1153412"/>
                  </a:lnTo>
                  <a:lnTo>
                    <a:pt x="503350" y="1126477"/>
                  </a:lnTo>
                  <a:lnTo>
                    <a:pt x="487126" y="1098631"/>
                  </a:lnTo>
                  <a:lnTo>
                    <a:pt x="473956" y="1070125"/>
                  </a:lnTo>
                  <a:lnTo>
                    <a:pt x="463856" y="1041215"/>
                  </a:lnTo>
                  <a:lnTo>
                    <a:pt x="456827" y="1012154"/>
                  </a:lnTo>
                  <a:lnTo>
                    <a:pt x="452849" y="983194"/>
                  </a:lnTo>
                  <a:lnTo>
                    <a:pt x="451884" y="954584"/>
                  </a:lnTo>
                  <a:lnTo>
                    <a:pt x="453876" y="926570"/>
                  </a:lnTo>
                  <a:lnTo>
                    <a:pt x="458751" y="899392"/>
                  </a:lnTo>
                  <a:lnTo>
                    <a:pt x="466418" y="873281"/>
                  </a:lnTo>
                  <a:lnTo>
                    <a:pt x="476768" y="848465"/>
                  </a:lnTo>
                  <a:lnTo>
                    <a:pt x="489676" y="825157"/>
                  </a:lnTo>
                  <a:lnTo>
                    <a:pt x="505002" y="803566"/>
                  </a:lnTo>
                  <a:lnTo>
                    <a:pt x="522590" y="783885"/>
                  </a:lnTo>
                  <a:lnTo>
                    <a:pt x="522590" y="783885"/>
                  </a:lnTo>
                  <a:lnTo>
                    <a:pt x="490476" y="782788"/>
                  </a:lnTo>
                  <a:lnTo>
                    <a:pt x="458474" y="779499"/>
                  </a:lnTo>
                  <a:lnTo>
                    <a:pt x="426697" y="774027"/>
                  </a:lnTo>
                  <a:lnTo>
                    <a:pt x="395256" y="766383"/>
                  </a:lnTo>
                  <a:lnTo>
                    <a:pt x="364262" y="756586"/>
                  </a:lnTo>
                  <a:lnTo>
                    <a:pt x="333826" y="744659"/>
                  </a:lnTo>
                  <a:lnTo>
                    <a:pt x="304056" y="730630"/>
                  </a:lnTo>
                  <a:lnTo>
                    <a:pt x="275060" y="714530"/>
                  </a:lnTo>
                  <a:lnTo>
                    <a:pt x="246945" y="696399"/>
                  </a:lnTo>
                  <a:lnTo>
                    <a:pt x="219815" y="676279"/>
                  </a:lnTo>
                  <a:lnTo>
                    <a:pt x="193773" y="654216"/>
                  </a:lnTo>
                  <a:lnTo>
                    <a:pt x="168919" y="630264"/>
                  </a:lnTo>
                  <a:lnTo>
                    <a:pt x="145352" y="604478"/>
                  </a:lnTo>
                  <a:lnTo>
                    <a:pt x="123167" y="576920"/>
                  </a:lnTo>
                  <a:lnTo>
                    <a:pt x="102456" y="547656"/>
                  </a:lnTo>
                  <a:lnTo>
                    <a:pt x="83312" y="516754"/>
                  </a:lnTo>
                  <a:lnTo>
                    <a:pt x="65819" y="484289"/>
                  </a:lnTo>
                  <a:lnTo>
                    <a:pt x="50062" y="450339"/>
                  </a:lnTo>
                  <a:lnTo>
                    <a:pt x="36122" y="414985"/>
                  </a:lnTo>
                  <a:lnTo>
                    <a:pt x="24074" y="378313"/>
                  </a:lnTo>
                  <a:lnTo>
                    <a:pt x="13993" y="340411"/>
                  </a:lnTo>
                  <a:lnTo>
                    <a:pt x="5946" y="301373"/>
                  </a:lnTo>
                  <a:lnTo>
                    <a:pt x="0" y="261295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12366553" y="7790475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11952194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11843962" y="883565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11582667" y="894388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11582667" y="8574361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11060077" y="805177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11614268" y="7497381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11614268" y="7822076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11614268" y="8605962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11614268" y="8605962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11614268" y="8605962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10830383" y="8605962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10505687" y="8605962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10830383" y="7822076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tx523"/>
            <p:cNvSpPr/>
            <p:nvPr/>
          </p:nvSpPr>
          <p:spPr>
            <a:xfrm>
              <a:off x="11482229" y="7320129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12262007" y="7685412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12753340" y="8567283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12252909" y="9449154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11473131" y="9814437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0480206" y="9449154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10245042" y="8567283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10489304" y="7685412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9987969" y="8019850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9938500" y="7465559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33" name="rc533"/>
            <p:cNvSpPr/>
            <p:nvPr/>
          </p:nvSpPr>
          <p:spPr>
            <a:xfrm>
              <a:off x="69589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69589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397588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6" name="tx536"/>
            <p:cNvSpPr/>
            <p:nvPr/>
          </p:nvSpPr>
          <p:spPr>
            <a:xfrm>
              <a:off x="1236473" y="10269915"/>
              <a:ext cx="121331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Galliformes (n=7)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457405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1843132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1843132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1843132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1843132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1843132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961261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595978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961261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1288911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734690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596135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1522493" y="11147314"/>
              <a:ext cx="1104524" cy="1206150"/>
            </a:xfrm>
            <a:custGeom>
              <a:avLst/>
              <a:pathLst>
                <a:path w="1104524" h="1206150">
                  <a:moveTo>
                    <a:pt x="320638" y="252842"/>
                  </a:moveTo>
                  <a:lnTo>
                    <a:pt x="341322" y="228016"/>
                  </a:lnTo>
                  <a:lnTo>
                    <a:pt x="363776" y="203993"/>
                  </a:lnTo>
                  <a:lnTo>
                    <a:pt x="387969" y="180866"/>
                  </a:lnTo>
                  <a:lnTo>
                    <a:pt x="413865" y="158730"/>
                  </a:lnTo>
                  <a:lnTo>
                    <a:pt x="441422" y="137675"/>
                  </a:lnTo>
                  <a:lnTo>
                    <a:pt x="470595" y="117794"/>
                  </a:lnTo>
                  <a:lnTo>
                    <a:pt x="501334" y="99173"/>
                  </a:lnTo>
                  <a:lnTo>
                    <a:pt x="533586" y="81899"/>
                  </a:lnTo>
                  <a:lnTo>
                    <a:pt x="567292" y="66056"/>
                  </a:lnTo>
                  <a:lnTo>
                    <a:pt x="602391" y="51725"/>
                  </a:lnTo>
                  <a:lnTo>
                    <a:pt x="638815" y="38986"/>
                  </a:lnTo>
                  <a:lnTo>
                    <a:pt x="676496" y="27914"/>
                  </a:lnTo>
                  <a:lnTo>
                    <a:pt x="715359" y="18581"/>
                  </a:lnTo>
                  <a:lnTo>
                    <a:pt x="755327" y="11059"/>
                  </a:lnTo>
                  <a:lnTo>
                    <a:pt x="796320" y="5413"/>
                  </a:lnTo>
                  <a:lnTo>
                    <a:pt x="838254" y="1707"/>
                  </a:lnTo>
                  <a:lnTo>
                    <a:pt x="881041" y="0"/>
                  </a:lnTo>
                  <a:lnTo>
                    <a:pt x="924591" y="346"/>
                  </a:lnTo>
                  <a:lnTo>
                    <a:pt x="968812" y="2799"/>
                  </a:lnTo>
                  <a:lnTo>
                    <a:pt x="1013606" y="7405"/>
                  </a:lnTo>
                  <a:lnTo>
                    <a:pt x="1058877" y="14208"/>
                  </a:lnTo>
                  <a:lnTo>
                    <a:pt x="1104524" y="23247"/>
                  </a:lnTo>
                  <a:lnTo>
                    <a:pt x="1098435" y="66609"/>
                  </a:lnTo>
                  <a:lnTo>
                    <a:pt x="1090705" y="109185"/>
                  </a:lnTo>
                  <a:lnTo>
                    <a:pt x="1081370" y="150921"/>
                  </a:lnTo>
                  <a:lnTo>
                    <a:pt x="1070465" y="191766"/>
                  </a:lnTo>
                  <a:lnTo>
                    <a:pt x="1058030" y="231666"/>
                  </a:lnTo>
                  <a:lnTo>
                    <a:pt x="1044105" y="270573"/>
                  </a:lnTo>
                  <a:lnTo>
                    <a:pt x="1028732" y="308437"/>
                  </a:lnTo>
                  <a:lnTo>
                    <a:pt x="1011952" y="345212"/>
                  </a:lnTo>
                  <a:lnTo>
                    <a:pt x="993812" y="380850"/>
                  </a:lnTo>
                  <a:lnTo>
                    <a:pt x="974356" y="415309"/>
                  </a:lnTo>
                  <a:lnTo>
                    <a:pt x="953632" y="448546"/>
                  </a:lnTo>
                  <a:lnTo>
                    <a:pt x="931689" y="480519"/>
                  </a:lnTo>
                  <a:lnTo>
                    <a:pt x="908577" y="511189"/>
                  </a:lnTo>
                  <a:lnTo>
                    <a:pt x="884345" y="540519"/>
                  </a:lnTo>
                  <a:lnTo>
                    <a:pt x="859047" y="568472"/>
                  </a:lnTo>
                  <a:lnTo>
                    <a:pt x="832736" y="595015"/>
                  </a:lnTo>
                  <a:lnTo>
                    <a:pt x="805466" y="620114"/>
                  </a:lnTo>
                  <a:lnTo>
                    <a:pt x="777291" y="643740"/>
                  </a:lnTo>
                  <a:lnTo>
                    <a:pt x="748269" y="665863"/>
                  </a:lnTo>
                  <a:lnTo>
                    <a:pt x="718456" y="686456"/>
                  </a:lnTo>
                  <a:lnTo>
                    <a:pt x="687909" y="705495"/>
                  </a:lnTo>
                  <a:lnTo>
                    <a:pt x="656688" y="722957"/>
                  </a:lnTo>
                  <a:lnTo>
                    <a:pt x="624851" y="738819"/>
                  </a:lnTo>
                  <a:lnTo>
                    <a:pt x="592458" y="753064"/>
                  </a:lnTo>
                  <a:lnTo>
                    <a:pt x="559570" y="765674"/>
                  </a:lnTo>
                  <a:lnTo>
                    <a:pt x="526248" y="776633"/>
                  </a:lnTo>
                  <a:lnTo>
                    <a:pt x="492552" y="785929"/>
                  </a:lnTo>
                  <a:lnTo>
                    <a:pt x="458544" y="793550"/>
                  </a:lnTo>
                  <a:lnTo>
                    <a:pt x="424286" y="799487"/>
                  </a:lnTo>
                  <a:lnTo>
                    <a:pt x="389841" y="803733"/>
                  </a:lnTo>
                  <a:lnTo>
                    <a:pt x="355271" y="806282"/>
                  </a:lnTo>
                  <a:lnTo>
                    <a:pt x="320638" y="807133"/>
                  </a:lnTo>
                  <a:lnTo>
                    <a:pt x="295508" y="805335"/>
                  </a:lnTo>
                  <a:lnTo>
                    <a:pt x="270761" y="799961"/>
                  </a:lnTo>
                  <a:lnTo>
                    <a:pt x="246781" y="791066"/>
                  </a:lnTo>
                  <a:lnTo>
                    <a:pt x="223941" y="778740"/>
                  </a:lnTo>
                  <a:lnTo>
                    <a:pt x="202606" y="763109"/>
                  </a:lnTo>
                  <a:lnTo>
                    <a:pt x="183129" y="744334"/>
                  </a:lnTo>
                  <a:lnTo>
                    <a:pt x="165846" y="722610"/>
                  </a:lnTo>
                  <a:lnTo>
                    <a:pt x="151075" y="698161"/>
                  </a:lnTo>
                  <a:lnTo>
                    <a:pt x="139111" y="671243"/>
                  </a:lnTo>
                  <a:lnTo>
                    <a:pt x="130227" y="642140"/>
                  </a:lnTo>
                  <a:lnTo>
                    <a:pt x="124667" y="611161"/>
                  </a:lnTo>
                  <a:lnTo>
                    <a:pt x="108466" y="623284"/>
                  </a:lnTo>
                  <a:lnTo>
                    <a:pt x="93009" y="636732"/>
                  </a:lnTo>
                  <a:lnTo>
                    <a:pt x="78405" y="651459"/>
                  </a:lnTo>
                  <a:lnTo>
                    <a:pt x="64758" y="667411"/>
                  </a:lnTo>
                  <a:lnTo>
                    <a:pt x="52168" y="684526"/>
                  </a:lnTo>
                  <a:lnTo>
                    <a:pt x="40733" y="702733"/>
                  </a:lnTo>
                  <a:lnTo>
                    <a:pt x="30545" y="721954"/>
                  </a:lnTo>
                  <a:lnTo>
                    <a:pt x="21690" y="742101"/>
                  </a:lnTo>
                  <a:lnTo>
                    <a:pt x="14250" y="763081"/>
                  </a:lnTo>
                  <a:lnTo>
                    <a:pt x="8298" y="784794"/>
                  </a:lnTo>
                  <a:lnTo>
                    <a:pt x="3901" y="807133"/>
                  </a:lnTo>
                  <a:lnTo>
                    <a:pt x="1118" y="829985"/>
                  </a:lnTo>
                  <a:lnTo>
                    <a:pt x="0" y="853234"/>
                  </a:lnTo>
                  <a:lnTo>
                    <a:pt x="588" y="876755"/>
                  </a:lnTo>
                  <a:lnTo>
                    <a:pt x="2917" y="900424"/>
                  </a:lnTo>
                  <a:lnTo>
                    <a:pt x="7009" y="924110"/>
                  </a:lnTo>
                  <a:lnTo>
                    <a:pt x="12880" y="947681"/>
                  </a:lnTo>
                  <a:lnTo>
                    <a:pt x="20531" y="971004"/>
                  </a:lnTo>
                  <a:lnTo>
                    <a:pt x="29959" y="993941"/>
                  </a:lnTo>
                  <a:lnTo>
                    <a:pt x="41145" y="1016359"/>
                  </a:lnTo>
                  <a:lnTo>
                    <a:pt x="54063" y="1038122"/>
                  </a:lnTo>
                  <a:lnTo>
                    <a:pt x="68675" y="1059096"/>
                  </a:lnTo>
                  <a:lnTo>
                    <a:pt x="84935" y="1079149"/>
                  </a:lnTo>
                  <a:lnTo>
                    <a:pt x="102784" y="1098152"/>
                  </a:lnTo>
                  <a:lnTo>
                    <a:pt x="122154" y="1115980"/>
                  </a:lnTo>
                  <a:lnTo>
                    <a:pt x="142968" y="1132512"/>
                  </a:lnTo>
                  <a:lnTo>
                    <a:pt x="165138" y="1147632"/>
                  </a:lnTo>
                  <a:lnTo>
                    <a:pt x="188567" y="1161230"/>
                  </a:lnTo>
                  <a:lnTo>
                    <a:pt x="213150" y="1173203"/>
                  </a:lnTo>
                  <a:lnTo>
                    <a:pt x="238774" y="1183455"/>
                  </a:lnTo>
                  <a:lnTo>
                    <a:pt x="265317" y="1191899"/>
                  </a:lnTo>
                  <a:lnTo>
                    <a:pt x="292650" y="1198456"/>
                  </a:lnTo>
                  <a:lnTo>
                    <a:pt x="320638" y="1203055"/>
                  </a:lnTo>
                  <a:lnTo>
                    <a:pt x="349140" y="1205636"/>
                  </a:lnTo>
                  <a:lnTo>
                    <a:pt x="378008" y="1206150"/>
                  </a:lnTo>
                  <a:lnTo>
                    <a:pt x="407093" y="1204558"/>
                  </a:lnTo>
                  <a:lnTo>
                    <a:pt x="436239" y="1200831"/>
                  </a:lnTo>
                  <a:lnTo>
                    <a:pt x="465288" y="1194953"/>
                  </a:lnTo>
                  <a:lnTo>
                    <a:pt x="494082" y="1186920"/>
                  </a:lnTo>
                  <a:lnTo>
                    <a:pt x="522458" y="1176738"/>
                  </a:lnTo>
                  <a:lnTo>
                    <a:pt x="550257" y="1164427"/>
                  </a:lnTo>
                  <a:lnTo>
                    <a:pt x="577318" y="1150017"/>
                  </a:lnTo>
                  <a:lnTo>
                    <a:pt x="603482" y="1133552"/>
                  </a:lnTo>
                  <a:lnTo>
                    <a:pt x="628593" y="1115088"/>
                  </a:lnTo>
                  <a:lnTo>
                    <a:pt x="652498" y="1094691"/>
                  </a:lnTo>
                  <a:lnTo>
                    <a:pt x="675048" y="1072440"/>
                  </a:lnTo>
                  <a:lnTo>
                    <a:pt x="696100" y="1048427"/>
                  </a:lnTo>
                  <a:lnTo>
                    <a:pt x="715516" y="1022752"/>
                  </a:lnTo>
                  <a:lnTo>
                    <a:pt x="733166" y="995528"/>
                  </a:lnTo>
                  <a:lnTo>
                    <a:pt x="748927" y="966876"/>
                  </a:lnTo>
                  <a:lnTo>
                    <a:pt x="762686" y="936929"/>
                  </a:lnTo>
                  <a:lnTo>
                    <a:pt x="774336" y="905829"/>
                  </a:lnTo>
                  <a:lnTo>
                    <a:pt x="783784" y="873723"/>
                  </a:lnTo>
                  <a:lnTo>
                    <a:pt x="790944" y="840770"/>
                  </a:lnTo>
                  <a:lnTo>
                    <a:pt x="795745" y="807133"/>
                  </a:lnTo>
                  <a:lnTo>
                    <a:pt x="798124" y="772982"/>
                  </a:lnTo>
                  <a:lnTo>
                    <a:pt x="798034" y="738494"/>
                  </a:lnTo>
                  <a:lnTo>
                    <a:pt x="795438" y="703846"/>
                  </a:lnTo>
                  <a:lnTo>
                    <a:pt x="790314" y="669224"/>
                  </a:lnTo>
                  <a:lnTo>
                    <a:pt x="782651" y="634811"/>
                  </a:lnTo>
                  <a:lnTo>
                    <a:pt x="772454" y="600795"/>
                  </a:lnTo>
                  <a:lnTo>
                    <a:pt x="759742" y="567364"/>
                  </a:lnTo>
                  <a:lnTo>
                    <a:pt x="744547" y="534703"/>
                  </a:lnTo>
                  <a:lnTo>
                    <a:pt x="726913" y="502999"/>
                  </a:lnTo>
                  <a:lnTo>
                    <a:pt x="706901" y="472434"/>
                  </a:lnTo>
                  <a:lnTo>
                    <a:pt x="684585" y="443186"/>
                  </a:lnTo>
                  <a:lnTo>
                    <a:pt x="660051" y="415429"/>
                  </a:lnTo>
                  <a:lnTo>
                    <a:pt x="633400" y="389333"/>
                  </a:lnTo>
                  <a:lnTo>
                    <a:pt x="604743" y="365057"/>
                  </a:lnTo>
                  <a:lnTo>
                    <a:pt x="574207" y="342757"/>
                  </a:lnTo>
                  <a:lnTo>
                    <a:pt x="541928" y="322576"/>
                  </a:lnTo>
                  <a:lnTo>
                    <a:pt x="508054" y="304652"/>
                  </a:lnTo>
                  <a:lnTo>
                    <a:pt x="472744" y="289109"/>
                  </a:lnTo>
                  <a:lnTo>
                    <a:pt x="436166" y="276060"/>
                  </a:lnTo>
                  <a:lnTo>
                    <a:pt x="398498" y="265609"/>
                  </a:lnTo>
                  <a:lnTo>
                    <a:pt x="359924" y="257844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1647161" y="11147314"/>
              <a:ext cx="979856" cy="807133"/>
            </a:xfrm>
            <a:custGeom>
              <a:avLst/>
              <a:pathLst>
                <a:path w="979856" h="807133">
                  <a:moveTo>
                    <a:pt x="195971" y="252842"/>
                  </a:moveTo>
                  <a:lnTo>
                    <a:pt x="216654" y="228016"/>
                  </a:lnTo>
                  <a:lnTo>
                    <a:pt x="239108" y="203993"/>
                  </a:lnTo>
                  <a:lnTo>
                    <a:pt x="263302" y="180866"/>
                  </a:lnTo>
                  <a:lnTo>
                    <a:pt x="289197" y="158730"/>
                  </a:lnTo>
                  <a:lnTo>
                    <a:pt x="316754" y="137675"/>
                  </a:lnTo>
                  <a:lnTo>
                    <a:pt x="345927" y="117794"/>
                  </a:lnTo>
                  <a:lnTo>
                    <a:pt x="376667" y="99173"/>
                  </a:lnTo>
                  <a:lnTo>
                    <a:pt x="408919" y="81899"/>
                  </a:lnTo>
                  <a:lnTo>
                    <a:pt x="442625" y="66056"/>
                  </a:lnTo>
                  <a:lnTo>
                    <a:pt x="477723" y="51725"/>
                  </a:lnTo>
                  <a:lnTo>
                    <a:pt x="514148" y="38986"/>
                  </a:lnTo>
                  <a:lnTo>
                    <a:pt x="551828" y="27914"/>
                  </a:lnTo>
                  <a:lnTo>
                    <a:pt x="590691" y="18581"/>
                  </a:lnTo>
                  <a:lnTo>
                    <a:pt x="630660" y="11059"/>
                  </a:lnTo>
                  <a:lnTo>
                    <a:pt x="671653" y="5413"/>
                  </a:lnTo>
                  <a:lnTo>
                    <a:pt x="713586" y="1707"/>
                  </a:lnTo>
                  <a:lnTo>
                    <a:pt x="756373" y="0"/>
                  </a:lnTo>
                  <a:lnTo>
                    <a:pt x="799924" y="346"/>
                  </a:lnTo>
                  <a:lnTo>
                    <a:pt x="844144" y="2799"/>
                  </a:lnTo>
                  <a:lnTo>
                    <a:pt x="888939" y="7405"/>
                  </a:lnTo>
                  <a:lnTo>
                    <a:pt x="934210" y="14208"/>
                  </a:lnTo>
                  <a:lnTo>
                    <a:pt x="979856" y="23247"/>
                  </a:lnTo>
                  <a:lnTo>
                    <a:pt x="973767" y="66609"/>
                  </a:lnTo>
                  <a:lnTo>
                    <a:pt x="966038" y="109185"/>
                  </a:lnTo>
                  <a:lnTo>
                    <a:pt x="956702" y="150921"/>
                  </a:lnTo>
                  <a:lnTo>
                    <a:pt x="945798" y="191766"/>
                  </a:lnTo>
                  <a:lnTo>
                    <a:pt x="933363" y="231666"/>
                  </a:lnTo>
                  <a:lnTo>
                    <a:pt x="919438" y="270573"/>
                  </a:lnTo>
                  <a:lnTo>
                    <a:pt x="904064" y="308437"/>
                  </a:lnTo>
                  <a:lnTo>
                    <a:pt x="887285" y="345212"/>
                  </a:lnTo>
                  <a:lnTo>
                    <a:pt x="869144" y="380850"/>
                  </a:lnTo>
                  <a:lnTo>
                    <a:pt x="849688" y="415309"/>
                  </a:lnTo>
                  <a:lnTo>
                    <a:pt x="828965" y="448546"/>
                  </a:lnTo>
                  <a:lnTo>
                    <a:pt x="807022" y="480519"/>
                  </a:lnTo>
                  <a:lnTo>
                    <a:pt x="783909" y="511189"/>
                  </a:lnTo>
                  <a:lnTo>
                    <a:pt x="759678" y="540519"/>
                  </a:lnTo>
                  <a:lnTo>
                    <a:pt x="734380" y="568472"/>
                  </a:lnTo>
                  <a:lnTo>
                    <a:pt x="708069" y="595015"/>
                  </a:lnTo>
                  <a:lnTo>
                    <a:pt x="680798" y="620114"/>
                  </a:lnTo>
                  <a:lnTo>
                    <a:pt x="652624" y="643740"/>
                  </a:lnTo>
                  <a:lnTo>
                    <a:pt x="623601" y="665863"/>
                  </a:lnTo>
                  <a:lnTo>
                    <a:pt x="593788" y="686456"/>
                  </a:lnTo>
                  <a:lnTo>
                    <a:pt x="563242" y="705495"/>
                  </a:lnTo>
                  <a:lnTo>
                    <a:pt x="532020" y="722957"/>
                  </a:lnTo>
                  <a:lnTo>
                    <a:pt x="500184" y="738819"/>
                  </a:lnTo>
                  <a:lnTo>
                    <a:pt x="467791" y="753064"/>
                  </a:lnTo>
                  <a:lnTo>
                    <a:pt x="434903" y="765674"/>
                  </a:lnTo>
                  <a:lnTo>
                    <a:pt x="401580" y="776633"/>
                  </a:lnTo>
                  <a:lnTo>
                    <a:pt x="367884" y="785929"/>
                  </a:lnTo>
                  <a:lnTo>
                    <a:pt x="333876" y="793550"/>
                  </a:lnTo>
                  <a:lnTo>
                    <a:pt x="299619" y="799487"/>
                  </a:lnTo>
                  <a:lnTo>
                    <a:pt x="265174" y="803733"/>
                  </a:lnTo>
                  <a:lnTo>
                    <a:pt x="230604" y="806282"/>
                  </a:lnTo>
                  <a:lnTo>
                    <a:pt x="195971" y="807133"/>
                  </a:lnTo>
                  <a:lnTo>
                    <a:pt x="195971" y="807133"/>
                  </a:lnTo>
                  <a:lnTo>
                    <a:pt x="195971" y="807133"/>
                  </a:lnTo>
                  <a:lnTo>
                    <a:pt x="195971" y="807133"/>
                  </a:lnTo>
                  <a:lnTo>
                    <a:pt x="195971" y="807133"/>
                  </a:lnTo>
                  <a:lnTo>
                    <a:pt x="170840" y="805335"/>
                  </a:lnTo>
                  <a:lnTo>
                    <a:pt x="146094" y="799961"/>
                  </a:lnTo>
                  <a:lnTo>
                    <a:pt x="122113" y="791066"/>
                  </a:lnTo>
                  <a:lnTo>
                    <a:pt x="99273" y="778740"/>
                  </a:lnTo>
                  <a:lnTo>
                    <a:pt x="77938" y="763109"/>
                  </a:lnTo>
                  <a:lnTo>
                    <a:pt x="58462" y="744334"/>
                  </a:lnTo>
                  <a:lnTo>
                    <a:pt x="41179" y="722610"/>
                  </a:lnTo>
                  <a:lnTo>
                    <a:pt x="26408" y="698161"/>
                  </a:lnTo>
                  <a:lnTo>
                    <a:pt x="14444" y="671243"/>
                  </a:lnTo>
                  <a:lnTo>
                    <a:pt x="5560" y="642140"/>
                  </a:lnTo>
                  <a:lnTo>
                    <a:pt x="0" y="611161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811531" y="11368555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2595416" y="11138961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811531" y="1192284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615559" y="11726875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1843132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1843132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1843132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843132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843132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1059247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34551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1059247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tx567"/>
            <p:cNvSpPr/>
            <p:nvPr/>
          </p:nvSpPr>
          <p:spPr>
            <a:xfrm>
              <a:off x="1711093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2490871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2982204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2481773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1701994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709069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47390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718168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216833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167364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577" name="rc577"/>
            <p:cNvSpPr/>
            <p:nvPr/>
          </p:nvSpPr>
          <p:spPr>
            <a:xfrm>
              <a:off x="3326634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3326634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3654633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4160449" y="10269915"/>
              <a:ext cx="1879457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Phoenicopteriformes (n=6)</a:t>
              </a:r>
            </a:p>
          </p:txBody>
        </p:sp>
        <p:sp>
          <p:nvSpPr>
            <p:cNvPr id="581" name="rc581"/>
            <p:cNvSpPr/>
            <p:nvPr/>
          </p:nvSpPr>
          <p:spPr>
            <a:xfrm>
              <a:off x="3714451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5100177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5100177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5100177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5100177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5100177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4218306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3853023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4218306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4545957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991736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3853180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91596" y="10845866"/>
              <a:ext cx="2217162" cy="2217045"/>
            </a:xfrm>
            <a:custGeom>
              <a:avLst/>
              <a:pathLst>
                <a:path w="2217162" h="2217045">
                  <a:moveTo>
                    <a:pt x="1108581" y="0"/>
                  </a:moveTo>
                  <a:lnTo>
                    <a:pt x="1146429" y="646"/>
                  </a:lnTo>
                  <a:lnTo>
                    <a:pt x="1184233" y="2584"/>
                  </a:lnTo>
                  <a:lnTo>
                    <a:pt x="1221949" y="5811"/>
                  </a:lnTo>
                  <a:lnTo>
                    <a:pt x="1259533" y="10325"/>
                  </a:lnTo>
                  <a:lnTo>
                    <a:pt x="1296940" y="16119"/>
                  </a:lnTo>
                  <a:lnTo>
                    <a:pt x="1334128" y="23186"/>
                  </a:lnTo>
                  <a:lnTo>
                    <a:pt x="1371054" y="31520"/>
                  </a:lnTo>
                  <a:lnTo>
                    <a:pt x="1407673" y="41109"/>
                  </a:lnTo>
                  <a:lnTo>
                    <a:pt x="1443943" y="51942"/>
                  </a:lnTo>
                  <a:lnTo>
                    <a:pt x="1479822" y="64008"/>
                  </a:lnTo>
                  <a:lnTo>
                    <a:pt x="1515269" y="77292"/>
                  </a:lnTo>
                  <a:lnTo>
                    <a:pt x="1550241" y="91778"/>
                  </a:lnTo>
                  <a:lnTo>
                    <a:pt x="1584698" y="107449"/>
                  </a:lnTo>
                  <a:lnTo>
                    <a:pt x="1618600" y="124288"/>
                  </a:lnTo>
                  <a:lnTo>
                    <a:pt x="1651908" y="142274"/>
                  </a:lnTo>
                  <a:lnTo>
                    <a:pt x="1684582" y="161387"/>
                  </a:lnTo>
                  <a:lnTo>
                    <a:pt x="1716584" y="181605"/>
                  </a:lnTo>
                  <a:lnTo>
                    <a:pt x="1747878" y="202903"/>
                  </a:lnTo>
                  <a:lnTo>
                    <a:pt x="1778426" y="225258"/>
                  </a:lnTo>
                  <a:lnTo>
                    <a:pt x="1808193" y="248642"/>
                  </a:lnTo>
                  <a:lnTo>
                    <a:pt x="1837145" y="273029"/>
                  </a:lnTo>
                  <a:lnTo>
                    <a:pt x="1865247" y="298390"/>
                  </a:lnTo>
                  <a:lnTo>
                    <a:pt x="1892466" y="324695"/>
                  </a:lnTo>
                  <a:lnTo>
                    <a:pt x="1918772" y="351915"/>
                  </a:lnTo>
                  <a:lnTo>
                    <a:pt x="1944133" y="380017"/>
                  </a:lnTo>
                  <a:lnTo>
                    <a:pt x="1968520" y="408969"/>
                  </a:lnTo>
                  <a:lnTo>
                    <a:pt x="1991904" y="438736"/>
                  </a:lnTo>
                  <a:lnTo>
                    <a:pt x="2014258" y="469284"/>
                  </a:lnTo>
                  <a:lnTo>
                    <a:pt x="2035557" y="500577"/>
                  </a:lnTo>
                  <a:lnTo>
                    <a:pt x="2055774" y="532580"/>
                  </a:lnTo>
                  <a:lnTo>
                    <a:pt x="2074887" y="565254"/>
                  </a:lnTo>
                  <a:lnTo>
                    <a:pt x="2092874" y="598561"/>
                  </a:lnTo>
                  <a:lnTo>
                    <a:pt x="2109713" y="632464"/>
                  </a:lnTo>
                  <a:lnTo>
                    <a:pt x="2125384" y="666921"/>
                  </a:lnTo>
                  <a:lnTo>
                    <a:pt x="2139870" y="701893"/>
                  </a:lnTo>
                  <a:lnTo>
                    <a:pt x="2153154" y="737340"/>
                  </a:lnTo>
                  <a:lnTo>
                    <a:pt x="2165219" y="773219"/>
                  </a:lnTo>
                  <a:lnTo>
                    <a:pt x="2176053" y="809489"/>
                  </a:lnTo>
                  <a:lnTo>
                    <a:pt x="2185642" y="846108"/>
                  </a:lnTo>
                  <a:lnTo>
                    <a:pt x="2193975" y="883033"/>
                  </a:lnTo>
                  <a:lnTo>
                    <a:pt x="2201043" y="920221"/>
                  </a:lnTo>
                  <a:lnTo>
                    <a:pt x="2206837" y="957629"/>
                  </a:lnTo>
                  <a:lnTo>
                    <a:pt x="2211350" y="995213"/>
                  </a:lnTo>
                  <a:lnTo>
                    <a:pt x="2214578" y="1032929"/>
                  </a:lnTo>
                  <a:lnTo>
                    <a:pt x="2216516" y="1070733"/>
                  </a:lnTo>
                  <a:lnTo>
                    <a:pt x="2217162" y="1108581"/>
                  </a:lnTo>
                  <a:lnTo>
                    <a:pt x="2182196" y="1134937"/>
                  </a:lnTo>
                  <a:lnTo>
                    <a:pt x="2146624" y="1159577"/>
                  </a:lnTo>
                  <a:lnTo>
                    <a:pt x="2110511" y="1182488"/>
                  </a:lnTo>
                  <a:lnTo>
                    <a:pt x="2073919" y="1203658"/>
                  </a:lnTo>
                  <a:lnTo>
                    <a:pt x="2036912" y="1223080"/>
                  </a:lnTo>
                  <a:lnTo>
                    <a:pt x="1999554" y="1240744"/>
                  </a:lnTo>
                  <a:lnTo>
                    <a:pt x="1961909" y="1256647"/>
                  </a:lnTo>
                  <a:lnTo>
                    <a:pt x="1924041" y="1270786"/>
                  </a:lnTo>
                  <a:lnTo>
                    <a:pt x="1886013" y="1283159"/>
                  </a:lnTo>
                  <a:lnTo>
                    <a:pt x="1847890" y="1293768"/>
                  </a:lnTo>
                  <a:lnTo>
                    <a:pt x="1809734" y="1302616"/>
                  </a:lnTo>
                  <a:lnTo>
                    <a:pt x="1771610" y="1309708"/>
                  </a:lnTo>
                  <a:lnTo>
                    <a:pt x="1733580" y="1315053"/>
                  </a:lnTo>
                  <a:lnTo>
                    <a:pt x="1695706" y="1318658"/>
                  </a:lnTo>
                  <a:lnTo>
                    <a:pt x="1658052" y="1320535"/>
                  </a:lnTo>
                  <a:lnTo>
                    <a:pt x="1620679" y="1320699"/>
                  </a:lnTo>
                  <a:lnTo>
                    <a:pt x="1583648" y="1319164"/>
                  </a:lnTo>
                  <a:lnTo>
                    <a:pt x="1547020" y="1315947"/>
                  </a:lnTo>
                  <a:lnTo>
                    <a:pt x="1510854" y="1311068"/>
                  </a:lnTo>
                  <a:lnTo>
                    <a:pt x="1475211" y="1304549"/>
                  </a:lnTo>
                  <a:lnTo>
                    <a:pt x="1440149" y="1296412"/>
                  </a:lnTo>
                  <a:lnTo>
                    <a:pt x="1405725" y="1286682"/>
                  </a:lnTo>
                  <a:lnTo>
                    <a:pt x="1371997" y="1275387"/>
                  </a:lnTo>
                  <a:lnTo>
                    <a:pt x="1339019" y="1262555"/>
                  </a:lnTo>
                  <a:lnTo>
                    <a:pt x="1306847" y="1248216"/>
                  </a:lnTo>
                  <a:lnTo>
                    <a:pt x="1275535" y="1232402"/>
                  </a:lnTo>
                  <a:lnTo>
                    <a:pt x="1245135" y="1215149"/>
                  </a:lnTo>
                  <a:lnTo>
                    <a:pt x="1215699" y="1196490"/>
                  </a:lnTo>
                  <a:lnTo>
                    <a:pt x="1187277" y="1176465"/>
                  </a:lnTo>
                  <a:lnTo>
                    <a:pt x="1159919" y="1155111"/>
                  </a:lnTo>
                  <a:lnTo>
                    <a:pt x="1133671" y="1132469"/>
                  </a:lnTo>
                  <a:lnTo>
                    <a:pt x="1108581" y="1108581"/>
                  </a:lnTo>
                  <a:lnTo>
                    <a:pt x="1107731" y="1143214"/>
                  </a:lnTo>
                  <a:lnTo>
                    <a:pt x="1105181" y="1177784"/>
                  </a:lnTo>
                  <a:lnTo>
                    <a:pt x="1100935" y="1212229"/>
                  </a:lnTo>
                  <a:lnTo>
                    <a:pt x="1094998" y="1246486"/>
                  </a:lnTo>
                  <a:lnTo>
                    <a:pt x="1087377" y="1280494"/>
                  </a:lnTo>
                  <a:lnTo>
                    <a:pt x="1078082" y="1314190"/>
                  </a:lnTo>
                  <a:lnTo>
                    <a:pt x="1067122" y="1347513"/>
                  </a:lnTo>
                  <a:lnTo>
                    <a:pt x="1054513" y="1380401"/>
                  </a:lnTo>
                  <a:lnTo>
                    <a:pt x="1040268" y="1412794"/>
                  </a:lnTo>
                  <a:lnTo>
                    <a:pt x="1024405" y="1444630"/>
                  </a:lnTo>
                  <a:lnTo>
                    <a:pt x="1006943" y="1475852"/>
                  </a:lnTo>
                  <a:lnTo>
                    <a:pt x="987904" y="1506398"/>
                  </a:lnTo>
                  <a:lnTo>
                    <a:pt x="967311" y="1536212"/>
                  </a:lnTo>
                  <a:lnTo>
                    <a:pt x="945188" y="1565234"/>
                  </a:lnTo>
                  <a:lnTo>
                    <a:pt x="921562" y="1593408"/>
                  </a:lnTo>
                  <a:lnTo>
                    <a:pt x="896463" y="1620679"/>
                  </a:lnTo>
                  <a:lnTo>
                    <a:pt x="869921" y="1646990"/>
                  </a:lnTo>
                  <a:lnTo>
                    <a:pt x="841967" y="1672288"/>
                  </a:lnTo>
                  <a:lnTo>
                    <a:pt x="812638" y="1696519"/>
                  </a:lnTo>
                  <a:lnTo>
                    <a:pt x="781967" y="1719632"/>
                  </a:lnTo>
                  <a:lnTo>
                    <a:pt x="749994" y="1741575"/>
                  </a:lnTo>
                  <a:lnTo>
                    <a:pt x="716758" y="1762298"/>
                  </a:lnTo>
                  <a:lnTo>
                    <a:pt x="682299" y="1781754"/>
                  </a:lnTo>
                  <a:lnTo>
                    <a:pt x="646660" y="1799895"/>
                  </a:lnTo>
                  <a:lnTo>
                    <a:pt x="609885" y="1816674"/>
                  </a:lnTo>
                  <a:lnTo>
                    <a:pt x="572021" y="1832048"/>
                  </a:lnTo>
                  <a:lnTo>
                    <a:pt x="533114" y="1845973"/>
                  </a:lnTo>
                  <a:lnTo>
                    <a:pt x="493214" y="1858408"/>
                  </a:lnTo>
                  <a:lnTo>
                    <a:pt x="452370" y="1869312"/>
                  </a:lnTo>
                  <a:lnTo>
                    <a:pt x="410633" y="1878648"/>
                  </a:lnTo>
                  <a:lnTo>
                    <a:pt x="368057" y="1886377"/>
                  </a:lnTo>
                  <a:lnTo>
                    <a:pt x="324695" y="1892466"/>
                  </a:lnTo>
                  <a:lnTo>
                    <a:pt x="298390" y="1865247"/>
                  </a:lnTo>
                  <a:lnTo>
                    <a:pt x="273029" y="1837145"/>
                  </a:lnTo>
                  <a:lnTo>
                    <a:pt x="248642" y="1808193"/>
                  </a:lnTo>
                  <a:lnTo>
                    <a:pt x="225258" y="1778426"/>
                  </a:lnTo>
                  <a:lnTo>
                    <a:pt x="202903" y="1747878"/>
                  </a:lnTo>
                  <a:lnTo>
                    <a:pt x="181605" y="1716584"/>
                  </a:lnTo>
                  <a:lnTo>
                    <a:pt x="161387" y="1684582"/>
                  </a:lnTo>
                  <a:lnTo>
                    <a:pt x="142274" y="1651908"/>
                  </a:lnTo>
                  <a:lnTo>
                    <a:pt x="124288" y="1618600"/>
                  </a:lnTo>
                  <a:lnTo>
                    <a:pt x="107449" y="1584698"/>
                  </a:lnTo>
                  <a:lnTo>
                    <a:pt x="91778" y="1550241"/>
                  </a:lnTo>
                  <a:lnTo>
                    <a:pt x="77292" y="1515269"/>
                  </a:lnTo>
                  <a:lnTo>
                    <a:pt x="64008" y="1479822"/>
                  </a:lnTo>
                  <a:lnTo>
                    <a:pt x="51942" y="1443943"/>
                  </a:lnTo>
                  <a:lnTo>
                    <a:pt x="41109" y="1407673"/>
                  </a:lnTo>
                  <a:lnTo>
                    <a:pt x="31520" y="1371054"/>
                  </a:lnTo>
                  <a:lnTo>
                    <a:pt x="23186" y="1334128"/>
                  </a:lnTo>
                  <a:lnTo>
                    <a:pt x="16119" y="1296940"/>
                  </a:lnTo>
                  <a:lnTo>
                    <a:pt x="10325" y="1259533"/>
                  </a:lnTo>
                  <a:lnTo>
                    <a:pt x="5811" y="1221949"/>
                  </a:lnTo>
                  <a:lnTo>
                    <a:pt x="2584" y="1184233"/>
                  </a:lnTo>
                  <a:lnTo>
                    <a:pt x="646" y="1146429"/>
                  </a:lnTo>
                  <a:lnTo>
                    <a:pt x="0" y="1108581"/>
                  </a:lnTo>
                  <a:lnTo>
                    <a:pt x="646" y="1070733"/>
                  </a:lnTo>
                  <a:lnTo>
                    <a:pt x="2584" y="1032929"/>
                  </a:lnTo>
                  <a:lnTo>
                    <a:pt x="5811" y="995213"/>
                  </a:lnTo>
                  <a:lnTo>
                    <a:pt x="10325" y="957629"/>
                  </a:lnTo>
                  <a:lnTo>
                    <a:pt x="16119" y="920221"/>
                  </a:lnTo>
                  <a:lnTo>
                    <a:pt x="23186" y="883033"/>
                  </a:lnTo>
                  <a:lnTo>
                    <a:pt x="31520" y="846108"/>
                  </a:lnTo>
                  <a:lnTo>
                    <a:pt x="41109" y="809489"/>
                  </a:lnTo>
                  <a:lnTo>
                    <a:pt x="51942" y="773219"/>
                  </a:lnTo>
                  <a:lnTo>
                    <a:pt x="64008" y="737340"/>
                  </a:lnTo>
                  <a:lnTo>
                    <a:pt x="77292" y="701893"/>
                  </a:lnTo>
                  <a:lnTo>
                    <a:pt x="91778" y="666921"/>
                  </a:lnTo>
                  <a:lnTo>
                    <a:pt x="107449" y="632464"/>
                  </a:lnTo>
                  <a:lnTo>
                    <a:pt x="124288" y="598561"/>
                  </a:lnTo>
                  <a:lnTo>
                    <a:pt x="142274" y="565254"/>
                  </a:lnTo>
                  <a:lnTo>
                    <a:pt x="161387" y="532580"/>
                  </a:lnTo>
                  <a:lnTo>
                    <a:pt x="181605" y="500577"/>
                  </a:lnTo>
                  <a:lnTo>
                    <a:pt x="202903" y="469284"/>
                  </a:lnTo>
                  <a:lnTo>
                    <a:pt x="225258" y="438736"/>
                  </a:lnTo>
                  <a:lnTo>
                    <a:pt x="248642" y="408969"/>
                  </a:lnTo>
                  <a:lnTo>
                    <a:pt x="273029" y="380017"/>
                  </a:lnTo>
                  <a:lnTo>
                    <a:pt x="298390" y="351915"/>
                  </a:lnTo>
                  <a:lnTo>
                    <a:pt x="324695" y="324695"/>
                  </a:lnTo>
                  <a:lnTo>
                    <a:pt x="298549" y="351744"/>
                  </a:lnTo>
                  <a:lnTo>
                    <a:pt x="273336" y="379665"/>
                  </a:lnTo>
                  <a:lnTo>
                    <a:pt x="249084" y="408425"/>
                  </a:lnTo>
                  <a:lnTo>
                    <a:pt x="225823" y="437991"/>
                  </a:lnTo>
                  <a:lnTo>
                    <a:pt x="203578" y="468330"/>
                  </a:lnTo>
                  <a:lnTo>
                    <a:pt x="182375" y="499405"/>
                  </a:lnTo>
                  <a:lnTo>
                    <a:pt x="162238" y="531183"/>
                  </a:lnTo>
                  <a:lnTo>
                    <a:pt x="143192" y="563625"/>
                  </a:lnTo>
                  <a:lnTo>
                    <a:pt x="125257" y="596695"/>
                  </a:lnTo>
                  <a:lnTo>
                    <a:pt x="108455" y="630354"/>
                  </a:lnTo>
                  <a:lnTo>
                    <a:pt x="92804" y="664564"/>
                  </a:lnTo>
                  <a:lnTo>
                    <a:pt x="78324" y="699286"/>
                  </a:lnTo>
                  <a:lnTo>
                    <a:pt x="65029" y="734479"/>
                  </a:lnTo>
                  <a:lnTo>
                    <a:pt x="52937" y="770102"/>
                  </a:lnTo>
                  <a:lnTo>
                    <a:pt x="42060" y="806116"/>
                  </a:lnTo>
                  <a:lnTo>
                    <a:pt x="32411" y="842477"/>
                  </a:lnTo>
                  <a:lnTo>
                    <a:pt x="24002" y="879145"/>
                  </a:lnTo>
                  <a:lnTo>
                    <a:pt x="16841" y="916078"/>
                  </a:lnTo>
                  <a:lnTo>
                    <a:pt x="10938" y="953232"/>
                  </a:lnTo>
                  <a:lnTo>
                    <a:pt x="6299" y="990565"/>
                  </a:lnTo>
                  <a:lnTo>
                    <a:pt x="2930" y="1028034"/>
                  </a:lnTo>
                  <a:lnTo>
                    <a:pt x="833" y="1065595"/>
                  </a:lnTo>
                  <a:lnTo>
                    <a:pt x="13" y="1103206"/>
                  </a:lnTo>
                  <a:lnTo>
                    <a:pt x="468" y="1140824"/>
                  </a:lnTo>
                  <a:lnTo>
                    <a:pt x="2201" y="1178404"/>
                  </a:lnTo>
                  <a:lnTo>
                    <a:pt x="5207" y="1215904"/>
                  </a:lnTo>
                  <a:lnTo>
                    <a:pt x="9484" y="1253280"/>
                  </a:lnTo>
                  <a:lnTo>
                    <a:pt x="15026" y="1290489"/>
                  </a:lnTo>
                  <a:lnTo>
                    <a:pt x="21828" y="1327489"/>
                  </a:lnTo>
                  <a:lnTo>
                    <a:pt x="29881" y="1364237"/>
                  </a:lnTo>
                  <a:lnTo>
                    <a:pt x="39177" y="1400691"/>
                  </a:lnTo>
                  <a:lnTo>
                    <a:pt x="49704" y="1436808"/>
                  </a:lnTo>
                  <a:lnTo>
                    <a:pt x="61451" y="1472547"/>
                  </a:lnTo>
                  <a:lnTo>
                    <a:pt x="74403" y="1507867"/>
                  </a:lnTo>
                  <a:lnTo>
                    <a:pt x="88547" y="1542727"/>
                  </a:lnTo>
                  <a:lnTo>
                    <a:pt x="103865" y="1577088"/>
                  </a:lnTo>
                  <a:lnTo>
                    <a:pt x="120340" y="1610908"/>
                  </a:lnTo>
                  <a:lnTo>
                    <a:pt x="137953" y="1644151"/>
                  </a:lnTo>
                  <a:lnTo>
                    <a:pt x="156684" y="1676776"/>
                  </a:lnTo>
                  <a:lnTo>
                    <a:pt x="176512" y="1708747"/>
                  </a:lnTo>
                  <a:lnTo>
                    <a:pt x="197412" y="1740027"/>
                  </a:lnTo>
                  <a:lnTo>
                    <a:pt x="219362" y="1770580"/>
                  </a:lnTo>
                  <a:lnTo>
                    <a:pt x="242336" y="1800370"/>
                  </a:lnTo>
                  <a:lnTo>
                    <a:pt x="266307" y="1829364"/>
                  </a:lnTo>
                  <a:lnTo>
                    <a:pt x="291249" y="1857528"/>
                  </a:lnTo>
                  <a:lnTo>
                    <a:pt x="317132" y="1884829"/>
                  </a:lnTo>
                  <a:lnTo>
                    <a:pt x="343926" y="1911236"/>
                  </a:lnTo>
                  <a:lnTo>
                    <a:pt x="371601" y="1936719"/>
                  </a:lnTo>
                  <a:lnTo>
                    <a:pt x="400124" y="1961248"/>
                  </a:lnTo>
                  <a:lnTo>
                    <a:pt x="429463" y="1984795"/>
                  </a:lnTo>
                  <a:lnTo>
                    <a:pt x="459585" y="2007334"/>
                  </a:lnTo>
                  <a:lnTo>
                    <a:pt x="490453" y="2028837"/>
                  </a:lnTo>
                  <a:lnTo>
                    <a:pt x="522034" y="2049280"/>
                  </a:lnTo>
                  <a:lnTo>
                    <a:pt x="554290" y="2068641"/>
                  </a:lnTo>
                  <a:lnTo>
                    <a:pt x="587185" y="2086895"/>
                  </a:lnTo>
                  <a:lnTo>
                    <a:pt x="620679" y="2104023"/>
                  </a:lnTo>
                  <a:lnTo>
                    <a:pt x="654736" y="2120004"/>
                  </a:lnTo>
                  <a:lnTo>
                    <a:pt x="689316" y="2134821"/>
                  </a:lnTo>
                  <a:lnTo>
                    <a:pt x="724378" y="2148456"/>
                  </a:lnTo>
                  <a:lnTo>
                    <a:pt x="759882" y="2160894"/>
                  </a:lnTo>
                  <a:lnTo>
                    <a:pt x="795789" y="2172119"/>
                  </a:lnTo>
                  <a:lnTo>
                    <a:pt x="832055" y="2182120"/>
                  </a:lnTo>
                  <a:lnTo>
                    <a:pt x="868640" y="2190884"/>
                  </a:lnTo>
                  <a:lnTo>
                    <a:pt x="905501" y="2198403"/>
                  </a:lnTo>
                  <a:lnTo>
                    <a:pt x="942596" y="2204666"/>
                  </a:lnTo>
                  <a:lnTo>
                    <a:pt x="979882" y="2209666"/>
                  </a:lnTo>
                  <a:lnTo>
                    <a:pt x="1017317" y="2213399"/>
                  </a:lnTo>
                  <a:lnTo>
                    <a:pt x="1054856" y="2215860"/>
                  </a:lnTo>
                  <a:lnTo>
                    <a:pt x="1092458" y="2217045"/>
                  </a:lnTo>
                  <a:lnTo>
                    <a:pt x="1130078" y="2216954"/>
                  </a:lnTo>
                  <a:lnTo>
                    <a:pt x="1167673" y="2215586"/>
                  </a:lnTo>
                  <a:lnTo>
                    <a:pt x="1205200" y="2212944"/>
                  </a:lnTo>
                  <a:lnTo>
                    <a:pt x="1242616" y="2209030"/>
                  </a:lnTo>
                  <a:lnTo>
                    <a:pt x="1279878" y="2203848"/>
                  </a:lnTo>
                  <a:lnTo>
                    <a:pt x="1316942" y="2197405"/>
                  </a:lnTo>
                  <a:lnTo>
                    <a:pt x="1353766" y="2189708"/>
                  </a:lnTo>
                  <a:lnTo>
                    <a:pt x="1390308" y="2180767"/>
                  </a:lnTo>
                  <a:lnTo>
                    <a:pt x="1426526" y="2170590"/>
                  </a:lnTo>
                  <a:lnTo>
                    <a:pt x="1462377" y="2159191"/>
                  </a:lnTo>
                  <a:lnTo>
                    <a:pt x="1497821" y="2146581"/>
                  </a:lnTo>
                  <a:lnTo>
                    <a:pt x="1532817" y="2132777"/>
                  </a:lnTo>
                  <a:lnTo>
                    <a:pt x="1567324" y="2117792"/>
                  </a:lnTo>
                  <a:lnTo>
                    <a:pt x="1601303" y="2101646"/>
                  </a:lnTo>
                  <a:lnTo>
                    <a:pt x="1634714" y="2084356"/>
                  </a:lnTo>
                  <a:lnTo>
                    <a:pt x="1667520" y="2065942"/>
                  </a:lnTo>
                  <a:lnTo>
                    <a:pt x="1699681" y="2046426"/>
                  </a:lnTo>
                  <a:lnTo>
                    <a:pt x="1731163" y="2025829"/>
                  </a:lnTo>
                  <a:lnTo>
                    <a:pt x="1761927" y="2004177"/>
                  </a:lnTo>
                  <a:lnTo>
                    <a:pt x="1791938" y="1981493"/>
                  </a:lnTo>
                  <a:lnTo>
                    <a:pt x="1821163" y="1957803"/>
                  </a:lnTo>
                  <a:lnTo>
                    <a:pt x="1849567" y="1933136"/>
                  </a:lnTo>
                  <a:lnTo>
                    <a:pt x="1877118" y="1907519"/>
                  </a:lnTo>
                  <a:lnTo>
                    <a:pt x="1903784" y="1880983"/>
                  </a:lnTo>
                  <a:lnTo>
                    <a:pt x="1929534" y="1853556"/>
                  </a:lnTo>
                  <a:lnTo>
                    <a:pt x="1954339" y="1825272"/>
                  </a:lnTo>
                  <a:lnTo>
                    <a:pt x="1978169" y="1796162"/>
                  </a:lnTo>
                  <a:lnTo>
                    <a:pt x="2000999" y="1766261"/>
                  </a:lnTo>
                  <a:lnTo>
                    <a:pt x="2022800" y="1735602"/>
                  </a:lnTo>
                  <a:lnTo>
                    <a:pt x="2043549" y="1704221"/>
                  </a:lnTo>
                  <a:lnTo>
                    <a:pt x="2063221" y="1672154"/>
                  </a:lnTo>
                  <a:lnTo>
                    <a:pt x="2081794" y="1639438"/>
                  </a:lnTo>
                  <a:lnTo>
                    <a:pt x="2099245" y="1606111"/>
                  </a:lnTo>
                  <a:lnTo>
                    <a:pt x="2115556" y="1572211"/>
                  </a:lnTo>
                  <a:lnTo>
                    <a:pt x="2130708" y="1537777"/>
                  </a:lnTo>
                  <a:lnTo>
                    <a:pt x="2144682" y="1502849"/>
                  </a:lnTo>
                  <a:lnTo>
                    <a:pt x="2157463" y="1467466"/>
                  </a:lnTo>
                  <a:lnTo>
                    <a:pt x="2169036" y="1431671"/>
                  </a:lnTo>
                  <a:lnTo>
                    <a:pt x="2179388" y="1395503"/>
                  </a:lnTo>
                  <a:lnTo>
                    <a:pt x="2188507" y="1359005"/>
                  </a:lnTo>
                  <a:lnTo>
                    <a:pt x="2196382" y="1322218"/>
                  </a:lnTo>
                  <a:lnTo>
                    <a:pt x="2203005" y="1285186"/>
                  </a:lnTo>
                  <a:lnTo>
                    <a:pt x="2208367" y="1247950"/>
                  </a:lnTo>
                  <a:lnTo>
                    <a:pt x="2212462" y="1210553"/>
                  </a:lnTo>
                  <a:lnTo>
                    <a:pt x="2215287" y="1173039"/>
                  </a:lnTo>
                  <a:lnTo>
                    <a:pt x="2216837" y="1135451"/>
                  </a:lnTo>
                  <a:lnTo>
                    <a:pt x="2217110" y="1097832"/>
                  </a:lnTo>
                  <a:lnTo>
                    <a:pt x="2216107" y="1060225"/>
                  </a:lnTo>
                  <a:lnTo>
                    <a:pt x="2213829" y="1022674"/>
                  </a:lnTo>
                  <a:lnTo>
                    <a:pt x="2210277" y="985222"/>
                  </a:lnTo>
                  <a:lnTo>
                    <a:pt x="2205457" y="947912"/>
                  </a:lnTo>
                  <a:lnTo>
                    <a:pt x="2199374" y="910787"/>
                  </a:lnTo>
                  <a:lnTo>
                    <a:pt x="2192035" y="873890"/>
                  </a:lnTo>
                  <a:lnTo>
                    <a:pt x="2183448" y="837263"/>
                  </a:lnTo>
                  <a:lnTo>
                    <a:pt x="2173623" y="800948"/>
                  </a:lnTo>
                  <a:lnTo>
                    <a:pt x="2162572" y="764988"/>
                  </a:lnTo>
                  <a:lnTo>
                    <a:pt x="2150307" y="729424"/>
                  </a:lnTo>
                  <a:lnTo>
                    <a:pt x="2136842" y="694296"/>
                  </a:lnTo>
                  <a:lnTo>
                    <a:pt x="2122193" y="659645"/>
                  </a:lnTo>
                  <a:lnTo>
                    <a:pt x="2106377" y="625511"/>
                  </a:lnTo>
                  <a:lnTo>
                    <a:pt x="2089411" y="591934"/>
                  </a:lnTo>
                  <a:lnTo>
                    <a:pt x="2071316" y="558951"/>
                  </a:lnTo>
                  <a:lnTo>
                    <a:pt x="2052113" y="526602"/>
                  </a:lnTo>
                  <a:lnTo>
                    <a:pt x="2031823" y="494922"/>
                  </a:lnTo>
                  <a:lnTo>
                    <a:pt x="2010470" y="463950"/>
                  </a:lnTo>
                  <a:lnTo>
                    <a:pt x="1988078" y="433719"/>
                  </a:lnTo>
                  <a:lnTo>
                    <a:pt x="1964673" y="404266"/>
                  </a:lnTo>
                  <a:lnTo>
                    <a:pt x="1940282" y="375624"/>
                  </a:lnTo>
                  <a:lnTo>
                    <a:pt x="1914934" y="347826"/>
                  </a:lnTo>
                  <a:lnTo>
                    <a:pt x="1888657" y="320904"/>
                  </a:lnTo>
                  <a:lnTo>
                    <a:pt x="1861481" y="294890"/>
                  </a:lnTo>
                  <a:lnTo>
                    <a:pt x="1833439" y="269812"/>
                  </a:lnTo>
                  <a:lnTo>
                    <a:pt x="1804562" y="245700"/>
                  </a:lnTo>
                  <a:lnTo>
                    <a:pt x="1774883" y="222582"/>
                  </a:lnTo>
                  <a:lnTo>
                    <a:pt x="1744437" y="200484"/>
                  </a:lnTo>
                  <a:lnTo>
                    <a:pt x="1713259" y="179432"/>
                  </a:lnTo>
                  <a:lnTo>
                    <a:pt x="1681384" y="159450"/>
                  </a:lnTo>
                  <a:lnTo>
                    <a:pt x="1648850" y="140561"/>
                  </a:lnTo>
                  <a:lnTo>
                    <a:pt x="1615694" y="122787"/>
                  </a:lnTo>
                  <a:lnTo>
                    <a:pt x="1581953" y="106148"/>
                  </a:lnTo>
                  <a:lnTo>
                    <a:pt x="1547668" y="90664"/>
                  </a:lnTo>
                  <a:lnTo>
                    <a:pt x="1512876" y="76351"/>
                  </a:lnTo>
                  <a:lnTo>
                    <a:pt x="1477620" y="63228"/>
                  </a:lnTo>
                  <a:lnTo>
                    <a:pt x="1441938" y="51308"/>
                  </a:lnTo>
                  <a:lnTo>
                    <a:pt x="1405872" y="40606"/>
                  </a:lnTo>
                  <a:lnTo>
                    <a:pt x="1369464" y="31134"/>
                  </a:lnTo>
                  <a:lnTo>
                    <a:pt x="1332756" y="22902"/>
                  </a:lnTo>
                  <a:lnTo>
                    <a:pt x="1295789" y="15921"/>
                  </a:lnTo>
                  <a:lnTo>
                    <a:pt x="1258607" y="10198"/>
                  </a:lnTo>
                  <a:lnTo>
                    <a:pt x="1221252" y="5740"/>
                  </a:lnTo>
                  <a:lnTo>
                    <a:pt x="1183767" y="2552"/>
                  </a:lnTo>
                  <a:lnTo>
                    <a:pt x="1146196" y="638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3991596" y="10845866"/>
              <a:ext cx="2217162" cy="1892466"/>
            </a:xfrm>
            <a:custGeom>
              <a:avLst/>
              <a:pathLst>
                <a:path w="2217162" h="1892466">
                  <a:moveTo>
                    <a:pt x="1108581" y="0"/>
                  </a:moveTo>
                  <a:lnTo>
                    <a:pt x="1146429" y="646"/>
                  </a:lnTo>
                  <a:lnTo>
                    <a:pt x="1184233" y="2584"/>
                  </a:lnTo>
                  <a:lnTo>
                    <a:pt x="1221949" y="5811"/>
                  </a:lnTo>
                  <a:lnTo>
                    <a:pt x="1259533" y="10325"/>
                  </a:lnTo>
                  <a:lnTo>
                    <a:pt x="1296940" y="16119"/>
                  </a:lnTo>
                  <a:lnTo>
                    <a:pt x="1334128" y="23186"/>
                  </a:lnTo>
                  <a:lnTo>
                    <a:pt x="1371054" y="31520"/>
                  </a:lnTo>
                  <a:lnTo>
                    <a:pt x="1407673" y="41109"/>
                  </a:lnTo>
                  <a:lnTo>
                    <a:pt x="1443943" y="51942"/>
                  </a:lnTo>
                  <a:lnTo>
                    <a:pt x="1479822" y="64008"/>
                  </a:lnTo>
                  <a:lnTo>
                    <a:pt x="1515269" y="77292"/>
                  </a:lnTo>
                  <a:lnTo>
                    <a:pt x="1550241" y="91778"/>
                  </a:lnTo>
                  <a:lnTo>
                    <a:pt x="1584698" y="107449"/>
                  </a:lnTo>
                  <a:lnTo>
                    <a:pt x="1618600" y="124288"/>
                  </a:lnTo>
                  <a:lnTo>
                    <a:pt x="1651908" y="142274"/>
                  </a:lnTo>
                  <a:lnTo>
                    <a:pt x="1684582" y="161387"/>
                  </a:lnTo>
                  <a:lnTo>
                    <a:pt x="1716584" y="181605"/>
                  </a:lnTo>
                  <a:lnTo>
                    <a:pt x="1747878" y="202903"/>
                  </a:lnTo>
                  <a:lnTo>
                    <a:pt x="1778426" y="225258"/>
                  </a:lnTo>
                  <a:lnTo>
                    <a:pt x="1808193" y="248642"/>
                  </a:lnTo>
                  <a:lnTo>
                    <a:pt x="1837145" y="273029"/>
                  </a:lnTo>
                  <a:lnTo>
                    <a:pt x="1865247" y="298390"/>
                  </a:lnTo>
                  <a:lnTo>
                    <a:pt x="1892466" y="324695"/>
                  </a:lnTo>
                  <a:lnTo>
                    <a:pt x="1918772" y="351915"/>
                  </a:lnTo>
                  <a:lnTo>
                    <a:pt x="1944133" y="380017"/>
                  </a:lnTo>
                  <a:lnTo>
                    <a:pt x="1968520" y="408969"/>
                  </a:lnTo>
                  <a:lnTo>
                    <a:pt x="1991904" y="438736"/>
                  </a:lnTo>
                  <a:lnTo>
                    <a:pt x="2014258" y="469284"/>
                  </a:lnTo>
                  <a:lnTo>
                    <a:pt x="2035557" y="500577"/>
                  </a:lnTo>
                  <a:lnTo>
                    <a:pt x="2055774" y="532580"/>
                  </a:lnTo>
                  <a:lnTo>
                    <a:pt x="2074887" y="565254"/>
                  </a:lnTo>
                  <a:lnTo>
                    <a:pt x="2092874" y="598561"/>
                  </a:lnTo>
                  <a:lnTo>
                    <a:pt x="2109713" y="632464"/>
                  </a:lnTo>
                  <a:lnTo>
                    <a:pt x="2125384" y="666921"/>
                  </a:lnTo>
                  <a:lnTo>
                    <a:pt x="2139870" y="701893"/>
                  </a:lnTo>
                  <a:lnTo>
                    <a:pt x="2153154" y="737340"/>
                  </a:lnTo>
                  <a:lnTo>
                    <a:pt x="2165219" y="773219"/>
                  </a:lnTo>
                  <a:lnTo>
                    <a:pt x="2176053" y="809489"/>
                  </a:lnTo>
                  <a:lnTo>
                    <a:pt x="2185642" y="846108"/>
                  </a:lnTo>
                  <a:lnTo>
                    <a:pt x="2193975" y="883033"/>
                  </a:lnTo>
                  <a:lnTo>
                    <a:pt x="2201043" y="920221"/>
                  </a:lnTo>
                  <a:lnTo>
                    <a:pt x="2206837" y="957629"/>
                  </a:lnTo>
                  <a:lnTo>
                    <a:pt x="2211350" y="995213"/>
                  </a:lnTo>
                  <a:lnTo>
                    <a:pt x="2214578" y="1032929"/>
                  </a:lnTo>
                  <a:lnTo>
                    <a:pt x="2216516" y="1070733"/>
                  </a:lnTo>
                  <a:lnTo>
                    <a:pt x="2217162" y="1108581"/>
                  </a:lnTo>
                  <a:lnTo>
                    <a:pt x="2182196" y="1134937"/>
                  </a:lnTo>
                  <a:lnTo>
                    <a:pt x="2146624" y="1159577"/>
                  </a:lnTo>
                  <a:lnTo>
                    <a:pt x="2110511" y="1182488"/>
                  </a:lnTo>
                  <a:lnTo>
                    <a:pt x="2073919" y="1203658"/>
                  </a:lnTo>
                  <a:lnTo>
                    <a:pt x="2036912" y="1223080"/>
                  </a:lnTo>
                  <a:lnTo>
                    <a:pt x="1999554" y="1240744"/>
                  </a:lnTo>
                  <a:lnTo>
                    <a:pt x="1961909" y="1256647"/>
                  </a:lnTo>
                  <a:lnTo>
                    <a:pt x="1924041" y="1270786"/>
                  </a:lnTo>
                  <a:lnTo>
                    <a:pt x="1886013" y="1283159"/>
                  </a:lnTo>
                  <a:lnTo>
                    <a:pt x="1847890" y="1293768"/>
                  </a:lnTo>
                  <a:lnTo>
                    <a:pt x="1809734" y="1302616"/>
                  </a:lnTo>
                  <a:lnTo>
                    <a:pt x="1771610" y="1309708"/>
                  </a:lnTo>
                  <a:lnTo>
                    <a:pt x="1733580" y="1315053"/>
                  </a:lnTo>
                  <a:lnTo>
                    <a:pt x="1695706" y="1318658"/>
                  </a:lnTo>
                  <a:lnTo>
                    <a:pt x="1658052" y="1320535"/>
                  </a:lnTo>
                  <a:lnTo>
                    <a:pt x="1620679" y="1320699"/>
                  </a:lnTo>
                  <a:lnTo>
                    <a:pt x="1583648" y="1319164"/>
                  </a:lnTo>
                  <a:lnTo>
                    <a:pt x="1547020" y="1315947"/>
                  </a:lnTo>
                  <a:lnTo>
                    <a:pt x="1510854" y="1311068"/>
                  </a:lnTo>
                  <a:lnTo>
                    <a:pt x="1475211" y="1304549"/>
                  </a:lnTo>
                  <a:lnTo>
                    <a:pt x="1440149" y="1296412"/>
                  </a:lnTo>
                  <a:lnTo>
                    <a:pt x="1405725" y="1286682"/>
                  </a:lnTo>
                  <a:lnTo>
                    <a:pt x="1371997" y="1275387"/>
                  </a:lnTo>
                  <a:lnTo>
                    <a:pt x="1339019" y="1262555"/>
                  </a:lnTo>
                  <a:lnTo>
                    <a:pt x="1306847" y="1248216"/>
                  </a:lnTo>
                  <a:lnTo>
                    <a:pt x="1275535" y="1232402"/>
                  </a:lnTo>
                  <a:lnTo>
                    <a:pt x="1245135" y="1215149"/>
                  </a:lnTo>
                  <a:lnTo>
                    <a:pt x="1215699" y="1196490"/>
                  </a:lnTo>
                  <a:lnTo>
                    <a:pt x="1187277" y="1176465"/>
                  </a:lnTo>
                  <a:lnTo>
                    <a:pt x="1159919" y="1155111"/>
                  </a:lnTo>
                  <a:lnTo>
                    <a:pt x="1133671" y="1132469"/>
                  </a:lnTo>
                  <a:lnTo>
                    <a:pt x="1108581" y="1108581"/>
                  </a:lnTo>
                  <a:lnTo>
                    <a:pt x="1108581" y="1108581"/>
                  </a:lnTo>
                  <a:lnTo>
                    <a:pt x="1107731" y="1143214"/>
                  </a:lnTo>
                  <a:lnTo>
                    <a:pt x="1105181" y="1177784"/>
                  </a:lnTo>
                  <a:lnTo>
                    <a:pt x="1100935" y="1212229"/>
                  </a:lnTo>
                  <a:lnTo>
                    <a:pt x="1094998" y="1246486"/>
                  </a:lnTo>
                  <a:lnTo>
                    <a:pt x="1087377" y="1280494"/>
                  </a:lnTo>
                  <a:lnTo>
                    <a:pt x="1078082" y="1314190"/>
                  </a:lnTo>
                  <a:lnTo>
                    <a:pt x="1067122" y="1347513"/>
                  </a:lnTo>
                  <a:lnTo>
                    <a:pt x="1054513" y="1380401"/>
                  </a:lnTo>
                  <a:lnTo>
                    <a:pt x="1040268" y="1412794"/>
                  </a:lnTo>
                  <a:lnTo>
                    <a:pt x="1024405" y="1444630"/>
                  </a:lnTo>
                  <a:lnTo>
                    <a:pt x="1006943" y="1475852"/>
                  </a:lnTo>
                  <a:lnTo>
                    <a:pt x="987904" y="1506398"/>
                  </a:lnTo>
                  <a:lnTo>
                    <a:pt x="967311" y="1536212"/>
                  </a:lnTo>
                  <a:lnTo>
                    <a:pt x="945188" y="1565234"/>
                  </a:lnTo>
                  <a:lnTo>
                    <a:pt x="921562" y="1593408"/>
                  </a:lnTo>
                  <a:lnTo>
                    <a:pt x="896463" y="1620679"/>
                  </a:lnTo>
                  <a:lnTo>
                    <a:pt x="869921" y="1646990"/>
                  </a:lnTo>
                  <a:lnTo>
                    <a:pt x="841967" y="1672288"/>
                  </a:lnTo>
                  <a:lnTo>
                    <a:pt x="812638" y="1696519"/>
                  </a:lnTo>
                  <a:lnTo>
                    <a:pt x="781967" y="1719632"/>
                  </a:lnTo>
                  <a:lnTo>
                    <a:pt x="749994" y="1741575"/>
                  </a:lnTo>
                  <a:lnTo>
                    <a:pt x="716758" y="1762298"/>
                  </a:lnTo>
                  <a:lnTo>
                    <a:pt x="682299" y="1781754"/>
                  </a:lnTo>
                  <a:lnTo>
                    <a:pt x="646660" y="1799895"/>
                  </a:lnTo>
                  <a:lnTo>
                    <a:pt x="609885" y="1816674"/>
                  </a:lnTo>
                  <a:lnTo>
                    <a:pt x="572021" y="1832048"/>
                  </a:lnTo>
                  <a:lnTo>
                    <a:pt x="533114" y="1845973"/>
                  </a:lnTo>
                  <a:lnTo>
                    <a:pt x="493214" y="1858408"/>
                  </a:lnTo>
                  <a:lnTo>
                    <a:pt x="452370" y="1869312"/>
                  </a:lnTo>
                  <a:lnTo>
                    <a:pt x="410633" y="1878648"/>
                  </a:lnTo>
                  <a:lnTo>
                    <a:pt x="368057" y="1886377"/>
                  </a:lnTo>
                  <a:lnTo>
                    <a:pt x="324695" y="1892466"/>
                  </a:lnTo>
                  <a:lnTo>
                    <a:pt x="298390" y="1865247"/>
                  </a:lnTo>
                  <a:lnTo>
                    <a:pt x="273029" y="1837145"/>
                  </a:lnTo>
                  <a:lnTo>
                    <a:pt x="248642" y="1808193"/>
                  </a:lnTo>
                  <a:lnTo>
                    <a:pt x="225258" y="1778426"/>
                  </a:lnTo>
                  <a:lnTo>
                    <a:pt x="202903" y="1747878"/>
                  </a:lnTo>
                  <a:lnTo>
                    <a:pt x="181605" y="1716584"/>
                  </a:lnTo>
                  <a:lnTo>
                    <a:pt x="161387" y="1684582"/>
                  </a:lnTo>
                  <a:lnTo>
                    <a:pt x="142274" y="1651908"/>
                  </a:lnTo>
                  <a:lnTo>
                    <a:pt x="124288" y="1618600"/>
                  </a:lnTo>
                  <a:lnTo>
                    <a:pt x="107449" y="1584698"/>
                  </a:lnTo>
                  <a:lnTo>
                    <a:pt x="91778" y="1550241"/>
                  </a:lnTo>
                  <a:lnTo>
                    <a:pt x="77292" y="1515269"/>
                  </a:lnTo>
                  <a:lnTo>
                    <a:pt x="64008" y="1479822"/>
                  </a:lnTo>
                  <a:lnTo>
                    <a:pt x="51942" y="1443943"/>
                  </a:lnTo>
                  <a:lnTo>
                    <a:pt x="41109" y="1407673"/>
                  </a:lnTo>
                  <a:lnTo>
                    <a:pt x="31520" y="1371054"/>
                  </a:lnTo>
                  <a:lnTo>
                    <a:pt x="23186" y="1334128"/>
                  </a:lnTo>
                  <a:lnTo>
                    <a:pt x="16119" y="1296940"/>
                  </a:lnTo>
                  <a:lnTo>
                    <a:pt x="10325" y="1259533"/>
                  </a:lnTo>
                  <a:lnTo>
                    <a:pt x="5811" y="1221949"/>
                  </a:lnTo>
                  <a:lnTo>
                    <a:pt x="2584" y="1184233"/>
                  </a:lnTo>
                  <a:lnTo>
                    <a:pt x="646" y="1146429"/>
                  </a:lnTo>
                  <a:lnTo>
                    <a:pt x="0" y="1108581"/>
                  </a:lnTo>
                  <a:lnTo>
                    <a:pt x="646" y="1070733"/>
                  </a:lnTo>
                  <a:lnTo>
                    <a:pt x="2584" y="1032929"/>
                  </a:lnTo>
                  <a:lnTo>
                    <a:pt x="5811" y="995213"/>
                  </a:lnTo>
                  <a:lnTo>
                    <a:pt x="10325" y="957629"/>
                  </a:lnTo>
                  <a:lnTo>
                    <a:pt x="16119" y="920221"/>
                  </a:lnTo>
                  <a:lnTo>
                    <a:pt x="23186" y="883033"/>
                  </a:lnTo>
                  <a:lnTo>
                    <a:pt x="31520" y="846108"/>
                  </a:lnTo>
                  <a:lnTo>
                    <a:pt x="41109" y="809489"/>
                  </a:lnTo>
                  <a:lnTo>
                    <a:pt x="51942" y="773219"/>
                  </a:lnTo>
                  <a:lnTo>
                    <a:pt x="64008" y="737340"/>
                  </a:lnTo>
                  <a:lnTo>
                    <a:pt x="77292" y="701893"/>
                  </a:lnTo>
                  <a:lnTo>
                    <a:pt x="91778" y="666921"/>
                  </a:lnTo>
                  <a:lnTo>
                    <a:pt x="107449" y="632464"/>
                  </a:lnTo>
                  <a:lnTo>
                    <a:pt x="124288" y="598561"/>
                  </a:lnTo>
                  <a:lnTo>
                    <a:pt x="142274" y="565254"/>
                  </a:lnTo>
                  <a:lnTo>
                    <a:pt x="161387" y="532580"/>
                  </a:lnTo>
                  <a:lnTo>
                    <a:pt x="181605" y="500577"/>
                  </a:lnTo>
                  <a:lnTo>
                    <a:pt x="202903" y="469284"/>
                  </a:lnTo>
                  <a:lnTo>
                    <a:pt x="225258" y="438736"/>
                  </a:lnTo>
                  <a:lnTo>
                    <a:pt x="248642" y="408969"/>
                  </a:lnTo>
                  <a:lnTo>
                    <a:pt x="273029" y="380017"/>
                  </a:lnTo>
                  <a:lnTo>
                    <a:pt x="298390" y="351915"/>
                  </a:lnTo>
                  <a:lnTo>
                    <a:pt x="324695" y="324695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068576" y="10814265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5852462" y="11138961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6177158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5068576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4284691" y="12706732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959995" y="1192284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4284691" y="11138961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5100177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5100177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5100177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5100177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5100177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4316292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3991596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4316292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tx611"/>
            <p:cNvSpPr/>
            <p:nvPr/>
          </p:nvSpPr>
          <p:spPr>
            <a:xfrm>
              <a:off x="4968138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5747916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6239249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5738818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4959040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3966115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3730951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3975213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3473878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3424409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21" name="rc621"/>
            <p:cNvSpPr/>
            <p:nvPr/>
          </p:nvSpPr>
          <p:spPr>
            <a:xfrm>
              <a:off x="6583680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6583680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6911679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7536732" y="10269915"/>
              <a:ext cx="1640982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Podicipediformes (n=5)</a:t>
              </a:r>
            </a:p>
          </p:txBody>
        </p:sp>
        <p:sp>
          <p:nvSpPr>
            <p:cNvPr id="625" name="rc625"/>
            <p:cNvSpPr/>
            <p:nvPr/>
          </p:nvSpPr>
          <p:spPr>
            <a:xfrm>
              <a:off x="6971496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8357223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8357223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8357223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8357223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8357223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7475352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7110069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7475352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7803002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7248781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7110226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7248642" y="11400157"/>
              <a:ext cx="1662872" cy="1108562"/>
            </a:xfrm>
            <a:custGeom>
              <a:avLst/>
              <a:pathLst>
                <a:path w="1662872" h="1108562">
                  <a:moveTo>
                    <a:pt x="1108581" y="0"/>
                  </a:moveTo>
                  <a:lnTo>
                    <a:pt x="1130281" y="29621"/>
                  </a:lnTo>
                  <a:lnTo>
                    <a:pt x="1149536" y="60040"/>
                  </a:lnTo>
                  <a:lnTo>
                    <a:pt x="1166317" y="91104"/>
                  </a:lnTo>
                  <a:lnTo>
                    <a:pt x="1180607" y="122661"/>
                  </a:lnTo>
                  <a:lnTo>
                    <a:pt x="1192396" y="154558"/>
                  </a:lnTo>
                  <a:lnTo>
                    <a:pt x="1201682" y="186644"/>
                  </a:lnTo>
                  <a:lnTo>
                    <a:pt x="1208471" y="218765"/>
                  </a:lnTo>
                  <a:lnTo>
                    <a:pt x="1212779" y="250773"/>
                  </a:lnTo>
                  <a:lnTo>
                    <a:pt x="1214628" y="282515"/>
                  </a:lnTo>
                  <a:lnTo>
                    <a:pt x="1214050" y="313846"/>
                  </a:lnTo>
                  <a:lnTo>
                    <a:pt x="1211083" y="344619"/>
                  </a:lnTo>
                  <a:lnTo>
                    <a:pt x="1205775" y="374691"/>
                  </a:lnTo>
                  <a:lnTo>
                    <a:pt x="1198181" y="403922"/>
                  </a:lnTo>
                  <a:lnTo>
                    <a:pt x="1188362" y="432176"/>
                  </a:lnTo>
                  <a:lnTo>
                    <a:pt x="1176388" y="459320"/>
                  </a:lnTo>
                  <a:lnTo>
                    <a:pt x="1162337" y="485225"/>
                  </a:lnTo>
                  <a:lnTo>
                    <a:pt x="1146290" y="509767"/>
                  </a:lnTo>
                  <a:lnTo>
                    <a:pt x="1128339" y="532827"/>
                  </a:lnTo>
                  <a:lnTo>
                    <a:pt x="1108581" y="554290"/>
                  </a:lnTo>
                  <a:lnTo>
                    <a:pt x="1130044" y="534532"/>
                  </a:lnTo>
                  <a:lnTo>
                    <a:pt x="1153104" y="516581"/>
                  </a:lnTo>
                  <a:lnTo>
                    <a:pt x="1177646" y="500535"/>
                  </a:lnTo>
                  <a:lnTo>
                    <a:pt x="1203551" y="486483"/>
                  </a:lnTo>
                  <a:lnTo>
                    <a:pt x="1230695" y="474509"/>
                  </a:lnTo>
                  <a:lnTo>
                    <a:pt x="1258949" y="464690"/>
                  </a:lnTo>
                  <a:lnTo>
                    <a:pt x="1288180" y="457096"/>
                  </a:lnTo>
                  <a:lnTo>
                    <a:pt x="1318252" y="451788"/>
                  </a:lnTo>
                  <a:lnTo>
                    <a:pt x="1349025" y="448822"/>
                  </a:lnTo>
                  <a:lnTo>
                    <a:pt x="1380356" y="448243"/>
                  </a:lnTo>
                  <a:lnTo>
                    <a:pt x="1412098" y="450092"/>
                  </a:lnTo>
                  <a:lnTo>
                    <a:pt x="1444106" y="454400"/>
                  </a:lnTo>
                  <a:lnTo>
                    <a:pt x="1476227" y="461189"/>
                  </a:lnTo>
                  <a:lnTo>
                    <a:pt x="1508313" y="470475"/>
                  </a:lnTo>
                  <a:lnTo>
                    <a:pt x="1540211" y="482264"/>
                  </a:lnTo>
                  <a:lnTo>
                    <a:pt x="1571767" y="496554"/>
                  </a:lnTo>
                  <a:lnTo>
                    <a:pt x="1602831" y="513335"/>
                  </a:lnTo>
                  <a:lnTo>
                    <a:pt x="1633250" y="532590"/>
                  </a:lnTo>
                  <a:lnTo>
                    <a:pt x="1662872" y="554290"/>
                  </a:lnTo>
                  <a:lnTo>
                    <a:pt x="1633250" y="575991"/>
                  </a:lnTo>
                  <a:lnTo>
                    <a:pt x="1602831" y="595245"/>
                  </a:lnTo>
                  <a:lnTo>
                    <a:pt x="1571767" y="612026"/>
                  </a:lnTo>
                  <a:lnTo>
                    <a:pt x="1540211" y="626316"/>
                  </a:lnTo>
                  <a:lnTo>
                    <a:pt x="1508313" y="638105"/>
                  </a:lnTo>
                  <a:lnTo>
                    <a:pt x="1476227" y="647391"/>
                  </a:lnTo>
                  <a:lnTo>
                    <a:pt x="1444106" y="654180"/>
                  </a:lnTo>
                  <a:lnTo>
                    <a:pt x="1412098" y="658488"/>
                  </a:lnTo>
                  <a:lnTo>
                    <a:pt x="1380356" y="660337"/>
                  </a:lnTo>
                  <a:lnTo>
                    <a:pt x="1349025" y="659759"/>
                  </a:lnTo>
                  <a:lnTo>
                    <a:pt x="1318252" y="656792"/>
                  </a:lnTo>
                  <a:lnTo>
                    <a:pt x="1288180" y="651485"/>
                  </a:lnTo>
                  <a:lnTo>
                    <a:pt x="1258949" y="643890"/>
                  </a:lnTo>
                  <a:lnTo>
                    <a:pt x="1230695" y="634071"/>
                  </a:lnTo>
                  <a:lnTo>
                    <a:pt x="1203551" y="622098"/>
                  </a:lnTo>
                  <a:lnTo>
                    <a:pt x="1177646" y="608046"/>
                  </a:lnTo>
                  <a:lnTo>
                    <a:pt x="1153104" y="591999"/>
                  </a:lnTo>
                  <a:lnTo>
                    <a:pt x="1130044" y="574049"/>
                  </a:lnTo>
                  <a:lnTo>
                    <a:pt x="1108581" y="554290"/>
                  </a:lnTo>
                  <a:lnTo>
                    <a:pt x="1083491" y="578178"/>
                  </a:lnTo>
                  <a:lnTo>
                    <a:pt x="1057243" y="600820"/>
                  </a:lnTo>
                  <a:lnTo>
                    <a:pt x="1029885" y="622174"/>
                  </a:lnTo>
                  <a:lnTo>
                    <a:pt x="1001463" y="642200"/>
                  </a:lnTo>
                  <a:lnTo>
                    <a:pt x="972027" y="660858"/>
                  </a:lnTo>
                  <a:lnTo>
                    <a:pt x="941627" y="678112"/>
                  </a:lnTo>
                  <a:lnTo>
                    <a:pt x="910315" y="693925"/>
                  </a:lnTo>
                  <a:lnTo>
                    <a:pt x="878143" y="708264"/>
                  </a:lnTo>
                  <a:lnTo>
                    <a:pt x="845165" y="721096"/>
                  </a:lnTo>
                  <a:lnTo>
                    <a:pt x="811437" y="732392"/>
                  </a:lnTo>
                  <a:lnTo>
                    <a:pt x="777013" y="742121"/>
                  </a:lnTo>
                  <a:lnTo>
                    <a:pt x="741950" y="750258"/>
                  </a:lnTo>
                  <a:lnTo>
                    <a:pt x="706307" y="756778"/>
                  </a:lnTo>
                  <a:lnTo>
                    <a:pt x="670142" y="761656"/>
                  </a:lnTo>
                  <a:lnTo>
                    <a:pt x="633514" y="764873"/>
                  </a:lnTo>
                  <a:lnTo>
                    <a:pt x="596483" y="766408"/>
                  </a:lnTo>
                  <a:lnTo>
                    <a:pt x="559110" y="766245"/>
                  </a:lnTo>
                  <a:lnTo>
                    <a:pt x="521456" y="764367"/>
                  </a:lnTo>
                  <a:lnTo>
                    <a:pt x="483582" y="760762"/>
                  </a:lnTo>
                  <a:lnTo>
                    <a:pt x="445552" y="755418"/>
                  </a:lnTo>
                  <a:lnTo>
                    <a:pt x="407427" y="748325"/>
                  </a:lnTo>
                  <a:lnTo>
                    <a:pt x="369272" y="739477"/>
                  </a:lnTo>
                  <a:lnTo>
                    <a:pt x="331148" y="728868"/>
                  </a:lnTo>
                  <a:lnTo>
                    <a:pt x="293121" y="716495"/>
                  </a:lnTo>
                  <a:lnTo>
                    <a:pt x="255252" y="702357"/>
                  </a:lnTo>
                  <a:lnTo>
                    <a:pt x="217607" y="686454"/>
                  </a:lnTo>
                  <a:lnTo>
                    <a:pt x="180250" y="668789"/>
                  </a:lnTo>
                  <a:lnTo>
                    <a:pt x="143243" y="649368"/>
                  </a:lnTo>
                  <a:lnTo>
                    <a:pt x="106651" y="628197"/>
                  </a:lnTo>
                  <a:lnTo>
                    <a:pt x="70538" y="605286"/>
                  </a:lnTo>
                  <a:lnTo>
                    <a:pt x="34966" y="580646"/>
                  </a:lnTo>
                  <a:lnTo>
                    <a:pt x="0" y="554290"/>
                  </a:lnTo>
                  <a:lnTo>
                    <a:pt x="25885" y="515622"/>
                  </a:lnTo>
                  <a:lnTo>
                    <a:pt x="53086" y="478800"/>
                  </a:lnTo>
                  <a:lnTo>
                    <a:pt x="81503" y="443868"/>
                  </a:lnTo>
                  <a:lnTo>
                    <a:pt x="111038" y="410865"/>
                  </a:lnTo>
                  <a:lnTo>
                    <a:pt x="141587" y="379825"/>
                  </a:lnTo>
                  <a:lnTo>
                    <a:pt x="173050" y="350778"/>
                  </a:lnTo>
                  <a:lnTo>
                    <a:pt x="205322" y="323747"/>
                  </a:lnTo>
                  <a:lnTo>
                    <a:pt x="238300" y="298753"/>
                  </a:lnTo>
                  <a:lnTo>
                    <a:pt x="271881" y="275810"/>
                  </a:lnTo>
                  <a:lnTo>
                    <a:pt x="305961" y="254928"/>
                  </a:lnTo>
                  <a:lnTo>
                    <a:pt x="340434" y="236113"/>
                  </a:lnTo>
                  <a:lnTo>
                    <a:pt x="375198" y="219366"/>
                  </a:lnTo>
                  <a:lnTo>
                    <a:pt x="410150" y="204681"/>
                  </a:lnTo>
                  <a:lnTo>
                    <a:pt x="445186" y="192049"/>
                  </a:lnTo>
                  <a:lnTo>
                    <a:pt x="480206" y="181458"/>
                  </a:lnTo>
                  <a:lnTo>
                    <a:pt x="515109" y="172889"/>
                  </a:lnTo>
                  <a:lnTo>
                    <a:pt x="549796" y="166319"/>
                  </a:lnTo>
                  <a:lnTo>
                    <a:pt x="584170" y="161721"/>
                  </a:lnTo>
                  <a:lnTo>
                    <a:pt x="618133" y="159063"/>
                  </a:lnTo>
                  <a:lnTo>
                    <a:pt x="651594" y="158309"/>
                  </a:lnTo>
                  <a:lnTo>
                    <a:pt x="684458" y="159418"/>
                  </a:lnTo>
                  <a:lnTo>
                    <a:pt x="716638" y="162347"/>
                  </a:lnTo>
                  <a:lnTo>
                    <a:pt x="694847" y="185424"/>
                  </a:lnTo>
                  <a:lnTo>
                    <a:pt x="674412" y="209710"/>
                  </a:lnTo>
                  <a:lnTo>
                    <a:pt x="655401" y="235125"/>
                  </a:lnTo>
                  <a:lnTo>
                    <a:pt x="637876" y="261587"/>
                  </a:lnTo>
                  <a:lnTo>
                    <a:pt x="621894" y="289009"/>
                  </a:lnTo>
                  <a:lnTo>
                    <a:pt x="607508" y="317300"/>
                  </a:lnTo>
                  <a:lnTo>
                    <a:pt x="594765" y="346369"/>
                  </a:lnTo>
                  <a:lnTo>
                    <a:pt x="583706" y="376119"/>
                  </a:lnTo>
                  <a:lnTo>
                    <a:pt x="574369" y="406454"/>
                  </a:lnTo>
                  <a:lnTo>
                    <a:pt x="566783" y="437273"/>
                  </a:lnTo>
                  <a:lnTo>
                    <a:pt x="560973" y="468476"/>
                  </a:lnTo>
                  <a:lnTo>
                    <a:pt x="556959" y="499960"/>
                  </a:lnTo>
                  <a:lnTo>
                    <a:pt x="554754" y="531623"/>
                  </a:lnTo>
                  <a:lnTo>
                    <a:pt x="554364" y="563359"/>
                  </a:lnTo>
                  <a:lnTo>
                    <a:pt x="555792" y="595066"/>
                  </a:lnTo>
                  <a:lnTo>
                    <a:pt x="559032" y="626640"/>
                  </a:lnTo>
                  <a:lnTo>
                    <a:pt x="564074" y="657976"/>
                  </a:lnTo>
                  <a:lnTo>
                    <a:pt x="570902" y="688972"/>
                  </a:lnTo>
                  <a:lnTo>
                    <a:pt x="579492" y="719526"/>
                  </a:lnTo>
                  <a:lnTo>
                    <a:pt x="589817" y="749539"/>
                  </a:lnTo>
                  <a:lnTo>
                    <a:pt x="601843" y="778912"/>
                  </a:lnTo>
                  <a:lnTo>
                    <a:pt x="615530" y="807548"/>
                  </a:lnTo>
                  <a:lnTo>
                    <a:pt x="630834" y="835353"/>
                  </a:lnTo>
                  <a:lnTo>
                    <a:pt x="647705" y="862238"/>
                  </a:lnTo>
                  <a:lnTo>
                    <a:pt x="666087" y="888112"/>
                  </a:lnTo>
                  <a:lnTo>
                    <a:pt x="685919" y="912892"/>
                  </a:lnTo>
                  <a:lnTo>
                    <a:pt x="707137" y="936496"/>
                  </a:lnTo>
                  <a:lnTo>
                    <a:pt x="729672" y="958847"/>
                  </a:lnTo>
                  <a:lnTo>
                    <a:pt x="753449" y="979872"/>
                  </a:lnTo>
                  <a:lnTo>
                    <a:pt x="778390" y="999501"/>
                  </a:lnTo>
                  <a:lnTo>
                    <a:pt x="804414" y="1017670"/>
                  </a:lnTo>
                  <a:lnTo>
                    <a:pt x="831436" y="1034320"/>
                  </a:lnTo>
                  <a:lnTo>
                    <a:pt x="859366" y="1049396"/>
                  </a:lnTo>
                  <a:lnTo>
                    <a:pt x="888113" y="1062849"/>
                  </a:lnTo>
                  <a:lnTo>
                    <a:pt x="917583" y="1074634"/>
                  </a:lnTo>
                  <a:lnTo>
                    <a:pt x="947679" y="1084713"/>
                  </a:lnTo>
                  <a:lnTo>
                    <a:pt x="978303" y="1093053"/>
                  </a:lnTo>
                  <a:lnTo>
                    <a:pt x="1009353" y="1099627"/>
                  </a:lnTo>
                  <a:lnTo>
                    <a:pt x="1040730" y="1104412"/>
                  </a:lnTo>
                  <a:lnTo>
                    <a:pt x="1072329" y="1107394"/>
                  </a:lnTo>
                  <a:lnTo>
                    <a:pt x="1104046" y="1108562"/>
                  </a:lnTo>
                  <a:lnTo>
                    <a:pt x="1135779" y="1107913"/>
                  </a:lnTo>
                  <a:lnTo>
                    <a:pt x="1167422" y="1105449"/>
                  </a:lnTo>
                  <a:lnTo>
                    <a:pt x="1198872" y="1101177"/>
                  </a:lnTo>
                  <a:lnTo>
                    <a:pt x="1230027" y="1095113"/>
                  </a:lnTo>
                  <a:lnTo>
                    <a:pt x="1260783" y="1087275"/>
                  </a:lnTo>
                  <a:lnTo>
                    <a:pt x="1291040" y="1077690"/>
                  </a:lnTo>
                  <a:lnTo>
                    <a:pt x="1320699" y="1066388"/>
                  </a:lnTo>
                  <a:lnTo>
                    <a:pt x="1349662" y="1053407"/>
                  </a:lnTo>
                  <a:lnTo>
                    <a:pt x="1377835" y="1038790"/>
                  </a:lnTo>
                  <a:lnTo>
                    <a:pt x="1405125" y="1022585"/>
                  </a:lnTo>
                  <a:lnTo>
                    <a:pt x="1431443" y="1004844"/>
                  </a:lnTo>
                  <a:lnTo>
                    <a:pt x="1456702" y="985625"/>
                  </a:lnTo>
                  <a:lnTo>
                    <a:pt x="1480820" y="964992"/>
                  </a:lnTo>
                  <a:lnTo>
                    <a:pt x="1503717" y="943013"/>
                  </a:lnTo>
                  <a:lnTo>
                    <a:pt x="1525319" y="919759"/>
                  </a:lnTo>
                  <a:lnTo>
                    <a:pt x="1545554" y="895307"/>
                  </a:lnTo>
                  <a:lnTo>
                    <a:pt x="1564356" y="869737"/>
                  </a:lnTo>
                  <a:lnTo>
                    <a:pt x="1581665" y="843133"/>
                  </a:lnTo>
                  <a:lnTo>
                    <a:pt x="1597422" y="815581"/>
                  </a:lnTo>
                  <a:lnTo>
                    <a:pt x="1611576" y="787173"/>
                  </a:lnTo>
                  <a:lnTo>
                    <a:pt x="1624081" y="758001"/>
                  </a:lnTo>
                  <a:lnTo>
                    <a:pt x="1634896" y="728161"/>
                  </a:lnTo>
                  <a:lnTo>
                    <a:pt x="1643985" y="697751"/>
                  </a:lnTo>
                  <a:lnTo>
                    <a:pt x="1651318" y="666871"/>
                  </a:lnTo>
                  <a:lnTo>
                    <a:pt x="1656872" y="635622"/>
                  </a:lnTo>
                  <a:lnTo>
                    <a:pt x="1660629" y="604105"/>
                  </a:lnTo>
                  <a:lnTo>
                    <a:pt x="1662575" y="572426"/>
                  </a:lnTo>
                  <a:lnTo>
                    <a:pt x="1662705" y="540687"/>
                  </a:lnTo>
                  <a:lnTo>
                    <a:pt x="1661018" y="508993"/>
                  </a:lnTo>
                  <a:lnTo>
                    <a:pt x="1657519" y="477447"/>
                  </a:lnTo>
                  <a:lnTo>
                    <a:pt x="1652221" y="446153"/>
                  </a:lnTo>
                  <a:lnTo>
                    <a:pt x="1645140" y="415214"/>
                  </a:lnTo>
                  <a:lnTo>
                    <a:pt x="1636300" y="384731"/>
                  </a:lnTo>
                  <a:lnTo>
                    <a:pt x="1625730" y="354804"/>
                  </a:lnTo>
                  <a:lnTo>
                    <a:pt x="1613464" y="325531"/>
                  </a:lnTo>
                  <a:lnTo>
                    <a:pt x="1599543" y="297007"/>
                  </a:lnTo>
                  <a:lnTo>
                    <a:pt x="1584012" y="269328"/>
                  </a:lnTo>
                  <a:lnTo>
                    <a:pt x="1566922" y="242583"/>
                  </a:lnTo>
                  <a:lnTo>
                    <a:pt x="1548329" y="216859"/>
                  </a:lnTo>
                  <a:lnTo>
                    <a:pt x="1528295" y="192243"/>
                  </a:lnTo>
                  <a:lnTo>
                    <a:pt x="1506884" y="168813"/>
                  </a:lnTo>
                  <a:lnTo>
                    <a:pt x="1484167" y="146647"/>
                  </a:lnTo>
                  <a:lnTo>
                    <a:pt x="1460219" y="125818"/>
                  </a:lnTo>
                  <a:lnTo>
                    <a:pt x="1435118" y="106393"/>
                  </a:lnTo>
                  <a:lnTo>
                    <a:pt x="1408946" y="88437"/>
                  </a:lnTo>
                  <a:lnTo>
                    <a:pt x="1381790" y="72009"/>
                  </a:lnTo>
                  <a:lnTo>
                    <a:pt x="1353737" y="57162"/>
                  </a:lnTo>
                  <a:lnTo>
                    <a:pt x="1324881" y="43945"/>
                  </a:lnTo>
                  <a:lnTo>
                    <a:pt x="1295316" y="32401"/>
                  </a:lnTo>
                  <a:lnTo>
                    <a:pt x="1265138" y="22568"/>
                  </a:lnTo>
                  <a:lnTo>
                    <a:pt x="1234447" y="14479"/>
                  </a:lnTo>
                  <a:lnTo>
                    <a:pt x="1203343" y="8160"/>
                  </a:lnTo>
                  <a:lnTo>
                    <a:pt x="1171929" y="3631"/>
                  </a:lnTo>
                  <a:lnTo>
                    <a:pt x="1140307" y="908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7248642" y="11400157"/>
              <a:ext cx="1662872" cy="766408"/>
            </a:xfrm>
            <a:custGeom>
              <a:avLst/>
              <a:pathLst>
                <a:path w="1662872" h="766408">
                  <a:moveTo>
                    <a:pt x="1108581" y="0"/>
                  </a:moveTo>
                  <a:lnTo>
                    <a:pt x="1130281" y="29621"/>
                  </a:lnTo>
                  <a:lnTo>
                    <a:pt x="1149536" y="60040"/>
                  </a:lnTo>
                  <a:lnTo>
                    <a:pt x="1166317" y="91104"/>
                  </a:lnTo>
                  <a:lnTo>
                    <a:pt x="1180607" y="122661"/>
                  </a:lnTo>
                  <a:lnTo>
                    <a:pt x="1192396" y="154558"/>
                  </a:lnTo>
                  <a:lnTo>
                    <a:pt x="1201682" y="186644"/>
                  </a:lnTo>
                  <a:lnTo>
                    <a:pt x="1208471" y="218765"/>
                  </a:lnTo>
                  <a:lnTo>
                    <a:pt x="1212779" y="250773"/>
                  </a:lnTo>
                  <a:lnTo>
                    <a:pt x="1214628" y="282515"/>
                  </a:lnTo>
                  <a:lnTo>
                    <a:pt x="1214050" y="313846"/>
                  </a:lnTo>
                  <a:lnTo>
                    <a:pt x="1211083" y="344619"/>
                  </a:lnTo>
                  <a:lnTo>
                    <a:pt x="1205775" y="374691"/>
                  </a:lnTo>
                  <a:lnTo>
                    <a:pt x="1198181" y="403922"/>
                  </a:lnTo>
                  <a:lnTo>
                    <a:pt x="1188362" y="432176"/>
                  </a:lnTo>
                  <a:lnTo>
                    <a:pt x="1176388" y="459320"/>
                  </a:lnTo>
                  <a:lnTo>
                    <a:pt x="1162337" y="485225"/>
                  </a:lnTo>
                  <a:lnTo>
                    <a:pt x="1146290" y="509767"/>
                  </a:lnTo>
                  <a:lnTo>
                    <a:pt x="1128339" y="532827"/>
                  </a:lnTo>
                  <a:lnTo>
                    <a:pt x="1108581" y="554290"/>
                  </a:lnTo>
                  <a:lnTo>
                    <a:pt x="1130044" y="534532"/>
                  </a:lnTo>
                  <a:lnTo>
                    <a:pt x="1153104" y="516581"/>
                  </a:lnTo>
                  <a:lnTo>
                    <a:pt x="1177646" y="500535"/>
                  </a:lnTo>
                  <a:lnTo>
                    <a:pt x="1203551" y="486483"/>
                  </a:lnTo>
                  <a:lnTo>
                    <a:pt x="1230695" y="474509"/>
                  </a:lnTo>
                  <a:lnTo>
                    <a:pt x="1258949" y="464690"/>
                  </a:lnTo>
                  <a:lnTo>
                    <a:pt x="1288180" y="457096"/>
                  </a:lnTo>
                  <a:lnTo>
                    <a:pt x="1318252" y="451788"/>
                  </a:lnTo>
                  <a:lnTo>
                    <a:pt x="1349025" y="448822"/>
                  </a:lnTo>
                  <a:lnTo>
                    <a:pt x="1380356" y="448243"/>
                  </a:lnTo>
                  <a:lnTo>
                    <a:pt x="1412098" y="450092"/>
                  </a:lnTo>
                  <a:lnTo>
                    <a:pt x="1444106" y="454400"/>
                  </a:lnTo>
                  <a:lnTo>
                    <a:pt x="1476227" y="461189"/>
                  </a:lnTo>
                  <a:lnTo>
                    <a:pt x="1508313" y="470475"/>
                  </a:lnTo>
                  <a:lnTo>
                    <a:pt x="1540211" y="482264"/>
                  </a:lnTo>
                  <a:lnTo>
                    <a:pt x="1571767" y="496554"/>
                  </a:lnTo>
                  <a:lnTo>
                    <a:pt x="1602831" y="513335"/>
                  </a:lnTo>
                  <a:lnTo>
                    <a:pt x="1633250" y="532590"/>
                  </a:lnTo>
                  <a:lnTo>
                    <a:pt x="1662872" y="554290"/>
                  </a:lnTo>
                  <a:lnTo>
                    <a:pt x="1633250" y="575991"/>
                  </a:lnTo>
                  <a:lnTo>
                    <a:pt x="1602831" y="595245"/>
                  </a:lnTo>
                  <a:lnTo>
                    <a:pt x="1571767" y="612026"/>
                  </a:lnTo>
                  <a:lnTo>
                    <a:pt x="1540211" y="626316"/>
                  </a:lnTo>
                  <a:lnTo>
                    <a:pt x="1508313" y="638105"/>
                  </a:lnTo>
                  <a:lnTo>
                    <a:pt x="1476227" y="647391"/>
                  </a:lnTo>
                  <a:lnTo>
                    <a:pt x="1444106" y="654180"/>
                  </a:lnTo>
                  <a:lnTo>
                    <a:pt x="1412098" y="658488"/>
                  </a:lnTo>
                  <a:lnTo>
                    <a:pt x="1380356" y="660337"/>
                  </a:lnTo>
                  <a:lnTo>
                    <a:pt x="1349025" y="659759"/>
                  </a:lnTo>
                  <a:lnTo>
                    <a:pt x="1318252" y="656792"/>
                  </a:lnTo>
                  <a:lnTo>
                    <a:pt x="1288180" y="651485"/>
                  </a:lnTo>
                  <a:lnTo>
                    <a:pt x="1258949" y="643890"/>
                  </a:lnTo>
                  <a:lnTo>
                    <a:pt x="1230695" y="634071"/>
                  </a:lnTo>
                  <a:lnTo>
                    <a:pt x="1203551" y="622098"/>
                  </a:lnTo>
                  <a:lnTo>
                    <a:pt x="1177646" y="608046"/>
                  </a:lnTo>
                  <a:lnTo>
                    <a:pt x="1153104" y="591999"/>
                  </a:lnTo>
                  <a:lnTo>
                    <a:pt x="1130044" y="574049"/>
                  </a:lnTo>
                  <a:lnTo>
                    <a:pt x="1108581" y="554290"/>
                  </a:lnTo>
                  <a:lnTo>
                    <a:pt x="1108581" y="554290"/>
                  </a:lnTo>
                  <a:lnTo>
                    <a:pt x="1108581" y="554290"/>
                  </a:lnTo>
                  <a:lnTo>
                    <a:pt x="1083491" y="578178"/>
                  </a:lnTo>
                  <a:lnTo>
                    <a:pt x="1057243" y="600820"/>
                  </a:lnTo>
                  <a:lnTo>
                    <a:pt x="1029885" y="622174"/>
                  </a:lnTo>
                  <a:lnTo>
                    <a:pt x="1001463" y="642200"/>
                  </a:lnTo>
                  <a:lnTo>
                    <a:pt x="972027" y="660858"/>
                  </a:lnTo>
                  <a:lnTo>
                    <a:pt x="941627" y="678112"/>
                  </a:lnTo>
                  <a:lnTo>
                    <a:pt x="910315" y="693925"/>
                  </a:lnTo>
                  <a:lnTo>
                    <a:pt x="878143" y="708264"/>
                  </a:lnTo>
                  <a:lnTo>
                    <a:pt x="845165" y="721096"/>
                  </a:lnTo>
                  <a:lnTo>
                    <a:pt x="811437" y="732392"/>
                  </a:lnTo>
                  <a:lnTo>
                    <a:pt x="777013" y="742121"/>
                  </a:lnTo>
                  <a:lnTo>
                    <a:pt x="741950" y="750258"/>
                  </a:lnTo>
                  <a:lnTo>
                    <a:pt x="706307" y="756778"/>
                  </a:lnTo>
                  <a:lnTo>
                    <a:pt x="670142" y="761656"/>
                  </a:lnTo>
                  <a:lnTo>
                    <a:pt x="633514" y="764873"/>
                  </a:lnTo>
                  <a:lnTo>
                    <a:pt x="596483" y="766408"/>
                  </a:lnTo>
                  <a:lnTo>
                    <a:pt x="559110" y="766245"/>
                  </a:lnTo>
                  <a:lnTo>
                    <a:pt x="521456" y="764367"/>
                  </a:lnTo>
                  <a:lnTo>
                    <a:pt x="483582" y="760762"/>
                  </a:lnTo>
                  <a:lnTo>
                    <a:pt x="445552" y="755418"/>
                  </a:lnTo>
                  <a:lnTo>
                    <a:pt x="407427" y="748325"/>
                  </a:lnTo>
                  <a:lnTo>
                    <a:pt x="369272" y="739477"/>
                  </a:lnTo>
                  <a:lnTo>
                    <a:pt x="331148" y="728868"/>
                  </a:lnTo>
                  <a:lnTo>
                    <a:pt x="293121" y="716495"/>
                  </a:lnTo>
                  <a:lnTo>
                    <a:pt x="255252" y="702357"/>
                  </a:lnTo>
                  <a:lnTo>
                    <a:pt x="217607" y="686454"/>
                  </a:lnTo>
                  <a:lnTo>
                    <a:pt x="180250" y="668789"/>
                  </a:lnTo>
                  <a:lnTo>
                    <a:pt x="143243" y="649368"/>
                  </a:lnTo>
                  <a:lnTo>
                    <a:pt x="106651" y="628197"/>
                  </a:lnTo>
                  <a:lnTo>
                    <a:pt x="70538" y="605286"/>
                  </a:lnTo>
                  <a:lnTo>
                    <a:pt x="34966" y="580646"/>
                  </a:lnTo>
                  <a:lnTo>
                    <a:pt x="0" y="554290"/>
                  </a:lnTo>
                  <a:lnTo>
                    <a:pt x="25885" y="515622"/>
                  </a:lnTo>
                  <a:lnTo>
                    <a:pt x="53086" y="478800"/>
                  </a:lnTo>
                  <a:lnTo>
                    <a:pt x="81503" y="443868"/>
                  </a:lnTo>
                  <a:lnTo>
                    <a:pt x="111038" y="410865"/>
                  </a:lnTo>
                  <a:lnTo>
                    <a:pt x="141587" y="379825"/>
                  </a:lnTo>
                  <a:lnTo>
                    <a:pt x="173050" y="350778"/>
                  </a:lnTo>
                  <a:lnTo>
                    <a:pt x="205322" y="323747"/>
                  </a:lnTo>
                  <a:lnTo>
                    <a:pt x="238300" y="298753"/>
                  </a:lnTo>
                  <a:lnTo>
                    <a:pt x="271881" y="275810"/>
                  </a:lnTo>
                  <a:lnTo>
                    <a:pt x="305961" y="254928"/>
                  </a:lnTo>
                  <a:lnTo>
                    <a:pt x="340434" y="236113"/>
                  </a:lnTo>
                  <a:lnTo>
                    <a:pt x="375198" y="219366"/>
                  </a:lnTo>
                  <a:lnTo>
                    <a:pt x="410150" y="204681"/>
                  </a:lnTo>
                  <a:lnTo>
                    <a:pt x="445186" y="192049"/>
                  </a:lnTo>
                  <a:lnTo>
                    <a:pt x="480206" y="181458"/>
                  </a:lnTo>
                  <a:lnTo>
                    <a:pt x="515109" y="172889"/>
                  </a:lnTo>
                  <a:lnTo>
                    <a:pt x="549796" y="166319"/>
                  </a:lnTo>
                  <a:lnTo>
                    <a:pt x="584170" y="161721"/>
                  </a:lnTo>
                  <a:lnTo>
                    <a:pt x="618133" y="159063"/>
                  </a:lnTo>
                  <a:lnTo>
                    <a:pt x="651594" y="158309"/>
                  </a:lnTo>
                  <a:lnTo>
                    <a:pt x="684458" y="159418"/>
                  </a:lnTo>
                  <a:lnTo>
                    <a:pt x="716638" y="162347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8325622" y="11368555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887991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8325622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7217040" y="1192284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7933679" y="11530903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8357223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8357223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8357223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8357223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8357223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7573338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7248642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7573338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tx655"/>
            <p:cNvSpPr/>
            <p:nvPr/>
          </p:nvSpPr>
          <p:spPr>
            <a:xfrm>
              <a:off x="8225184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9004962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9496295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8995864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8216085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7223160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6987996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7232259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6730924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6681455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665" name="rc665"/>
            <p:cNvSpPr/>
            <p:nvPr/>
          </p:nvSpPr>
          <p:spPr>
            <a:xfrm>
              <a:off x="9840725" y="10115045"/>
              <a:ext cx="3257045" cy="41571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9840725" y="10530763"/>
              <a:ext cx="3257045" cy="29327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10168724" y="10115045"/>
              <a:ext cx="2891088" cy="41571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10921290" y="10269915"/>
              <a:ext cx="1385956" cy="1059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66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Ciconiiformes (n=4)</a:t>
              </a:r>
            </a:p>
          </p:txBody>
        </p:sp>
        <p:sp>
          <p:nvSpPr>
            <p:cNvPr id="669" name="rc669"/>
            <p:cNvSpPr/>
            <p:nvPr/>
          </p:nvSpPr>
          <p:spPr>
            <a:xfrm>
              <a:off x="10228542" y="10568721"/>
              <a:ext cx="2771453" cy="277145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11614268" y="10707293"/>
              <a:ext cx="0" cy="1247154"/>
            </a:xfrm>
            <a:custGeom>
              <a:avLst/>
              <a:pathLst>
                <a:path w="0" h="1247154">
                  <a:moveTo>
                    <a:pt x="0" y="1247154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11614268" y="11072576"/>
              <a:ext cx="881871" cy="881871"/>
            </a:xfrm>
            <a:custGeom>
              <a:avLst/>
              <a:pathLst>
                <a:path w="881871" h="881871">
                  <a:moveTo>
                    <a:pt x="0" y="881871"/>
                  </a:moveTo>
                  <a:lnTo>
                    <a:pt x="88187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11614268" y="11954447"/>
              <a:ext cx="1247154" cy="0"/>
            </a:xfrm>
            <a:custGeom>
              <a:avLst/>
              <a:pathLst>
                <a:path w="1247154" h="0">
                  <a:moveTo>
                    <a:pt x="0" y="0"/>
                  </a:moveTo>
                  <a:lnTo>
                    <a:pt x="124715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11614268" y="11954447"/>
              <a:ext cx="881871" cy="881871"/>
            </a:xfrm>
            <a:custGeom>
              <a:avLst/>
              <a:pathLst>
                <a:path w="881871" h="881871">
                  <a:moveTo>
                    <a:pt x="0" y="0"/>
                  </a:moveTo>
                  <a:lnTo>
                    <a:pt x="881871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11614268" y="11954447"/>
              <a:ext cx="0" cy="1247154"/>
            </a:xfrm>
            <a:custGeom>
              <a:avLst/>
              <a:pathLst>
                <a:path w="0" h="1247154">
                  <a:moveTo>
                    <a:pt x="0" y="0"/>
                  </a:moveTo>
                  <a:lnTo>
                    <a:pt x="0" y="1247154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10732397" y="11954447"/>
              <a:ext cx="881871" cy="881871"/>
            </a:xfrm>
            <a:custGeom>
              <a:avLst/>
              <a:pathLst>
                <a:path w="881871" h="881871">
                  <a:moveTo>
                    <a:pt x="881871" y="0"/>
                  </a:moveTo>
                  <a:lnTo>
                    <a:pt x="0" y="881871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10367114" y="11954447"/>
              <a:ext cx="1247154" cy="0"/>
            </a:xfrm>
            <a:custGeom>
              <a:avLst/>
              <a:pathLst>
                <a:path w="1247154" h="0">
                  <a:moveTo>
                    <a:pt x="1247154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10732397" y="11072576"/>
              <a:ext cx="881871" cy="881871"/>
            </a:xfrm>
            <a:custGeom>
              <a:avLst/>
              <a:pathLst>
                <a:path w="881871" h="881871">
                  <a:moveTo>
                    <a:pt x="881871" y="881871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11060048" y="11400157"/>
              <a:ext cx="1108441" cy="1108302"/>
            </a:xfrm>
            <a:custGeom>
              <a:avLst/>
              <a:pathLst>
                <a:path w="1108441" h="1108302">
                  <a:moveTo>
                    <a:pt x="554220" y="0"/>
                  </a:moveTo>
                  <a:lnTo>
                    <a:pt x="589376" y="1115"/>
                  </a:lnTo>
                  <a:lnTo>
                    <a:pt x="624389" y="4459"/>
                  </a:lnTo>
                  <a:lnTo>
                    <a:pt x="659121" y="10016"/>
                  </a:lnTo>
                  <a:lnTo>
                    <a:pt x="693429" y="17765"/>
                  </a:lnTo>
                  <a:lnTo>
                    <a:pt x="727178" y="27675"/>
                  </a:lnTo>
                  <a:lnTo>
                    <a:pt x="760229" y="39704"/>
                  </a:lnTo>
                  <a:lnTo>
                    <a:pt x="792452" y="53806"/>
                  </a:lnTo>
                  <a:lnTo>
                    <a:pt x="823715" y="69924"/>
                  </a:lnTo>
                  <a:lnTo>
                    <a:pt x="853893" y="87991"/>
                  </a:lnTo>
                  <a:lnTo>
                    <a:pt x="882864" y="107936"/>
                  </a:lnTo>
                  <a:lnTo>
                    <a:pt x="910512" y="129679"/>
                  </a:lnTo>
                  <a:lnTo>
                    <a:pt x="936725" y="153131"/>
                  </a:lnTo>
                  <a:lnTo>
                    <a:pt x="961398" y="178199"/>
                  </a:lnTo>
                  <a:lnTo>
                    <a:pt x="984431" y="204781"/>
                  </a:lnTo>
                  <a:lnTo>
                    <a:pt x="1005732" y="232770"/>
                  </a:lnTo>
                  <a:lnTo>
                    <a:pt x="1025215" y="262054"/>
                  </a:lnTo>
                  <a:lnTo>
                    <a:pt x="1042802" y="292515"/>
                  </a:lnTo>
                  <a:lnTo>
                    <a:pt x="1058421" y="324030"/>
                  </a:lnTo>
                  <a:lnTo>
                    <a:pt x="1072010" y="356471"/>
                  </a:lnTo>
                  <a:lnTo>
                    <a:pt x="1083514" y="389710"/>
                  </a:lnTo>
                  <a:lnTo>
                    <a:pt x="1092887" y="423611"/>
                  </a:lnTo>
                  <a:lnTo>
                    <a:pt x="1100090" y="458039"/>
                  </a:lnTo>
                  <a:lnTo>
                    <a:pt x="1105096" y="492854"/>
                  </a:lnTo>
                  <a:lnTo>
                    <a:pt x="1107883" y="527916"/>
                  </a:lnTo>
                  <a:lnTo>
                    <a:pt x="1108441" y="563085"/>
                  </a:lnTo>
                  <a:lnTo>
                    <a:pt x="1106768" y="598218"/>
                  </a:lnTo>
                  <a:lnTo>
                    <a:pt x="1102869" y="633174"/>
                  </a:lnTo>
                  <a:lnTo>
                    <a:pt x="1096762" y="667813"/>
                  </a:lnTo>
                  <a:lnTo>
                    <a:pt x="1088469" y="701994"/>
                  </a:lnTo>
                  <a:lnTo>
                    <a:pt x="1078026" y="735581"/>
                  </a:lnTo>
                  <a:lnTo>
                    <a:pt x="1065473" y="768438"/>
                  </a:lnTo>
                  <a:lnTo>
                    <a:pt x="1050861" y="800432"/>
                  </a:lnTo>
                  <a:lnTo>
                    <a:pt x="1034250" y="831436"/>
                  </a:lnTo>
                  <a:lnTo>
                    <a:pt x="1015706" y="861323"/>
                  </a:lnTo>
                  <a:lnTo>
                    <a:pt x="995304" y="889974"/>
                  </a:lnTo>
                  <a:lnTo>
                    <a:pt x="973125" y="917273"/>
                  </a:lnTo>
                  <a:lnTo>
                    <a:pt x="949260" y="943111"/>
                  </a:lnTo>
                  <a:lnTo>
                    <a:pt x="923804" y="967383"/>
                  </a:lnTo>
                  <a:lnTo>
                    <a:pt x="896860" y="989992"/>
                  </a:lnTo>
                  <a:lnTo>
                    <a:pt x="868536" y="1010846"/>
                  </a:lnTo>
                  <a:lnTo>
                    <a:pt x="838947" y="1029862"/>
                  </a:lnTo>
                  <a:lnTo>
                    <a:pt x="808211" y="1046963"/>
                  </a:lnTo>
                  <a:lnTo>
                    <a:pt x="776452" y="1062081"/>
                  </a:lnTo>
                  <a:lnTo>
                    <a:pt x="743799" y="1075153"/>
                  </a:lnTo>
                  <a:lnTo>
                    <a:pt x="710382" y="1086128"/>
                  </a:lnTo>
                  <a:lnTo>
                    <a:pt x="676336" y="1094962"/>
                  </a:lnTo>
                  <a:lnTo>
                    <a:pt x="641799" y="1101618"/>
                  </a:lnTo>
                  <a:lnTo>
                    <a:pt x="606909" y="1106071"/>
                  </a:lnTo>
                  <a:lnTo>
                    <a:pt x="571807" y="1108302"/>
                  </a:lnTo>
                  <a:lnTo>
                    <a:pt x="536634" y="1108302"/>
                  </a:lnTo>
                  <a:lnTo>
                    <a:pt x="501532" y="1106071"/>
                  </a:lnTo>
                  <a:lnTo>
                    <a:pt x="466642" y="1101618"/>
                  </a:lnTo>
                  <a:lnTo>
                    <a:pt x="432104" y="1094962"/>
                  </a:lnTo>
                  <a:lnTo>
                    <a:pt x="398059" y="1086128"/>
                  </a:lnTo>
                  <a:lnTo>
                    <a:pt x="364642" y="1075153"/>
                  </a:lnTo>
                  <a:lnTo>
                    <a:pt x="331988" y="1062081"/>
                  </a:lnTo>
                  <a:lnTo>
                    <a:pt x="300230" y="1046963"/>
                  </a:lnTo>
                  <a:lnTo>
                    <a:pt x="269494" y="1029862"/>
                  </a:lnTo>
                  <a:lnTo>
                    <a:pt x="239904" y="1010846"/>
                  </a:lnTo>
                  <a:lnTo>
                    <a:pt x="211581" y="989992"/>
                  </a:lnTo>
                  <a:lnTo>
                    <a:pt x="184637" y="967383"/>
                  </a:lnTo>
                  <a:lnTo>
                    <a:pt x="159181" y="943111"/>
                  </a:lnTo>
                  <a:lnTo>
                    <a:pt x="135315" y="917273"/>
                  </a:lnTo>
                  <a:lnTo>
                    <a:pt x="113137" y="889974"/>
                  </a:lnTo>
                  <a:lnTo>
                    <a:pt x="92735" y="861323"/>
                  </a:lnTo>
                  <a:lnTo>
                    <a:pt x="74191" y="831436"/>
                  </a:lnTo>
                  <a:lnTo>
                    <a:pt x="57579" y="800432"/>
                  </a:lnTo>
                  <a:lnTo>
                    <a:pt x="42968" y="768438"/>
                  </a:lnTo>
                  <a:lnTo>
                    <a:pt x="30415" y="735581"/>
                  </a:lnTo>
                  <a:lnTo>
                    <a:pt x="19972" y="701994"/>
                  </a:lnTo>
                  <a:lnTo>
                    <a:pt x="11679" y="667813"/>
                  </a:lnTo>
                  <a:lnTo>
                    <a:pt x="5572" y="633174"/>
                  </a:lnTo>
                  <a:lnTo>
                    <a:pt x="1673" y="598218"/>
                  </a:lnTo>
                  <a:lnTo>
                    <a:pt x="0" y="563085"/>
                  </a:lnTo>
                  <a:lnTo>
                    <a:pt x="558" y="527916"/>
                  </a:lnTo>
                  <a:lnTo>
                    <a:pt x="3345" y="492854"/>
                  </a:lnTo>
                  <a:lnTo>
                    <a:pt x="8351" y="458039"/>
                  </a:lnTo>
                  <a:lnTo>
                    <a:pt x="15554" y="423611"/>
                  </a:lnTo>
                  <a:lnTo>
                    <a:pt x="24927" y="389710"/>
                  </a:lnTo>
                  <a:lnTo>
                    <a:pt x="36431" y="356471"/>
                  </a:lnTo>
                  <a:lnTo>
                    <a:pt x="50020" y="324030"/>
                  </a:lnTo>
                  <a:lnTo>
                    <a:pt x="65639" y="292515"/>
                  </a:lnTo>
                  <a:lnTo>
                    <a:pt x="83226" y="262054"/>
                  </a:lnTo>
                  <a:lnTo>
                    <a:pt x="102709" y="232770"/>
                  </a:lnTo>
                  <a:lnTo>
                    <a:pt x="124010" y="204781"/>
                  </a:lnTo>
                  <a:lnTo>
                    <a:pt x="147043" y="178199"/>
                  </a:lnTo>
                  <a:lnTo>
                    <a:pt x="171716" y="153131"/>
                  </a:lnTo>
                  <a:lnTo>
                    <a:pt x="197929" y="129679"/>
                  </a:lnTo>
                  <a:lnTo>
                    <a:pt x="225577" y="107936"/>
                  </a:lnTo>
                  <a:lnTo>
                    <a:pt x="254548" y="87991"/>
                  </a:lnTo>
                  <a:lnTo>
                    <a:pt x="284726" y="69924"/>
                  </a:lnTo>
                  <a:lnTo>
                    <a:pt x="315989" y="53806"/>
                  </a:lnTo>
                  <a:lnTo>
                    <a:pt x="348211" y="39704"/>
                  </a:lnTo>
                  <a:lnTo>
                    <a:pt x="381263" y="27675"/>
                  </a:lnTo>
                  <a:lnTo>
                    <a:pt x="415011" y="17765"/>
                  </a:lnTo>
                  <a:lnTo>
                    <a:pt x="449320" y="10016"/>
                  </a:lnTo>
                  <a:lnTo>
                    <a:pt x="484051" y="4459"/>
                  </a:lnTo>
                  <a:lnTo>
                    <a:pt x="519065" y="1115"/>
                  </a:lnTo>
                  <a:lnTo>
                    <a:pt x="55422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10505827" y="10845866"/>
              <a:ext cx="2216883" cy="2216604"/>
            </a:xfrm>
            <a:custGeom>
              <a:avLst/>
              <a:pathLst>
                <a:path w="2216883" h="2216604">
                  <a:moveTo>
                    <a:pt x="1108441" y="0"/>
                  </a:moveTo>
                  <a:lnTo>
                    <a:pt x="1178752" y="2231"/>
                  </a:lnTo>
                  <a:lnTo>
                    <a:pt x="1248779" y="8918"/>
                  </a:lnTo>
                  <a:lnTo>
                    <a:pt x="1318242" y="20033"/>
                  </a:lnTo>
                  <a:lnTo>
                    <a:pt x="1386859" y="35531"/>
                  </a:lnTo>
                  <a:lnTo>
                    <a:pt x="1454356" y="55350"/>
                  </a:lnTo>
                  <a:lnTo>
                    <a:pt x="1520459" y="79409"/>
                  </a:lnTo>
                  <a:lnTo>
                    <a:pt x="1584904" y="107613"/>
                  </a:lnTo>
                  <a:lnTo>
                    <a:pt x="1647430" y="139848"/>
                  </a:lnTo>
                  <a:lnTo>
                    <a:pt x="1707786" y="175983"/>
                  </a:lnTo>
                  <a:lnTo>
                    <a:pt x="1765728" y="215873"/>
                  </a:lnTo>
                  <a:lnTo>
                    <a:pt x="1821024" y="259358"/>
                  </a:lnTo>
                  <a:lnTo>
                    <a:pt x="1873450" y="306263"/>
                  </a:lnTo>
                  <a:lnTo>
                    <a:pt x="1922796" y="356398"/>
                  </a:lnTo>
                  <a:lnTo>
                    <a:pt x="1968863" y="409562"/>
                  </a:lnTo>
                  <a:lnTo>
                    <a:pt x="2011465" y="465541"/>
                  </a:lnTo>
                  <a:lnTo>
                    <a:pt x="2050431" y="524109"/>
                  </a:lnTo>
                  <a:lnTo>
                    <a:pt x="2085604" y="585030"/>
                  </a:lnTo>
                  <a:lnTo>
                    <a:pt x="2116842" y="648060"/>
                  </a:lnTo>
                  <a:lnTo>
                    <a:pt x="2144020" y="712943"/>
                  </a:lnTo>
                  <a:lnTo>
                    <a:pt x="2167028" y="779420"/>
                  </a:lnTo>
                  <a:lnTo>
                    <a:pt x="2185774" y="847223"/>
                  </a:lnTo>
                  <a:lnTo>
                    <a:pt x="2200181" y="916078"/>
                  </a:lnTo>
                  <a:lnTo>
                    <a:pt x="2210192" y="985708"/>
                  </a:lnTo>
                  <a:lnTo>
                    <a:pt x="2215767" y="1055832"/>
                  </a:lnTo>
                  <a:lnTo>
                    <a:pt x="2216883" y="1126170"/>
                  </a:lnTo>
                  <a:lnTo>
                    <a:pt x="2213536" y="1196436"/>
                  </a:lnTo>
                  <a:lnTo>
                    <a:pt x="2205739" y="1266348"/>
                  </a:lnTo>
                  <a:lnTo>
                    <a:pt x="2193524" y="1335626"/>
                  </a:lnTo>
                  <a:lnTo>
                    <a:pt x="2176939" y="1403989"/>
                  </a:lnTo>
                  <a:lnTo>
                    <a:pt x="2156052" y="1471162"/>
                  </a:lnTo>
                  <a:lnTo>
                    <a:pt x="2130946" y="1536876"/>
                  </a:lnTo>
                  <a:lnTo>
                    <a:pt x="2101723" y="1600865"/>
                  </a:lnTo>
                  <a:lnTo>
                    <a:pt x="2068501" y="1662872"/>
                  </a:lnTo>
                  <a:lnTo>
                    <a:pt x="2031413" y="1722646"/>
                  </a:lnTo>
                  <a:lnTo>
                    <a:pt x="1990608" y="1779949"/>
                  </a:lnTo>
                  <a:lnTo>
                    <a:pt x="1946251" y="1834547"/>
                  </a:lnTo>
                  <a:lnTo>
                    <a:pt x="1898521" y="1886223"/>
                  </a:lnTo>
                  <a:lnTo>
                    <a:pt x="1847609" y="1934767"/>
                  </a:lnTo>
                  <a:lnTo>
                    <a:pt x="1793721" y="1979985"/>
                  </a:lnTo>
                  <a:lnTo>
                    <a:pt x="1737073" y="2021693"/>
                  </a:lnTo>
                  <a:lnTo>
                    <a:pt x="1677895" y="2059725"/>
                  </a:lnTo>
                  <a:lnTo>
                    <a:pt x="1616423" y="2093927"/>
                  </a:lnTo>
                  <a:lnTo>
                    <a:pt x="1552905" y="2124162"/>
                  </a:lnTo>
                  <a:lnTo>
                    <a:pt x="1487599" y="2150307"/>
                  </a:lnTo>
                  <a:lnTo>
                    <a:pt x="1420765" y="2172257"/>
                  </a:lnTo>
                  <a:lnTo>
                    <a:pt x="1352673" y="2189924"/>
                  </a:lnTo>
                  <a:lnTo>
                    <a:pt x="1283599" y="2203237"/>
                  </a:lnTo>
                  <a:lnTo>
                    <a:pt x="1213819" y="2212143"/>
                  </a:lnTo>
                  <a:lnTo>
                    <a:pt x="1143614" y="2216604"/>
                  </a:lnTo>
                  <a:lnTo>
                    <a:pt x="1073268" y="2216604"/>
                  </a:lnTo>
                  <a:lnTo>
                    <a:pt x="1003064" y="2212143"/>
                  </a:lnTo>
                  <a:lnTo>
                    <a:pt x="933284" y="2203237"/>
                  </a:lnTo>
                  <a:lnTo>
                    <a:pt x="864209" y="2189924"/>
                  </a:lnTo>
                  <a:lnTo>
                    <a:pt x="796118" y="2172257"/>
                  </a:lnTo>
                  <a:lnTo>
                    <a:pt x="729284" y="2150307"/>
                  </a:lnTo>
                  <a:lnTo>
                    <a:pt x="663977" y="2124162"/>
                  </a:lnTo>
                  <a:lnTo>
                    <a:pt x="600460" y="2093927"/>
                  </a:lnTo>
                  <a:lnTo>
                    <a:pt x="538988" y="2059725"/>
                  </a:lnTo>
                  <a:lnTo>
                    <a:pt x="479809" y="2021693"/>
                  </a:lnTo>
                  <a:lnTo>
                    <a:pt x="423162" y="1979985"/>
                  </a:lnTo>
                  <a:lnTo>
                    <a:pt x="369274" y="1934767"/>
                  </a:lnTo>
                  <a:lnTo>
                    <a:pt x="318362" y="1886223"/>
                  </a:lnTo>
                  <a:lnTo>
                    <a:pt x="270631" y="1834547"/>
                  </a:lnTo>
                  <a:lnTo>
                    <a:pt x="226275" y="1779949"/>
                  </a:lnTo>
                  <a:lnTo>
                    <a:pt x="185470" y="1722646"/>
                  </a:lnTo>
                  <a:lnTo>
                    <a:pt x="148382" y="1662872"/>
                  </a:lnTo>
                  <a:lnTo>
                    <a:pt x="115159" y="1600865"/>
                  </a:lnTo>
                  <a:lnTo>
                    <a:pt x="85937" y="1536876"/>
                  </a:lnTo>
                  <a:lnTo>
                    <a:pt x="60831" y="1471162"/>
                  </a:lnTo>
                  <a:lnTo>
                    <a:pt x="39944" y="1403989"/>
                  </a:lnTo>
                  <a:lnTo>
                    <a:pt x="23359" y="1335626"/>
                  </a:lnTo>
                  <a:lnTo>
                    <a:pt x="11144" y="1266348"/>
                  </a:lnTo>
                  <a:lnTo>
                    <a:pt x="3347" y="1196436"/>
                  </a:lnTo>
                  <a:lnTo>
                    <a:pt x="0" y="1126170"/>
                  </a:lnTo>
                  <a:lnTo>
                    <a:pt x="1116" y="1055832"/>
                  </a:lnTo>
                  <a:lnTo>
                    <a:pt x="6691" y="985708"/>
                  </a:lnTo>
                  <a:lnTo>
                    <a:pt x="16702" y="916078"/>
                  </a:lnTo>
                  <a:lnTo>
                    <a:pt x="31109" y="847223"/>
                  </a:lnTo>
                  <a:lnTo>
                    <a:pt x="49854" y="779420"/>
                  </a:lnTo>
                  <a:lnTo>
                    <a:pt x="72862" y="712943"/>
                  </a:lnTo>
                  <a:lnTo>
                    <a:pt x="100040" y="648060"/>
                  </a:lnTo>
                  <a:lnTo>
                    <a:pt x="131279" y="585030"/>
                  </a:lnTo>
                  <a:lnTo>
                    <a:pt x="166452" y="524109"/>
                  </a:lnTo>
                  <a:lnTo>
                    <a:pt x="205418" y="465541"/>
                  </a:lnTo>
                  <a:lnTo>
                    <a:pt x="248020" y="409562"/>
                  </a:lnTo>
                  <a:lnTo>
                    <a:pt x="294087" y="356398"/>
                  </a:lnTo>
                  <a:lnTo>
                    <a:pt x="343433" y="306263"/>
                  </a:lnTo>
                  <a:lnTo>
                    <a:pt x="395859" y="259358"/>
                  </a:lnTo>
                  <a:lnTo>
                    <a:pt x="451155" y="215873"/>
                  </a:lnTo>
                  <a:lnTo>
                    <a:pt x="509097" y="175983"/>
                  </a:lnTo>
                  <a:lnTo>
                    <a:pt x="569453" y="139848"/>
                  </a:lnTo>
                  <a:lnTo>
                    <a:pt x="631979" y="107613"/>
                  </a:lnTo>
                  <a:lnTo>
                    <a:pt x="696423" y="79409"/>
                  </a:lnTo>
                  <a:lnTo>
                    <a:pt x="762527" y="55350"/>
                  </a:lnTo>
                  <a:lnTo>
                    <a:pt x="830023" y="35531"/>
                  </a:lnTo>
                  <a:lnTo>
                    <a:pt x="898641" y="20033"/>
                  </a:lnTo>
                  <a:lnTo>
                    <a:pt x="968103" y="8918"/>
                  </a:lnTo>
                  <a:lnTo>
                    <a:pt x="1038131" y="2231"/>
                  </a:lnTo>
                  <a:lnTo>
                    <a:pt x="11084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10367271" y="10707293"/>
              <a:ext cx="2493994" cy="2493680"/>
            </a:xfrm>
            <a:custGeom>
              <a:avLst/>
              <a:pathLst>
                <a:path w="2493994" h="2493680">
                  <a:moveTo>
                    <a:pt x="1246997" y="0"/>
                  </a:moveTo>
                  <a:lnTo>
                    <a:pt x="1326096" y="2510"/>
                  </a:lnTo>
                  <a:lnTo>
                    <a:pt x="1404877" y="10033"/>
                  </a:lnTo>
                  <a:lnTo>
                    <a:pt x="1483022" y="22537"/>
                  </a:lnTo>
                  <a:lnTo>
                    <a:pt x="1560217" y="39972"/>
                  </a:lnTo>
                  <a:lnTo>
                    <a:pt x="1636150" y="62269"/>
                  </a:lnTo>
                  <a:lnTo>
                    <a:pt x="1710517" y="89336"/>
                  </a:lnTo>
                  <a:lnTo>
                    <a:pt x="1783017" y="121065"/>
                  </a:lnTo>
                  <a:lnTo>
                    <a:pt x="1853359" y="157329"/>
                  </a:lnTo>
                  <a:lnTo>
                    <a:pt x="1921259" y="197981"/>
                  </a:lnTo>
                  <a:lnTo>
                    <a:pt x="1986444" y="242857"/>
                  </a:lnTo>
                  <a:lnTo>
                    <a:pt x="2048652" y="291778"/>
                  </a:lnTo>
                  <a:lnTo>
                    <a:pt x="2107631" y="344546"/>
                  </a:lnTo>
                  <a:lnTo>
                    <a:pt x="2163146" y="400948"/>
                  </a:lnTo>
                  <a:lnTo>
                    <a:pt x="2214971" y="460757"/>
                  </a:lnTo>
                  <a:lnTo>
                    <a:pt x="2262898" y="523733"/>
                  </a:lnTo>
                  <a:lnTo>
                    <a:pt x="2306735" y="589622"/>
                  </a:lnTo>
                  <a:lnTo>
                    <a:pt x="2346305" y="658159"/>
                  </a:lnTo>
                  <a:lnTo>
                    <a:pt x="2381448" y="729067"/>
                  </a:lnTo>
                  <a:lnTo>
                    <a:pt x="2412023" y="802061"/>
                  </a:lnTo>
                  <a:lnTo>
                    <a:pt x="2437907" y="876848"/>
                  </a:lnTo>
                  <a:lnTo>
                    <a:pt x="2458995" y="953126"/>
                  </a:lnTo>
                  <a:lnTo>
                    <a:pt x="2475204" y="1030588"/>
                  </a:lnTo>
                  <a:lnTo>
                    <a:pt x="2486466" y="1108921"/>
                  </a:lnTo>
                  <a:lnTo>
                    <a:pt x="2492738" y="1187812"/>
                  </a:lnTo>
                  <a:lnTo>
                    <a:pt x="2493994" y="1266941"/>
                  </a:lnTo>
                  <a:lnTo>
                    <a:pt x="2490228" y="1345990"/>
                  </a:lnTo>
                  <a:lnTo>
                    <a:pt x="2481456" y="1424642"/>
                  </a:lnTo>
                  <a:lnTo>
                    <a:pt x="2467714" y="1502579"/>
                  </a:lnTo>
                  <a:lnTo>
                    <a:pt x="2449056" y="1579487"/>
                  </a:lnTo>
                  <a:lnTo>
                    <a:pt x="2425558" y="1655058"/>
                  </a:lnTo>
                  <a:lnTo>
                    <a:pt x="2397314" y="1728985"/>
                  </a:lnTo>
                  <a:lnTo>
                    <a:pt x="2364439" y="1800973"/>
                  </a:lnTo>
                  <a:lnTo>
                    <a:pt x="2327064" y="1870731"/>
                  </a:lnTo>
                  <a:lnTo>
                    <a:pt x="2285339" y="1937977"/>
                  </a:lnTo>
                  <a:lnTo>
                    <a:pt x="2239434" y="2002442"/>
                  </a:lnTo>
                  <a:lnTo>
                    <a:pt x="2189533" y="2063866"/>
                  </a:lnTo>
                  <a:lnTo>
                    <a:pt x="2135836" y="2122001"/>
                  </a:lnTo>
                  <a:lnTo>
                    <a:pt x="2078560" y="2176613"/>
                  </a:lnTo>
                  <a:lnTo>
                    <a:pt x="2017936" y="2227483"/>
                  </a:lnTo>
                  <a:lnTo>
                    <a:pt x="1954208" y="2274405"/>
                  </a:lnTo>
                  <a:lnTo>
                    <a:pt x="1887631" y="2317191"/>
                  </a:lnTo>
                  <a:lnTo>
                    <a:pt x="1818476" y="2355668"/>
                  </a:lnTo>
                  <a:lnTo>
                    <a:pt x="1747019" y="2389682"/>
                  </a:lnTo>
                  <a:lnTo>
                    <a:pt x="1673548" y="2419095"/>
                  </a:lnTo>
                  <a:lnTo>
                    <a:pt x="1598360" y="2443789"/>
                  </a:lnTo>
                  <a:lnTo>
                    <a:pt x="1521758" y="2463665"/>
                  </a:lnTo>
                  <a:lnTo>
                    <a:pt x="1444049" y="2478642"/>
                  </a:lnTo>
                  <a:lnTo>
                    <a:pt x="1365546" y="2488660"/>
                  </a:lnTo>
                  <a:lnTo>
                    <a:pt x="1286566" y="2493680"/>
                  </a:lnTo>
                  <a:lnTo>
                    <a:pt x="1207427" y="2493680"/>
                  </a:lnTo>
                  <a:lnTo>
                    <a:pt x="1128447" y="2488660"/>
                  </a:lnTo>
                  <a:lnTo>
                    <a:pt x="1049944" y="2478642"/>
                  </a:lnTo>
                  <a:lnTo>
                    <a:pt x="972235" y="2463665"/>
                  </a:lnTo>
                  <a:lnTo>
                    <a:pt x="895633" y="2443789"/>
                  </a:lnTo>
                  <a:lnTo>
                    <a:pt x="820445" y="2419095"/>
                  </a:lnTo>
                  <a:lnTo>
                    <a:pt x="746974" y="2389682"/>
                  </a:lnTo>
                  <a:lnTo>
                    <a:pt x="675518" y="2355668"/>
                  </a:lnTo>
                  <a:lnTo>
                    <a:pt x="606362" y="2317191"/>
                  </a:lnTo>
                  <a:lnTo>
                    <a:pt x="539786" y="2274405"/>
                  </a:lnTo>
                  <a:lnTo>
                    <a:pt x="476057" y="2227483"/>
                  </a:lnTo>
                  <a:lnTo>
                    <a:pt x="415433" y="2176613"/>
                  </a:lnTo>
                  <a:lnTo>
                    <a:pt x="358157" y="2122001"/>
                  </a:lnTo>
                  <a:lnTo>
                    <a:pt x="304460" y="2063866"/>
                  </a:lnTo>
                  <a:lnTo>
                    <a:pt x="254559" y="2002442"/>
                  </a:lnTo>
                  <a:lnTo>
                    <a:pt x="208654" y="1937977"/>
                  </a:lnTo>
                  <a:lnTo>
                    <a:pt x="166929" y="1870731"/>
                  </a:lnTo>
                  <a:lnTo>
                    <a:pt x="129554" y="1800973"/>
                  </a:lnTo>
                  <a:lnTo>
                    <a:pt x="96679" y="1728985"/>
                  </a:lnTo>
                  <a:lnTo>
                    <a:pt x="68435" y="1655058"/>
                  </a:lnTo>
                  <a:lnTo>
                    <a:pt x="44937" y="1579487"/>
                  </a:lnTo>
                  <a:lnTo>
                    <a:pt x="26279" y="1502579"/>
                  </a:lnTo>
                  <a:lnTo>
                    <a:pt x="12537" y="1424642"/>
                  </a:lnTo>
                  <a:lnTo>
                    <a:pt x="3765" y="1345990"/>
                  </a:lnTo>
                  <a:lnTo>
                    <a:pt x="0" y="1266941"/>
                  </a:lnTo>
                  <a:lnTo>
                    <a:pt x="1255" y="1187812"/>
                  </a:lnTo>
                  <a:lnTo>
                    <a:pt x="7527" y="1108921"/>
                  </a:lnTo>
                  <a:lnTo>
                    <a:pt x="18790" y="1030588"/>
                  </a:lnTo>
                  <a:lnTo>
                    <a:pt x="34998" y="953126"/>
                  </a:lnTo>
                  <a:lnTo>
                    <a:pt x="56086" y="876848"/>
                  </a:lnTo>
                  <a:lnTo>
                    <a:pt x="81970" y="802061"/>
                  </a:lnTo>
                  <a:lnTo>
                    <a:pt x="112545" y="729067"/>
                  </a:lnTo>
                  <a:lnTo>
                    <a:pt x="147688" y="658159"/>
                  </a:lnTo>
                  <a:lnTo>
                    <a:pt x="187258" y="589622"/>
                  </a:lnTo>
                  <a:lnTo>
                    <a:pt x="231095" y="523733"/>
                  </a:lnTo>
                  <a:lnTo>
                    <a:pt x="279022" y="460757"/>
                  </a:lnTo>
                  <a:lnTo>
                    <a:pt x="330848" y="400948"/>
                  </a:lnTo>
                  <a:lnTo>
                    <a:pt x="386362" y="344546"/>
                  </a:lnTo>
                  <a:lnTo>
                    <a:pt x="445341" y="291778"/>
                  </a:lnTo>
                  <a:lnTo>
                    <a:pt x="507549" y="242857"/>
                  </a:lnTo>
                  <a:lnTo>
                    <a:pt x="572734" y="197981"/>
                  </a:lnTo>
                  <a:lnTo>
                    <a:pt x="640634" y="157329"/>
                  </a:lnTo>
                  <a:lnTo>
                    <a:pt x="710976" y="121065"/>
                  </a:lnTo>
                  <a:lnTo>
                    <a:pt x="783476" y="89336"/>
                  </a:lnTo>
                  <a:lnTo>
                    <a:pt x="857843" y="62269"/>
                  </a:lnTo>
                  <a:lnTo>
                    <a:pt x="933776" y="39972"/>
                  </a:lnTo>
                  <a:lnTo>
                    <a:pt x="1010971" y="22537"/>
                  </a:lnTo>
                  <a:lnTo>
                    <a:pt x="1089116" y="10033"/>
                  </a:lnTo>
                  <a:lnTo>
                    <a:pt x="1167897" y="2510"/>
                  </a:lnTo>
                  <a:lnTo>
                    <a:pt x="124699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11614268" y="11170562"/>
              <a:ext cx="787114" cy="854591"/>
            </a:xfrm>
            <a:custGeom>
              <a:avLst/>
              <a:pathLst>
                <a:path w="787114" h="854591">
                  <a:moveTo>
                    <a:pt x="0" y="783885"/>
                  </a:moveTo>
                  <a:lnTo>
                    <a:pt x="850" y="749252"/>
                  </a:lnTo>
                  <a:lnTo>
                    <a:pt x="3399" y="714682"/>
                  </a:lnTo>
                  <a:lnTo>
                    <a:pt x="7645" y="680237"/>
                  </a:lnTo>
                  <a:lnTo>
                    <a:pt x="13582" y="645980"/>
                  </a:lnTo>
                  <a:lnTo>
                    <a:pt x="21203" y="611972"/>
                  </a:lnTo>
                  <a:lnTo>
                    <a:pt x="30499" y="578276"/>
                  </a:lnTo>
                  <a:lnTo>
                    <a:pt x="41458" y="544953"/>
                  </a:lnTo>
                  <a:lnTo>
                    <a:pt x="54068" y="512065"/>
                  </a:lnTo>
                  <a:lnTo>
                    <a:pt x="68313" y="479672"/>
                  </a:lnTo>
                  <a:lnTo>
                    <a:pt x="84176" y="447835"/>
                  </a:lnTo>
                  <a:lnTo>
                    <a:pt x="101637" y="416614"/>
                  </a:lnTo>
                  <a:lnTo>
                    <a:pt x="120676" y="386068"/>
                  </a:lnTo>
                  <a:lnTo>
                    <a:pt x="141270" y="356254"/>
                  </a:lnTo>
                  <a:lnTo>
                    <a:pt x="163393" y="327232"/>
                  </a:lnTo>
                  <a:lnTo>
                    <a:pt x="187018" y="299058"/>
                  </a:lnTo>
                  <a:lnTo>
                    <a:pt x="212117" y="271787"/>
                  </a:lnTo>
                  <a:lnTo>
                    <a:pt x="238660" y="245476"/>
                  </a:lnTo>
                  <a:lnTo>
                    <a:pt x="266613" y="220178"/>
                  </a:lnTo>
                  <a:lnTo>
                    <a:pt x="295943" y="195947"/>
                  </a:lnTo>
                  <a:lnTo>
                    <a:pt x="326613" y="172834"/>
                  </a:lnTo>
                  <a:lnTo>
                    <a:pt x="358586" y="150891"/>
                  </a:lnTo>
                  <a:lnTo>
                    <a:pt x="391823" y="130167"/>
                  </a:lnTo>
                  <a:lnTo>
                    <a:pt x="426282" y="110712"/>
                  </a:lnTo>
                  <a:lnTo>
                    <a:pt x="461921" y="92571"/>
                  </a:lnTo>
                  <a:lnTo>
                    <a:pt x="498695" y="75792"/>
                  </a:lnTo>
                  <a:lnTo>
                    <a:pt x="536559" y="60418"/>
                  </a:lnTo>
                  <a:lnTo>
                    <a:pt x="575466" y="46493"/>
                  </a:lnTo>
                  <a:lnTo>
                    <a:pt x="615367" y="34058"/>
                  </a:lnTo>
                  <a:lnTo>
                    <a:pt x="656211" y="23154"/>
                  </a:lnTo>
                  <a:lnTo>
                    <a:pt x="697947" y="13818"/>
                  </a:lnTo>
                  <a:lnTo>
                    <a:pt x="740523" y="6088"/>
                  </a:lnTo>
                  <a:lnTo>
                    <a:pt x="783885" y="0"/>
                  </a:lnTo>
                  <a:lnTo>
                    <a:pt x="786707" y="49152"/>
                  </a:lnTo>
                  <a:lnTo>
                    <a:pt x="787114" y="97557"/>
                  </a:lnTo>
                  <a:lnTo>
                    <a:pt x="785161" y="145108"/>
                  </a:lnTo>
                  <a:lnTo>
                    <a:pt x="780909" y="191703"/>
                  </a:lnTo>
                  <a:lnTo>
                    <a:pt x="774419" y="237240"/>
                  </a:lnTo>
                  <a:lnTo>
                    <a:pt x="765762" y="281621"/>
                  </a:lnTo>
                  <a:lnTo>
                    <a:pt x="755009" y="324754"/>
                  </a:lnTo>
                  <a:lnTo>
                    <a:pt x="742235" y="366547"/>
                  </a:lnTo>
                  <a:lnTo>
                    <a:pt x="727520" y="406914"/>
                  </a:lnTo>
                  <a:lnTo>
                    <a:pt x="710948" y="445773"/>
                  </a:lnTo>
                  <a:lnTo>
                    <a:pt x="692605" y="483044"/>
                  </a:lnTo>
                  <a:lnTo>
                    <a:pt x="672580" y="518654"/>
                  </a:lnTo>
                  <a:lnTo>
                    <a:pt x="650965" y="552532"/>
                  </a:lnTo>
                  <a:lnTo>
                    <a:pt x="627857" y="584612"/>
                  </a:lnTo>
                  <a:lnTo>
                    <a:pt x="603353" y="614833"/>
                  </a:lnTo>
                  <a:lnTo>
                    <a:pt x="577554" y="643139"/>
                  </a:lnTo>
                  <a:lnTo>
                    <a:pt x="550562" y="669477"/>
                  </a:lnTo>
                  <a:lnTo>
                    <a:pt x="522481" y="693800"/>
                  </a:lnTo>
                  <a:lnTo>
                    <a:pt x="493419" y="716066"/>
                  </a:lnTo>
                  <a:lnTo>
                    <a:pt x="463482" y="736237"/>
                  </a:lnTo>
                  <a:lnTo>
                    <a:pt x="432781" y="754282"/>
                  </a:lnTo>
                  <a:lnTo>
                    <a:pt x="401425" y="770172"/>
                  </a:lnTo>
                  <a:lnTo>
                    <a:pt x="369527" y="783885"/>
                  </a:lnTo>
                  <a:lnTo>
                    <a:pt x="342592" y="803124"/>
                  </a:lnTo>
                  <a:lnTo>
                    <a:pt x="314745" y="819348"/>
                  </a:lnTo>
                  <a:lnTo>
                    <a:pt x="286240" y="832519"/>
                  </a:lnTo>
                  <a:lnTo>
                    <a:pt x="257330" y="842619"/>
                  </a:lnTo>
                  <a:lnTo>
                    <a:pt x="228268" y="849648"/>
                  </a:lnTo>
                  <a:lnTo>
                    <a:pt x="199308" y="853626"/>
                  </a:lnTo>
                  <a:lnTo>
                    <a:pt x="170699" y="854591"/>
                  </a:lnTo>
                  <a:lnTo>
                    <a:pt x="142685" y="852599"/>
                  </a:lnTo>
                  <a:lnTo>
                    <a:pt x="115506" y="847723"/>
                  </a:lnTo>
                  <a:lnTo>
                    <a:pt x="89396" y="840056"/>
                  </a:lnTo>
                  <a:lnTo>
                    <a:pt x="64579" y="829707"/>
                  </a:lnTo>
                  <a:lnTo>
                    <a:pt x="41272" y="816799"/>
                  </a:lnTo>
                  <a:lnTo>
                    <a:pt x="19681" y="801473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11614268" y="11170562"/>
              <a:ext cx="787114" cy="854591"/>
            </a:xfrm>
            <a:custGeom>
              <a:avLst/>
              <a:pathLst>
                <a:path w="787114" h="854591">
                  <a:moveTo>
                    <a:pt x="0" y="783885"/>
                  </a:moveTo>
                  <a:lnTo>
                    <a:pt x="850" y="749252"/>
                  </a:lnTo>
                  <a:lnTo>
                    <a:pt x="3399" y="714682"/>
                  </a:lnTo>
                  <a:lnTo>
                    <a:pt x="7645" y="680237"/>
                  </a:lnTo>
                  <a:lnTo>
                    <a:pt x="13582" y="645980"/>
                  </a:lnTo>
                  <a:lnTo>
                    <a:pt x="21203" y="611972"/>
                  </a:lnTo>
                  <a:lnTo>
                    <a:pt x="30499" y="578276"/>
                  </a:lnTo>
                  <a:lnTo>
                    <a:pt x="41458" y="544953"/>
                  </a:lnTo>
                  <a:lnTo>
                    <a:pt x="54068" y="512065"/>
                  </a:lnTo>
                  <a:lnTo>
                    <a:pt x="68313" y="479672"/>
                  </a:lnTo>
                  <a:lnTo>
                    <a:pt x="84176" y="447835"/>
                  </a:lnTo>
                  <a:lnTo>
                    <a:pt x="101637" y="416614"/>
                  </a:lnTo>
                  <a:lnTo>
                    <a:pt x="120676" y="386068"/>
                  </a:lnTo>
                  <a:lnTo>
                    <a:pt x="141270" y="356254"/>
                  </a:lnTo>
                  <a:lnTo>
                    <a:pt x="163393" y="327232"/>
                  </a:lnTo>
                  <a:lnTo>
                    <a:pt x="187018" y="299058"/>
                  </a:lnTo>
                  <a:lnTo>
                    <a:pt x="212117" y="271787"/>
                  </a:lnTo>
                  <a:lnTo>
                    <a:pt x="238660" y="245476"/>
                  </a:lnTo>
                  <a:lnTo>
                    <a:pt x="266613" y="220178"/>
                  </a:lnTo>
                  <a:lnTo>
                    <a:pt x="295943" y="195947"/>
                  </a:lnTo>
                  <a:lnTo>
                    <a:pt x="326613" y="172834"/>
                  </a:lnTo>
                  <a:lnTo>
                    <a:pt x="358586" y="150891"/>
                  </a:lnTo>
                  <a:lnTo>
                    <a:pt x="391823" y="130167"/>
                  </a:lnTo>
                  <a:lnTo>
                    <a:pt x="426282" y="110712"/>
                  </a:lnTo>
                  <a:lnTo>
                    <a:pt x="461921" y="92571"/>
                  </a:lnTo>
                  <a:lnTo>
                    <a:pt x="498695" y="75792"/>
                  </a:lnTo>
                  <a:lnTo>
                    <a:pt x="536559" y="60418"/>
                  </a:lnTo>
                  <a:lnTo>
                    <a:pt x="575466" y="46493"/>
                  </a:lnTo>
                  <a:lnTo>
                    <a:pt x="615367" y="34058"/>
                  </a:lnTo>
                  <a:lnTo>
                    <a:pt x="656211" y="23154"/>
                  </a:lnTo>
                  <a:lnTo>
                    <a:pt x="697947" y="13818"/>
                  </a:lnTo>
                  <a:lnTo>
                    <a:pt x="740523" y="6088"/>
                  </a:lnTo>
                  <a:lnTo>
                    <a:pt x="783885" y="0"/>
                  </a:lnTo>
                  <a:lnTo>
                    <a:pt x="786707" y="49152"/>
                  </a:lnTo>
                  <a:lnTo>
                    <a:pt x="787114" y="97557"/>
                  </a:lnTo>
                  <a:lnTo>
                    <a:pt x="785161" y="145108"/>
                  </a:lnTo>
                  <a:lnTo>
                    <a:pt x="780909" y="191703"/>
                  </a:lnTo>
                  <a:lnTo>
                    <a:pt x="774419" y="237240"/>
                  </a:lnTo>
                  <a:lnTo>
                    <a:pt x="765762" y="281621"/>
                  </a:lnTo>
                  <a:lnTo>
                    <a:pt x="755009" y="324754"/>
                  </a:lnTo>
                  <a:lnTo>
                    <a:pt x="742235" y="366547"/>
                  </a:lnTo>
                  <a:lnTo>
                    <a:pt x="727520" y="406914"/>
                  </a:lnTo>
                  <a:lnTo>
                    <a:pt x="710948" y="445773"/>
                  </a:lnTo>
                  <a:lnTo>
                    <a:pt x="692605" y="483044"/>
                  </a:lnTo>
                  <a:lnTo>
                    <a:pt x="672580" y="518654"/>
                  </a:lnTo>
                  <a:lnTo>
                    <a:pt x="650965" y="552532"/>
                  </a:lnTo>
                  <a:lnTo>
                    <a:pt x="627857" y="584612"/>
                  </a:lnTo>
                  <a:lnTo>
                    <a:pt x="603353" y="614833"/>
                  </a:lnTo>
                  <a:lnTo>
                    <a:pt x="577554" y="643139"/>
                  </a:lnTo>
                  <a:lnTo>
                    <a:pt x="550562" y="669477"/>
                  </a:lnTo>
                  <a:lnTo>
                    <a:pt x="522481" y="693800"/>
                  </a:lnTo>
                  <a:lnTo>
                    <a:pt x="493419" y="716066"/>
                  </a:lnTo>
                  <a:lnTo>
                    <a:pt x="463482" y="736237"/>
                  </a:lnTo>
                  <a:lnTo>
                    <a:pt x="432781" y="754282"/>
                  </a:lnTo>
                  <a:lnTo>
                    <a:pt x="401425" y="770172"/>
                  </a:lnTo>
                  <a:lnTo>
                    <a:pt x="369527" y="783885"/>
                  </a:lnTo>
                  <a:lnTo>
                    <a:pt x="342592" y="803124"/>
                  </a:lnTo>
                  <a:lnTo>
                    <a:pt x="314745" y="819348"/>
                  </a:lnTo>
                  <a:lnTo>
                    <a:pt x="286240" y="832519"/>
                  </a:lnTo>
                  <a:lnTo>
                    <a:pt x="257330" y="842619"/>
                  </a:lnTo>
                  <a:lnTo>
                    <a:pt x="228268" y="849648"/>
                  </a:lnTo>
                  <a:lnTo>
                    <a:pt x="199308" y="853626"/>
                  </a:lnTo>
                  <a:lnTo>
                    <a:pt x="170699" y="854591"/>
                  </a:lnTo>
                  <a:lnTo>
                    <a:pt x="142685" y="852599"/>
                  </a:lnTo>
                  <a:lnTo>
                    <a:pt x="115506" y="847723"/>
                  </a:lnTo>
                  <a:lnTo>
                    <a:pt x="89396" y="840056"/>
                  </a:lnTo>
                  <a:lnTo>
                    <a:pt x="64579" y="829707"/>
                  </a:lnTo>
                  <a:lnTo>
                    <a:pt x="41272" y="816799"/>
                  </a:lnTo>
                  <a:lnTo>
                    <a:pt x="19681" y="801473"/>
                  </a:lnTo>
                  <a:lnTo>
                    <a:pt x="0" y="783885"/>
                  </a:lnTo>
                  <a:lnTo>
                    <a:pt x="0" y="783885"/>
                  </a:lnTo>
                  <a:lnTo>
                    <a:pt x="0" y="783885"/>
                  </a:lnTo>
                  <a:lnTo>
                    <a:pt x="0" y="783885"/>
                  </a:lnTo>
                  <a:lnTo>
                    <a:pt x="0" y="783885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12366553" y="11138961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11952194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11582667" y="1192284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11614268" y="10845866"/>
              <a:ext cx="0" cy="1108581"/>
            </a:xfrm>
            <a:custGeom>
              <a:avLst/>
              <a:pathLst>
                <a:path w="0" h="1108581">
                  <a:moveTo>
                    <a:pt x="0" y="1108581"/>
                  </a:moveTo>
                  <a:lnTo>
                    <a:pt x="0" y="1070354"/>
                  </a:lnTo>
                  <a:lnTo>
                    <a:pt x="0" y="1032127"/>
                  </a:lnTo>
                  <a:lnTo>
                    <a:pt x="0" y="993900"/>
                  </a:lnTo>
                  <a:lnTo>
                    <a:pt x="0" y="955673"/>
                  </a:lnTo>
                  <a:lnTo>
                    <a:pt x="0" y="917446"/>
                  </a:lnTo>
                  <a:lnTo>
                    <a:pt x="0" y="879219"/>
                  </a:lnTo>
                  <a:lnTo>
                    <a:pt x="0" y="840992"/>
                  </a:lnTo>
                  <a:lnTo>
                    <a:pt x="0" y="802765"/>
                  </a:lnTo>
                  <a:lnTo>
                    <a:pt x="0" y="764538"/>
                  </a:lnTo>
                  <a:lnTo>
                    <a:pt x="0" y="726311"/>
                  </a:lnTo>
                  <a:lnTo>
                    <a:pt x="0" y="688084"/>
                  </a:lnTo>
                  <a:lnTo>
                    <a:pt x="0" y="649858"/>
                  </a:lnTo>
                  <a:lnTo>
                    <a:pt x="0" y="611631"/>
                  </a:lnTo>
                  <a:lnTo>
                    <a:pt x="0" y="573404"/>
                  </a:lnTo>
                  <a:lnTo>
                    <a:pt x="0" y="535177"/>
                  </a:lnTo>
                  <a:lnTo>
                    <a:pt x="0" y="496950"/>
                  </a:lnTo>
                  <a:lnTo>
                    <a:pt x="0" y="458723"/>
                  </a:lnTo>
                  <a:lnTo>
                    <a:pt x="0" y="420496"/>
                  </a:lnTo>
                  <a:lnTo>
                    <a:pt x="0" y="382269"/>
                  </a:lnTo>
                  <a:lnTo>
                    <a:pt x="0" y="344042"/>
                  </a:lnTo>
                  <a:lnTo>
                    <a:pt x="0" y="305815"/>
                  </a:lnTo>
                  <a:lnTo>
                    <a:pt x="0" y="267588"/>
                  </a:lnTo>
                  <a:lnTo>
                    <a:pt x="0" y="229361"/>
                  </a:lnTo>
                  <a:lnTo>
                    <a:pt x="0" y="191134"/>
                  </a:lnTo>
                  <a:lnTo>
                    <a:pt x="0" y="152907"/>
                  </a:lnTo>
                  <a:lnTo>
                    <a:pt x="0" y="114680"/>
                  </a:lnTo>
                  <a:lnTo>
                    <a:pt x="0" y="76453"/>
                  </a:lnTo>
                  <a:lnTo>
                    <a:pt x="0" y="3822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11614268" y="11170562"/>
              <a:ext cx="783885" cy="783885"/>
            </a:xfrm>
            <a:custGeom>
              <a:avLst/>
              <a:pathLst>
                <a:path w="783885" h="783885">
                  <a:moveTo>
                    <a:pt x="0" y="783885"/>
                  </a:moveTo>
                  <a:lnTo>
                    <a:pt x="27030" y="756854"/>
                  </a:lnTo>
                  <a:lnTo>
                    <a:pt x="54061" y="729824"/>
                  </a:lnTo>
                  <a:lnTo>
                    <a:pt x="81091" y="702793"/>
                  </a:lnTo>
                  <a:lnTo>
                    <a:pt x="108122" y="675763"/>
                  </a:lnTo>
                  <a:lnTo>
                    <a:pt x="135152" y="648732"/>
                  </a:lnTo>
                  <a:lnTo>
                    <a:pt x="162183" y="621702"/>
                  </a:lnTo>
                  <a:lnTo>
                    <a:pt x="189213" y="594671"/>
                  </a:lnTo>
                  <a:lnTo>
                    <a:pt x="216244" y="567641"/>
                  </a:lnTo>
                  <a:lnTo>
                    <a:pt x="243274" y="540610"/>
                  </a:lnTo>
                  <a:lnTo>
                    <a:pt x="270305" y="513580"/>
                  </a:lnTo>
                  <a:lnTo>
                    <a:pt x="297335" y="486549"/>
                  </a:lnTo>
                  <a:lnTo>
                    <a:pt x="324366" y="459519"/>
                  </a:lnTo>
                  <a:lnTo>
                    <a:pt x="351396" y="432488"/>
                  </a:lnTo>
                  <a:lnTo>
                    <a:pt x="378427" y="405457"/>
                  </a:lnTo>
                  <a:lnTo>
                    <a:pt x="405457" y="378427"/>
                  </a:lnTo>
                  <a:lnTo>
                    <a:pt x="432488" y="351396"/>
                  </a:lnTo>
                  <a:lnTo>
                    <a:pt x="459519" y="324366"/>
                  </a:lnTo>
                  <a:lnTo>
                    <a:pt x="486549" y="297335"/>
                  </a:lnTo>
                  <a:lnTo>
                    <a:pt x="513580" y="270305"/>
                  </a:lnTo>
                  <a:lnTo>
                    <a:pt x="540610" y="243274"/>
                  </a:lnTo>
                  <a:lnTo>
                    <a:pt x="567641" y="216244"/>
                  </a:lnTo>
                  <a:lnTo>
                    <a:pt x="594671" y="189213"/>
                  </a:lnTo>
                  <a:lnTo>
                    <a:pt x="621702" y="162183"/>
                  </a:lnTo>
                  <a:lnTo>
                    <a:pt x="648732" y="135152"/>
                  </a:lnTo>
                  <a:lnTo>
                    <a:pt x="675763" y="108122"/>
                  </a:lnTo>
                  <a:lnTo>
                    <a:pt x="702793" y="81091"/>
                  </a:lnTo>
                  <a:lnTo>
                    <a:pt x="729824" y="54061"/>
                  </a:lnTo>
                  <a:lnTo>
                    <a:pt x="756854" y="27030"/>
                  </a:lnTo>
                  <a:lnTo>
                    <a:pt x="78388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11614268" y="11954447"/>
              <a:ext cx="1108581" cy="0"/>
            </a:xfrm>
            <a:custGeom>
              <a:avLst/>
              <a:pathLst>
                <a:path w="1108581" h="0">
                  <a:moveTo>
                    <a:pt x="0" y="0"/>
                  </a:moveTo>
                  <a:lnTo>
                    <a:pt x="38226" y="0"/>
                  </a:lnTo>
                  <a:lnTo>
                    <a:pt x="76453" y="0"/>
                  </a:lnTo>
                  <a:lnTo>
                    <a:pt x="114680" y="0"/>
                  </a:lnTo>
                  <a:lnTo>
                    <a:pt x="152907" y="0"/>
                  </a:lnTo>
                  <a:lnTo>
                    <a:pt x="191134" y="0"/>
                  </a:lnTo>
                  <a:lnTo>
                    <a:pt x="229361" y="0"/>
                  </a:lnTo>
                  <a:lnTo>
                    <a:pt x="267588" y="0"/>
                  </a:lnTo>
                  <a:lnTo>
                    <a:pt x="305815" y="0"/>
                  </a:lnTo>
                  <a:lnTo>
                    <a:pt x="344042" y="0"/>
                  </a:lnTo>
                  <a:lnTo>
                    <a:pt x="382269" y="0"/>
                  </a:lnTo>
                  <a:lnTo>
                    <a:pt x="420496" y="0"/>
                  </a:lnTo>
                  <a:lnTo>
                    <a:pt x="458723" y="0"/>
                  </a:lnTo>
                  <a:lnTo>
                    <a:pt x="496950" y="0"/>
                  </a:lnTo>
                  <a:lnTo>
                    <a:pt x="535177" y="0"/>
                  </a:lnTo>
                  <a:lnTo>
                    <a:pt x="573404" y="0"/>
                  </a:lnTo>
                  <a:lnTo>
                    <a:pt x="611631" y="0"/>
                  </a:lnTo>
                  <a:lnTo>
                    <a:pt x="649858" y="0"/>
                  </a:lnTo>
                  <a:lnTo>
                    <a:pt x="688084" y="0"/>
                  </a:lnTo>
                  <a:lnTo>
                    <a:pt x="726311" y="0"/>
                  </a:lnTo>
                  <a:lnTo>
                    <a:pt x="764538" y="0"/>
                  </a:lnTo>
                  <a:lnTo>
                    <a:pt x="802765" y="0"/>
                  </a:lnTo>
                  <a:lnTo>
                    <a:pt x="840992" y="0"/>
                  </a:lnTo>
                  <a:lnTo>
                    <a:pt x="879219" y="0"/>
                  </a:lnTo>
                  <a:lnTo>
                    <a:pt x="917446" y="0"/>
                  </a:lnTo>
                  <a:lnTo>
                    <a:pt x="955673" y="0"/>
                  </a:lnTo>
                  <a:lnTo>
                    <a:pt x="993900" y="0"/>
                  </a:lnTo>
                  <a:lnTo>
                    <a:pt x="1032127" y="0"/>
                  </a:lnTo>
                  <a:lnTo>
                    <a:pt x="1070354" y="0"/>
                  </a:lnTo>
                  <a:lnTo>
                    <a:pt x="1108581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11614268" y="11954447"/>
              <a:ext cx="783885" cy="783885"/>
            </a:xfrm>
            <a:custGeom>
              <a:avLst/>
              <a:pathLst>
                <a:path w="783885" h="783885">
                  <a:moveTo>
                    <a:pt x="0" y="0"/>
                  </a:moveTo>
                  <a:lnTo>
                    <a:pt x="27030" y="27030"/>
                  </a:lnTo>
                  <a:lnTo>
                    <a:pt x="54061" y="54061"/>
                  </a:lnTo>
                  <a:lnTo>
                    <a:pt x="81091" y="81091"/>
                  </a:lnTo>
                  <a:lnTo>
                    <a:pt x="108122" y="108122"/>
                  </a:lnTo>
                  <a:lnTo>
                    <a:pt x="135152" y="135152"/>
                  </a:lnTo>
                  <a:lnTo>
                    <a:pt x="162183" y="162183"/>
                  </a:lnTo>
                  <a:lnTo>
                    <a:pt x="189213" y="189213"/>
                  </a:lnTo>
                  <a:lnTo>
                    <a:pt x="216244" y="216244"/>
                  </a:lnTo>
                  <a:lnTo>
                    <a:pt x="243274" y="243274"/>
                  </a:lnTo>
                  <a:lnTo>
                    <a:pt x="270305" y="270305"/>
                  </a:lnTo>
                  <a:lnTo>
                    <a:pt x="297335" y="297335"/>
                  </a:lnTo>
                  <a:lnTo>
                    <a:pt x="324366" y="324366"/>
                  </a:lnTo>
                  <a:lnTo>
                    <a:pt x="351396" y="351396"/>
                  </a:lnTo>
                  <a:lnTo>
                    <a:pt x="378427" y="378427"/>
                  </a:lnTo>
                  <a:lnTo>
                    <a:pt x="405457" y="405457"/>
                  </a:lnTo>
                  <a:lnTo>
                    <a:pt x="432488" y="432488"/>
                  </a:lnTo>
                  <a:lnTo>
                    <a:pt x="459519" y="459519"/>
                  </a:lnTo>
                  <a:lnTo>
                    <a:pt x="486549" y="486549"/>
                  </a:lnTo>
                  <a:lnTo>
                    <a:pt x="513580" y="513580"/>
                  </a:lnTo>
                  <a:lnTo>
                    <a:pt x="540610" y="540610"/>
                  </a:lnTo>
                  <a:lnTo>
                    <a:pt x="567641" y="567641"/>
                  </a:lnTo>
                  <a:lnTo>
                    <a:pt x="594671" y="594671"/>
                  </a:lnTo>
                  <a:lnTo>
                    <a:pt x="621702" y="621702"/>
                  </a:lnTo>
                  <a:lnTo>
                    <a:pt x="648732" y="648732"/>
                  </a:lnTo>
                  <a:lnTo>
                    <a:pt x="675763" y="675763"/>
                  </a:lnTo>
                  <a:lnTo>
                    <a:pt x="702793" y="702793"/>
                  </a:lnTo>
                  <a:lnTo>
                    <a:pt x="729824" y="729824"/>
                  </a:lnTo>
                  <a:lnTo>
                    <a:pt x="756854" y="756854"/>
                  </a:lnTo>
                  <a:lnTo>
                    <a:pt x="783885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11614268" y="11954447"/>
              <a:ext cx="0" cy="1108581"/>
            </a:xfrm>
            <a:custGeom>
              <a:avLst/>
              <a:pathLst>
                <a:path w="0" h="1108581">
                  <a:moveTo>
                    <a:pt x="0" y="0"/>
                  </a:moveTo>
                  <a:lnTo>
                    <a:pt x="0" y="38226"/>
                  </a:lnTo>
                  <a:lnTo>
                    <a:pt x="0" y="76453"/>
                  </a:lnTo>
                  <a:lnTo>
                    <a:pt x="0" y="114680"/>
                  </a:lnTo>
                  <a:lnTo>
                    <a:pt x="0" y="152907"/>
                  </a:lnTo>
                  <a:lnTo>
                    <a:pt x="0" y="191134"/>
                  </a:lnTo>
                  <a:lnTo>
                    <a:pt x="0" y="229361"/>
                  </a:lnTo>
                  <a:lnTo>
                    <a:pt x="0" y="267588"/>
                  </a:lnTo>
                  <a:lnTo>
                    <a:pt x="0" y="305815"/>
                  </a:lnTo>
                  <a:lnTo>
                    <a:pt x="0" y="344042"/>
                  </a:lnTo>
                  <a:lnTo>
                    <a:pt x="0" y="382269"/>
                  </a:lnTo>
                  <a:lnTo>
                    <a:pt x="0" y="420496"/>
                  </a:lnTo>
                  <a:lnTo>
                    <a:pt x="0" y="458723"/>
                  </a:lnTo>
                  <a:lnTo>
                    <a:pt x="0" y="496950"/>
                  </a:lnTo>
                  <a:lnTo>
                    <a:pt x="0" y="535177"/>
                  </a:lnTo>
                  <a:lnTo>
                    <a:pt x="0" y="573404"/>
                  </a:lnTo>
                  <a:lnTo>
                    <a:pt x="0" y="611631"/>
                  </a:lnTo>
                  <a:lnTo>
                    <a:pt x="0" y="649858"/>
                  </a:lnTo>
                  <a:lnTo>
                    <a:pt x="0" y="688084"/>
                  </a:lnTo>
                  <a:lnTo>
                    <a:pt x="0" y="726311"/>
                  </a:lnTo>
                  <a:lnTo>
                    <a:pt x="0" y="764538"/>
                  </a:lnTo>
                  <a:lnTo>
                    <a:pt x="0" y="802765"/>
                  </a:lnTo>
                  <a:lnTo>
                    <a:pt x="0" y="840992"/>
                  </a:lnTo>
                  <a:lnTo>
                    <a:pt x="0" y="879219"/>
                  </a:lnTo>
                  <a:lnTo>
                    <a:pt x="0" y="917446"/>
                  </a:lnTo>
                  <a:lnTo>
                    <a:pt x="0" y="955673"/>
                  </a:lnTo>
                  <a:lnTo>
                    <a:pt x="0" y="993900"/>
                  </a:lnTo>
                  <a:lnTo>
                    <a:pt x="0" y="1032127"/>
                  </a:lnTo>
                  <a:lnTo>
                    <a:pt x="0" y="1070354"/>
                  </a:lnTo>
                  <a:lnTo>
                    <a:pt x="0" y="1108581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10830383" y="11954447"/>
              <a:ext cx="783885" cy="783885"/>
            </a:xfrm>
            <a:custGeom>
              <a:avLst/>
              <a:pathLst>
                <a:path w="783885" h="783885">
                  <a:moveTo>
                    <a:pt x="783885" y="0"/>
                  </a:moveTo>
                  <a:lnTo>
                    <a:pt x="756854" y="27030"/>
                  </a:lnTo>
                  <a:lnTo>
                    <a:pt x="729824" y="54061"/>
                  </a:lnTo>
                  <a:lnTo>
                    <a:pt x="702793" y="81091"/>
                  </a:lnTo>
                  <a:lnTo>
                    <a:pt x="675763" y="108122"/>
                  </a:lnTo>
                  <a:lnTo>
                    <a:pt x="648732" y="135152"/>
                  </a:lnTo>
                  <a:lnTo>
                    <a:pt x="621702" y="162183"/>
                  </a:lnTo>
                  <a:lnTo>
                    <a:pt x="594671" y="189213"/>
                  </a:lnTo>
                  <a:lnTo>
                    <a:pt x="567641" y="216244"/>
                  </a:lnTo>
                  <a:lnTo>
                    <a:pt x="540610" y="243274"/>
                  </a:lnTo>
                  <a:lnTo>
                    <a:pt x="513580" y="270305"/>
                  </a:lnTo>
                  <a:lnTo>
                    <a:pt x="486549" y="297335"/>
                  </a:lnTo>
                  <a:lnTo>
                    <a:pt x="459519" y="324366"/>
                  </a:lnTo>
                  <a:lnTo>
                    <a:pt x="432488" y="351396"/>
                  </a:lnTo>
                  <a:lnTo>
                    <a:pt x="405457" y="378427"/>
                  </a:lnTo>
                  <a:lnTo>
                    <a:pt x="378427" y="405457"/>
                  </a:lnTo>
                  <a:lnTo>
                    <a:pt x="351396" y="432488"/>
                  </a:lnTo>
                  <a:lnTo>
                    <a:pt x="324366" y="459519"/>
                  </a:lnTo>
                  <a:lnTo>
                    <a:pt x="297335" y="486549"/>
                  </a:lnTo>
                  <a:lnTo>
                    <a:pt x="270305" y="513580"/>
                  </a:lnTo>
                  <a:lnTo>
                    <a:pt x="243274" y="540610"/>
                  </a:lnTo>
                  <a:lnTo>
                    <a:pt x="216244" y="567641"/>
                  </a:lnTo>
                  <a:lnTo>
                    <a:pt x="189213" y="594671"/>
                  </a:lnTo>
                  <a:lnTo>
                    <a:pt x="162183" y="621702"/>
                  </a:lnTo>
                  <a:lnTo>
                    <a:pt x="135152" y="648732"/>
                  </a:lnTo>
                  <a:lnTo>
                    <a:pt x="108122" y="675763"/>
                  </a:lnTo>
                  <a:lnTo>
                    <a:pt x="81091" y="702793"/>
                  </a:lnTo>
                  <a:lnTo>
                    <a:pt x="54061" y="729824"/>
                  </a:lnTo>
                  <a:lnTo>
                    <a:pt x="27030" y="756854"/>
                  </a:lnTo>
                  <a:lnTo>
                    <a:pt x="0" y="78388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10505687" y="11954447"/>
              <a:ext cx="1108581" cy="0"/>
            </a:xfrm>
            <a:custGeom>
              <a:avLst/>
              <a:pathLst>
                <a:path w="1108581" h="0">
                  <a:moveTo>
                    <a:pt x="1108581" y="0"/>
                  </a:moveTo>
                  <a:lnTo>
                    <a:pt x="1070354" y="0"/>
                  </a:lnTo>
                  <a:lnTo>
                    <a:pt x="1032127" y="0"/>
                  </a:lnTo>
                  <a:lnTo>
                    <a:pt x="993900" y="0"/>
                  </a:lnTo>
                  <a:lnTo>
                    <a:pt x="955673" y="0"/>
                  </a:lnTo>
                  <a:lnTo>
                    <a:pt x="917446" y="0"/>
                  </a:lnTo>
                  <a:lnTo>
                    <a:pt x="879219" y="0"/>
                  </a:lnTo>
                  <a:lnTo>
                    <a:pt x="840992" y="0"/>
                  </a:lnTo>
                  <a:lnTo>
                    <a:pt x="802765" y="0"/>
                  </a:lnTo>
                  <a:lnTo>
                    <a:pt x="764538" y="0"/>
                  </a:lnTo>
                  <a:lnTo>
                    <a:pt x="726311" y="0"/>
                  </a:lnTo>
                  <a:lnTo>
                    <a:pt x="688084" y="0"/>
                  </a:lnTo>
                  <a:lnTo>
                    <a:pt x="649858" y="0"/>
                  </a:lnTo>
                  <a:lnTo>
                    <a:pt x="611631" y="0"/>
                  </a:lnTo>
                  <a:lnTo>
                    <a:pt x="573404" y="0"/>
                  </a:lnTo>
                  <a:lnTo>
                    <a:pt x="535177" y="0"/>
                  </a:lnTo>
                  <a:lnTo>
                    <a:pt x="496950" y="0"/>
                  </a:lnTo>
                  <a:lnTo>
                    <a:pt x="458723" y="0"/>
                  </a:lnTo>
                  <a:lnTo>
                    <a:pt x="420496" y="0"/>
                  </a:lnTo>
                  <a:lnTo>
                    <a:pt x="382269" y="0"/>
                  </a:lnTo>
                  <a:lnTo>
                    <a:pt x="344042" y="0"/>
                  </a:lnTo>
                  <a:lnTo>
                    <a:pt x="305815" y="0"/>
                  </a:lnTo>
                  <a:lnTo>
                    <a:pt x="267588" y="0"/>
                  </a:lnTo>
                  <a:lnTo>
                    <a:pt x="229361" y="0"/>
                  </a:lnTo>
                  <a:lnTo>
                    <a:pt x="191134" y="0"/>
                  </a:lnTo>
                  <a:lnTo>
                    <a:pt x="152907" y="0"/>
                  </a:lnTo>
                  <a:lnTo>
                    <a:pt x="114680" y="0"/>
                  </a:lnTo>
                  <a:lnTo>
                    <a:pt x="76453" y="0"/>
                  </a:lnTo>
                  <a:lnTo>
                    <a:pt x="3822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10830383" y="11170562"/>
              <a:ext cx="783885" cy="783885"/>
            </a:xfrm>
            <a:custGeom>
              <a:avLst/>
              <a:pathLst>
                <a:path w="783885" h="783885">
                  <a:moveTo>
                    <a:pt x="783885" y="783885"/>
                  </a:moveTo>
                  <a:lnTo>
                    <a:pt x="756854" y="756854"/>
                  </a:lnTo>
                  <a:lnTo>
                    <a:pt x="729824" y="729824"/>
                  </a:lnTo>
                  <a:lnTo>
                    <a:pt x="702793" y="702793"/>
                  </a:lnTo>
                  <a:lnTo>
                    <a:pt x="675763" y="675763"/>
                  </a:lnTo>
                  <a:lnTo>
                    <a:pt x="648732" y="648732"/>
                  </a:lnTo>
                  <a:lnTo>
                    <a:pt x="621702" y="621702"/>
                  </a:lnTo>
                  <a:lnTo>
                    <a:pt x="594671" y="594671"/>
                  </a:lnTo>
                  <a:lnTo>
                    <a:pt x="567641" y="567641"/>
                  </a:lnTo>
                  <a:lnTo>
                    <a:pt x="540610" y="540610"/>
                  </a:lnTo>
                  <a:lnTo>
                    <a:pt x="513580" y="513580"/>
                  </a:lnTo>
                  <a:lnTo>
                    <a:pt x="486549" y="486549"/>
                  </a:lnTo>
                  <a:lnTo>
                    <a:pt x="459519" y="459519"/>
                  </a:lnTo>
                  <a:lnTo>
                    <a:pt x="432488" y="432488"/>
                  </a:lnTo>
                  <a:lnTo>
                    <a:pt x="405457" y="405457"/>
                  </a:lnTo>
                  <a:lnTo>
                    <a:pt x="378427" y="378427"/>
                  </a:lnTo>
                  <a:lnTo>
                    <a:pt x="351396" y="351396"/>
                  </a:lnTo>
                  <a:lnTo>
                    <a:pt x="324366" y="324366"/>
                  </a:lnTo>
                  <a:lnTo>
                    <a:pt x="297335" y="297335"/>
                  </a:lnTo>
                  <a:lnTo>
                    <a:pt x="270305" y="270305"/>
                  </a:lnTo>
                  <a:lnTo>
                    <a:pt x="243274" y="243274"/>
                  </a:lnTo>
                  <a:lnTo>
                    <a:pt x="216244" y="216244"/>
                  </a:lnTo>
                  <a:lnTo>
                    <a:pt x="189213" y="189213"/>
                  </a:lnTo>
                  <a:lnTo>
                    <a:pt x="162183" y="162183"/>
                  </a:lnTo>
                  <a:lnTo>
                    <a:pt x="135152" y="135152"/>
                  </a:lnTo>
                  <a:lnTo>
                    <a:pt x="108122" y="108122"/>
                  </a:lnTo>
                  <a:lnTo>
                    <a:pt x="81091" y="81091"/>
                  </a:lnTo>
                  <a:lnTo>
                    <a:pt x="54061" y="54061"/>
                  </a:lnTo>
                  <a:lnTo>
                    <a:pt x="27030" y="2703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tx699"/>
            <p:cNvSpPr/>
            <p:nvPr/>
          </p:nvSpPr>
          <p:spPr>
            <a:xfrm>
              <a:off x="11482229" y="10668614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2262007" y="11033897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2753340" y="11915768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2252909" y="12797639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11473131" y="13162922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10480206" y="12797639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10245042" y="11915768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10489304" y="11033897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9987969" y="11368336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9938500" y="10814045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2026-05-11T20:58:17Z</dcterms:modified>
  <cp:category/>
</cp:coreProperties>
</file>