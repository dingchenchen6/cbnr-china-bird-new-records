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7863840" cy="7315200"/>
            <a:chOff x="0" y="0"/>
            <a:chExt cx="7863840" cy="73152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7863839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316163" y="0"/>
              <a:ext cx="7231512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596790" y="274983"/>
              <a:ext cx="6881296" cy="688129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37438" y="619048"/>
              <a:ext cx="0" cy="3096583"/>
            </a:xfrm>
            <a:custGeom>
              <a:avLst/>
              <a:pathLst>
                <a:path w="0" h="3096583">
                  <a:moveTo>
                    <a:pt x="0" y="3096583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37438" y="1526016"/>
              <a:ext cx="2189615" cy="2189615"/>
            </a:xfrm>
            <a:custGeom>
              <a:avLst/>
              <a:pathLst>
                <a:path w="2189615" h="2189615">
                  <a:moveTo>
                    <a:pt x="0" y="2189615"/>
                  </a:moveTo>
                  <a:lnTo>
                    <a:pt x="21896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37438" y="3715631"/>
              <a:ext cx="3096583" cy="0"/>
            </a:xfrm>
            <a:custGeom>
              <a:avLst/>
              <a:pathLst>
                <a:path w="3096583" h="0">
                  <a:moveTo>
                    <a:pt x="0" y="0"/>
                  </a:moveTo>
                  <a:lnTo>
                    <a:pt x="30965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37438" y="3715631"/>
              <a:ext cx="2189615" cy="2189615"/>
            </a:xfrm>
            <a:custGeom>
              <a:avLst/>
              <a:pathLst>
                <a:path w="2189615" h="2189615">
                  <a:moveTo>
                    <a:pt x="0" y="0"/>
                  </a:moveTo>
                  <a:lnTo>
                    <a:pt x="2189615" y="21896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037438" y="3715631"/>
              <a:ext cx="0" cy="3096583"/>
            </a:xfrm>
            <a:custGeom>
              <a:avLst/>
              <a:pathLst>
                <a:path w="0" h="3096583">
                  <a:moveTo>
                    <a:pt x="0" y="0"/>
                  </a:moveTo>
                  <a:lnTo>
                    <a:pt x="0" y="3096583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847823" y="3715631"/>
              <a:ext cx="2189615" cy="2189615"/>
            </a:xfrm>
            <a:custGeom>
              <a:avLst/>
              <a:pathLst>
                <a:path w="2189615" h="2189615">
                  <a:moveTo>
                    <a:pt x="2189615" y="0"/>
                  </a:moveTo>
                  <a:lnTo>
                    <a:pt x="0" y="21896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0855" y="3715631"/>
              <a:ext cx="3096583" cy="0"/>
            </a:xfrm>
            <a:custGeom>
              <a:avLst/>
              <a:pathLst>
                <a:path w="3096583" h="0">
                  <a:moveTo>
                    <a:pt x="3096583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847823" y="1526016"/>
              <a:ext cx="2189615" cy="2189615"/>
            </a:xfrm>
            <a:custGeom>
              <a:avLst/>
              <a:pathLst>
                <a:path w="2189615" h="2189615">
                  <a:moveTo>
                    <a:pt x="2189615" y="21896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037438" y="37156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380658" y="3058768"/>
              <a:ext cx="1313560" cy="1313395"/>
            </a:xfrm>
            <a:custGeom>
              <a:avLst/>
              <a:pathLst>
                <a:path w="1313560" h="1313395">
                  <a:moveTo>
                    <a:pt x="656780" y="0"/>
                  </a:moveTo>
                  <a:lnTo>
                    <a:pt x="698441" y="1322"/>
                  </a:lnTo>
                  <a:lnTo>
                    <a:pt x="739934" y="5284"/>
                  </a:lnTo>
                  <a:lnTo>
                    <a:pt x="781092" y="11870"/>
                  </a:lnTo>
                  <a:lnTo>
                    <a:pt x="821750" y="21053"/>
                  </a:lnTo>
                  <a:lnTo>
                    <a:pt x="861743" y="32796"/>
                  </a:lnTo>
                  <a:lnTo>
                    <a:pt x="900911" y="47052"/>
                  </a:lnTo>
                  <a:lnTo>
                    <a:pt x="939096" y="63763"/>
                  </a:lnTo>
                  <a:lnTo>
                    <a:pt x="976144" y="82863"/>
                  </a:lnTo>
                  <a:lnTo>
                    <a:pt x="1011907" y="104274"/>
                  </a:lnTo>
                  <a:lnTo>
                    <a:pt x="1046239" y="127910"/>
                  </a:lnTo>
                  <a:lnTo>
                    <a:pt x="1079003" y="153676"/>
                  </a:lnTo>
                  <a:lnTo>
                    <a:pt x="1110067" y="181468"/>
                  </a:lnTo>
                  <a:lnTo>
                    <a:pt x="1139306" y="211175"/>
                  </a:lnTo>
                  <a:lnTo>
                    <a:pt x="1166602" y="242676"/>
                  </a:lnTo>
                  <a:lnTo>
                    <a:pt x="1191845" y="275845"/>
                  </a:lnTo>
                  <a:lnTo>
                    <a:pt x="1214933" y="310548"/>
                  </a:lnTo>
                  <a:lnTo>
                    <a:pt x="1235774" y="346645"/>
                  </a:lnTo>
                  <a:lnTo>
                    <a:pt x="1254283" y="383992"/>
                  </a:lnTo>
                  <a:lnTo>
                    <a:pt x="1270387" y="422437"/>
                  </a:lnTo>
                  <a:lnTo>
                    <a:pt x="1284020" y="461827"/>
                  </a:lnTo>
                  <a:lnTo>
                    <a:pt x="1295127" y="502001"/>
                  </a:lnTo>
                  <a:lnTo>
                    <a:pt x="1303664" y="542799"/>
                  </a:lnTo>
                  <a:lnTo>
                    <a:pt x="1309596" y="584057"/>
                  </a:lnTo>
                  <a:lnTo>
                    <a:pt x="1312899" y="625608"/>
                  </a:lnTo>
                  <a:lnTo>
                    <a:pt x="1313560" y="667284"/>
                  </a:lnTo>
                  <a:lnTo>
                    <a:pt x="1311577" y="708919"/>
                  </a:lnTo>
                  <a:lnTo>
                    <a:pt x="1306957" y="750344"/>
                  </a:lnTo>
                  <a:lnTo>
                    <a:pt x="1299719" y="791392"/>
                  </a:lnTo>
                  <a:lnTo>
                    <a:pt x="1289892" y="831899"/>
                  </a:lnTo>
                  <a:lnTo>
                    <a:pt x="1277516" y="871701"/>
                  </a:lnTo>
                  <a:lnTo>
                    <a:pt x="1262640" y="910638"/>
                  </a:lnTo>
                  <a:lnTo>
                    <a:pt x="1245325" y="948553"/>
                  </a:lnTo>
                  <a:lnTo>
                    <a:pt x="1225640" y="985294"/>
                  </a:lnTo>
                  <a:lnTo>
                    <a:pt x="1203664" y="1020712"/>
                  </a:lnTo>
                  <a:lnTo>
                    <a:pt x="1179486" y="1054665"/>
                  </a:lnTo>
                  <a:lnTo>
                    <a:pt x="1153204" y="1087016"/>
                  </a:lnTo>
                  <a:lnTo>
                    <a:pt x="1124922" y="1117635"/>
                  </a:lnTo>
                  <a:lnTo>
                    <a:pt x="1094756" y="1146399"/>
                  </a:lnTo>
                  <a:lnTo>
                    <a:pt x="1062826" y="1173192"/>
                  </a:lnTo>
                  <a:lnTo>
                    <a:pt x="1029260" y="1197905"/>
                  </a:lnTo>
                  <a:lnTo>
                    <a:pt x="994196" y="1220440"/>
                  </a:lnTo>
                  <a:lnTo>
                    <a:pt x="957772" y="1240706"/>
                  </a:lnTo>
                  <a:lnTo>
                    <a:pt x="920136" y="1258620"/>
                  </a:lnTo>
                  <a:lnTo>
                    <a:pt x="881440" y="1274112"/>
                  </a:lnTo>
                  <a:lnTo>
                    <a:pt x="841840" y="1287118"/>
                  </a:lnTo>
                  <a:lnTo>
                    <a:pt x="801494" y="1297586"/>
                  </a:lnTo>
                  <a:lnTo>
                    <a:pt x="760565" y="1305475"/>
                  </a:lnTo>
                  <a:lnTo>
                    <a:pt x="719219" y="1310751"/>
                  </a:lnTo>
                  <a:lnTo>
                    <a:pt x="677621" y="1313395"/>
                  </a:lnTo>
                  <a:lnTo>
                    <a:pt x="635939" y="1313395"/>
                  </a:lnTo>
                  <a:lnTo>
                    <a:pt x="594341" y="1310751"/>
                  </a:lnTo>
                  <a:lnTo>
                    <a:pt x="552995" y="1305475"/>
                  </a:lnTo>
                  <a:lnTo>
                    <a:pt x="512066" y="1297586"/>
                  </a:lnTo>
                  <a:lnTo>
                    <a:pt x="471720" y="1287118"/>
                  </a:lnTo>
                  <a:lnTo>
                    <a:pt x="432119" y="1274112"/>
                  </a:lnTo>
                  <a:lnTo>
                    <a:pt x="393423" y="1258620"/>
                  </a:lnTo>
                  <a:lnTo>
                    <a:pt x="355788" y="1240706"/>
                  </a:lnTo>
                  <a:lnTo>
                    <a:pt x="319364" y="1220440"/>
                  </a:lnTo>
                  <a:lnTo>
                    <a:pt x="284299" y="1197905"/>
                  </a:lnTo>
                  <a:lnTo>
                    <a:pt x="250734" y="1173192"/>
                  </a:lnTo>
                  <a:lnTo>
                    <a:pt x="218804" y="1146399"/>
                  </a:lnTo>
                  <a:lnTo>
                    <a:pt x="188637" y="1117635"/>
                  </a:lnTo>
                  <a:lnTo>
                    <a:pt x="160356" y="1087016"/>
                  </a:lnTo>
                  <a:lnTo>
                    <a:pt x="134073" y="1054665"/>
                  </a:lnTo>
                  <a:lnTo>
                    <a:pt x="109895" y="1020712"/>
                  </a:lnTo>
                  <a:lnTo>
                    <a:pt x="87920" y="985294"/>
                  </a:lnTo>
                  <a:lnTo>
                    <a:pt x="68235" y="948553"/>
                  </a:lnTo>
                  <a:lnTo>
                    <a:pt x="50919" y="910638"/>
                  </a:lnTo>
                  <a:lnTo>
                    <a:pt x="36044" y="871701"/>
                  </a:lnTo>
                  <a:lnTo>
                    <a:pt x="23668" y="831899"/>
                  </a:lnTo>
                  <a:lnTo>
                    <a:pt x="13841" y="791392"/>
                  </a:lnTo>
                  <a:lnTo>
                    <a:pt x="6603" y="750344"/>
                  </a:lnTo>
                  <a:lnTo>
                    <a:pt x="1983" y="708919"/>
                  </a:lnTo>
                  <a:lnTo>
                    <a:pt x="0" y="667284"/>
                  </a:lnTo>
                  <a:lnTo>
                    <a:pt x="661" y="625608"/>
                  </a:lnTo>
                  <a:lnTo>
                    <a:pt x="3964" y="584057"/>
                  </a:lnTo>
                  <a:lnTo>
                    <a:pt x="9896" y="542799"/>
                  </a:lnTo>
                  <a:lnTo>
                    <a:pt x="18433" y="502001"/>
                  </a:lnTo>
                  <a:lnTo>
                    <a:pt x="29540" y="461827"/>
                  </a:lnTo>
                  <a:lnTo>
                    <a:pt x="43173" y="422437"/>
                  </a:lnTo>
                  <a:lnTo>
                    <a:pt x="59276" y="383992"/>
                  </a:lnTo>
                  <a:lnTo>
                    <a:pt x="77786" y="346645"/>
                  </a:lnTo>
                  <a:lnTo>
                    <a:pt x="98627" y="310548"/>
                  </a:lnTo>
                  <a:lnTo>
                    <a:pt x="121715" y="275845"/>
                  </a:lnTo>
                  <a:lnTo>
                    <a:pt x="146958" y="242676"/>
                  </a:lnTo>
                  <a:lnTo>
                    <a:pt x="174254" y="211175"/>
                  </a:lnTo>
                  <a:lnTo>
                    <a:pt x="203492" y="181468"/>
                  </a:lnTo>
                  <a:lnTo>
                    <a:pt x="234556" y="153676"/>
                  </a:lnTo>
                  <a:lnTo>
                    <a:pt x="267321" y="127910"/>
                  </a:lnTo>
                  <a:lnTo>
                    <a:pt x="301653" y="104274"/>
                  </a:lnTo>
                  <a:lnTo>
                    <a:pt x="337415" y="82863"/>
                  </a:lnTo>
                  <a:lnTo>
                    <a:pt x="374463" y="63763"/>
                  </a:lnTo>
                  <a:lnTo>
                    <a:pt x="412649" y="47052"/>
                  </a:lnTo>
                  <a:lnTo>
                    <a:pt x="451817" y="32796"/>
                  </a:lnTo>
                  <a:lnTo>
                    <a:pt x="491810" y="21053"/>
                  </a:lnTo>
                  <a:lnTo>
                    <a:pt x="532468" y="11870"/>
                  </a:lnTo>
                  <a:lnTo>
                    <a:pt x="573626" y="5284"/>
                  </a:lnTo>
                  <a:lnTo>
                    <a:pt x="615119" y="1322"/>
                  </a:lnTo>
                  <a:lnTo>
                    <a:pt x="65678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723877" y="2401905"/>
              <a:ext cx="2627121" cy="2626790"/>
            </a:xfrm>
            <a:custGeom>
              <a:avLst/>
              <a:pathLst>
                <a:path w="2627121" h="2626790">
                  <a:moveTo>
                    <a:pt x="1313560" y="0"/>
                  </a:moveTo>
                  <a:lnTo>
                    <a:pt x="1396882" y="2644"/>
                  </a:lnTo>
                  <a:lnTo>
                    <a:pt x="1479868" y="10569"/>
                  </a:lnTo>
                  <a:lnTo>
                    <a:pt x="1562184" y="23740"/>
                  </a:lnTo>
                  <a:lnTo>
                    <a:pt x="1643500" y="42106"/>
                  </a:lnTo>
                  <a:lnTo>
                    <a:pt x="1723487" y="65592"/>
                  </a:lnTo>
                  <a:lnTo>
                    <a:pt x="1801823" y="94104"/>
                  </a:lnTo>
                  <a:lnTo>
                    <a:pt x="1878193" y="127527"/>
                  </a:lnTo>
                  <a:lnTo>
                    <a:pt x="1952289" y="165727"/>
                  </a:lnTo>
                  <a:lnTo>
                    <a:pt x="2023814" y="208549"/>
                  </a:lnTo>
                  <a:lnTo>
                    <a:pt x="2092479" y="255821"/>
                  </a:lnTo>
                  <a:lnTo>
                    <a:pt x="2158007" y="307353"/>
                  </a:lnTo>
                  <a:lnTo>
                    <a:pt x="2220135" y="362937"/>
                  </a:lnTo>
                  <a:lnTo>
                    <a:pt x="2278612" y="422350"/>
                  </a:lnTo>
                  <a:lnTo>
                    <a:pt x="2333204" y="485352"/>
                  </a:lnTo>
                  <a:lnTo>
                    <a:pt x="2383690" y="551690"/>
                  </a:lnTo>
                  <a:lnTo>
                    <a:pt x="2429867" y="621096"/>
                  </a:lnTo>
                  <a:lnTo>
                    <a:pt x="2471548" y="693291"/>
                  </a:lnTo>
                  <a:lnTo>
                    <a:pt x="2508567" y="767984"/>
                  </a:lnTo>
                  <a:lnTo>
                    <a:pt x="2540775" y="844875"/>
                  </a:lnTo>
                  <a:lnTo>
                    <a:pt x="2568040" y="923654"/>
                  </a:lnTo>
                  <a:lnTo>
                    <a:pt x="2590254" y="1004003"/>
                  </a:lnTo>
                  <a:lnTo>
                    <a:pt x="2607328" y="1085599"/>
                  </a:lnTo>
                  <a:lnTo>
                    <a:pt x="2619192" y="1168115"/>
                  </a:lnTo>
                  <a:lnTo>
                    <a:pt x="2625798" y="1251216"/>
                  </a:lnTo>
                  <a:lnTo>
                    <a:pt x="2627121" y="1334569"/>
                  </a:lnTo>
                  <a:lnTo>
                    <a:pt x="2623154" y="1417838"/>
                  </a:lnTo>
                  <a:lnTo>
                    <a:pt x="2613914" y="1500688"/>
                  </a:lnTo>
                  <a:lnTo>
                    <a:pt x="2599438" y="1582785"/>
                  </a:lnTo>
                  <a:lnTo>
                    <a:pt x="2579785" y="1663799"/>
                  </a:lnTo>
                  <a:lnTo>
                    <a:pt x="2555032" y="1743403"/>
                  </a:lnTo>
                  <a:lnTo>
                    <a:pt x="2525281" y="1821277"/>
                  </a:lnTo>
                  <a:lnTo>
                    <a:pt x="2490651" y="1897107"/>
                  </a:lnTo>
                  <a:lnTo>
                    <a:pt x="2451280" y="1970589"/>
                  </a:lnTo>
                  <a:lnTo>
                    <a:pt x="2407329" y="2041425"/>
                  </a:lnTo>
                  <a:lnTo>
                    <a:pt x="2358973" y="2109331"/>
                  </a:lnTo>
                  <a:lnTo>
                    <a:pt x="2306408" y="2174033"/>
                  </a:lnTo>
                  <a:lnTo>
                    <a:pt x="2249845" y="2235271"/>
                  </a:lnTo>
                  <a:lnTo>
                    <a:pt x="2189512" y="2292799"/>
                  </a:lnTo>
                  <a:lnTo>
                    <a:pt x="2125652" y="2346384"/>
                  </a:lnTo>
                  <a:lnTo>
                    <a:pt x="2058521" y="2395811"/>
                  </a:lnTo>
                  <a:lnTo>
                    <a:pt x="1988392" y="2440881"/>
                  </a:lnTo>
                  <a:lnTo>
                    <a:pt x="1915544" y="2481412"/>
                  </a:lnTo>
                  <a:lnTo>
                    <a:pt x="1840273" y="2517241"/>
                  </a:lnTo>
                  <a:lnTo>
                    <a:pt x="1762881" y="2548224"/>
                  </a:lnTo>
                  <a:lnTo>
                    <a:pt x="1683680" y="2574236"/>
                  </a:lnTo>
                  <a:lnTo>
                    <a:pt x="1602988" y="2595173"/>
                  </a:lnTo>
                  <a:lnTo>
                    <a:pt x="1521131" y="2610950"/>
                  </a:lnTo>
                  <a:lnTo>
                    <a:pt x="1438438" y="2621503"/>
                  </a:lnTo>
                  <a:lnTo>
                    <a:pt x="1355242" y="2626790"/>
                  </a:lnTo>
                  <a:lnTo>
                    <a:pt x="1271878" y="2626790"/>
                  </a:lnTo>
                  <a:lnTo>
                    <a:pt x="1188683" y="2621503"/>
                  </a:lnTo>
                  <a:lnTo>
                    <a:pt x="1105990" y="2610950"/>
                  </a:lnTo>
                  <a:lnTo>
                    <a:pt x="1024132" y="2595173"/>
                  </a:lnTo>
                  <a:lnTo>
                    <a:pt x="943441" y="2574236"/>
                  </a:lnTo>
                  <a:lnTo>
                    <a:pt x="864239" y="2548224"/>
                  </a:lnTo>
                  <a:lnTo>
                    <a:pt x="786847" y="2517241"/>
                  </a:lnTo>
                  <a:lnTo>
                    <a:pt x="711576" y="2481412"/>
                  </a:lnTo>
                  <a:lnTo>
                    <a:pt x="638729" y="2440881"/>
                  </a:lnTo>
                  <a:lnTo>
                    <a:pt x="568599" y="2395811"/>
                  </a:lnTo>
                  <a:lnTo>
                    <a:pt x="501469" y="2346384"/>
                  </a:lnTo>
                  <a:lnTo>
                    <a:pt x="437608" y="2292799"/>
                  </a:lnTo>
                  <a:lnTo>
                    <a:pt x="377275" y="2235271"/>
                  </a:lnTo>
                  <a:lnTo>
                    <a:pt x="320712" y="2174033"/>
                  </a:lnTo>
                  <a:lnTo>
                    <a:pt x="268147" y="2109331"/>
                  </a:lnTo>
                  <a:lnTo>
                    <a:pt x="219791" y="2041425"/>
                  </a:lnTo>
                  <a:lnTo>
                    <a:pt x="175840" y="1970589"/>
                  </a:lnTo>
                  <a:lnTo>
                    <a:pt x="136470" y="1897107"/>
                  </a:lnTo>
                  <a:lnTo>
                    <a:pt x="101839" y="1821277"/>
                  </a:lnTo>
                  <a:lnTo>
                    <a:pt x="72088" y="1743403"/>
                  </a:lnTo>
                  <a:lnTo>
                    <a:pt x="47336" y="1663799"/>
                  </a:lnTo>
                  <a:lnTo>
                    <a:pt x="27682" y="1582785"/>
                  </a:lnTo>
                  <a:lnTo>
                    <a:pt x="13206" y="1500688"/>
                  </a:lnTo>
                  <a:lnTo>
                    <a:pt x="3966" y="1417838"/>
                  </a:lnTo>
                  <a:lnTo>
                    <a:pt x="0" y="1334569"/>
                  </a:lnTo>
                  <a:lnTo>
                    <a:pt x="1322" y="1251216"/>
                  </a:lnTo>
                  <a:lnTo>
                    <a:pt x="7929" y="1168115"/>
                  </a:lnTo>
                  <a:lnTo>
                    <a:pt x="19793" y="1085599"/>
                  </a:lnTo>
                  <a:lnTo>
                    <a:pt x="36866" y="1004003"/>
                  </a:lnTo>
                  <a:lnTo>
                    <a:pt x="59080" y="923654"/>
                  </a:lnTo>
                  <a:lnTo>
                    <a:pt x="86346" y="844875"/>
                  </a:lnTo>
                  <a:lnTo>
                    <a:pt x="118553" y="767984"/>
                  </a:lnTo>
                  <a:lnTo>
                    <a:pt x="155572" y="693291"/>
                  </a:lnTo>
                  <a:lnTo>
                    <a:pt x="197254" y="621096"/>
                  </a:lnTo>
                  <a:lnTo>
                    <a:pt x="243431" y="551690"/>
                  </a:lnTo>
                  <a:lnTo>
                    <a:pt x="293916" y="485352"/>
                  </a:lnTo>
                  <a:lnTo>
                    <a:pt x="348508" y="422350"/>
                  </a:lnTo>
                  <a:lnTo>
                    <a:pt x="406985" y="362937"/>
                  </a:lnTo>
                  <a:lnTo>
                    <a:pt x="469113" y="307353"/>
                  </a:lnTo>
                  <a:lnTo>
                    <a:pt x="534642" y="255821"/>
                  </a:lnTo>
                  <a:lnTo>
                    <a:pt x="603306" y="208549"/>
                  </a:lnTo>
                  <a:lnTo>
                    <a:pt x="674831" y="165727"/>
                  </a:lnTo>
                  <a:lnTo>
                    <a:pt x="748927" y="127527"/>
                  </a:lnTo>
                  <a:lnTo>
                    <a:pt x="825298" y="94104"/>
                  </a:lnTo>
                  <a:lnTo>
                    <a:pt x="903634" y="65592"/>
                  </a:lnTo>
                  <a:lnTo>
                    <a:pt x="983621" y="42106"/>
                  </a:lnTo>
                  <a:lnTo>
                    <a:pt x="1064936" y="23740"/>
                  </a:lnTo>
                  <a:lnTo>
                    <a:pt x="1147252" y="10569"/>
                  </a:lnTo>
                  <a:lnTo>
                    <a:pt x="1230239" y="2644"/>
                  </a:lnTo>
                  <a:lnTo>
                    <a:pt x="131356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67097" y="1745042"/>
              <a:ext cx="3940682" cy="3940185"/>
            </a:xfrm>
            <a:custGeom>
              <a:avLst/>
              <a:pathLst>
                <a:path w="3940682" h="3940185">
                  <a:moveTo>
                    <a:pt x="1970341" y="0"/>
                  </a:moveTo>
                  <a:lnTo>
                    <a:pt x="2095323" y="3967"/>
                  </a:lnTo>
                  <a:lnTo>
                    <a:pt x="2219802" y="15853"/>
                  </a:lnTo>
                  <a:lnTo>
                    <a:pt x="2343277" y="35611"/>
                  </a:lnTo>
                  <a:lnTo>
                    <a:pt x="2465250" y="63159"/>
                  </a:lnTo>
                  <a:lnTo>
                    <a:pt x="2585230" y="98389"/>
                  </a:lnTo>
                  <a:lnTo>
                    <a:pt x="2702734" y="141157"/>
                  </a:lnTo>
                  <a:lnTo>
                    <a:pt x="2817290" y="191291"/>
                  </a:lnTo>
                  <a:lnTo>
                    <a:pt x="2928434" y="248591"/>
                  </a:lnTo>
                  <a:lnTo>
                    <a:pt x="3035721" y="312824"/>
                  </a:lnTo>
                  <a:lnTo>
                    <a:pt x="3138718" y="383732"/>
                  </a:lnTo>
                  <a:lnTo>
                    <a:pt x="3237011" y="461030"/>
                  </a:lnTo>
                  <a:lnTo>
                    <a:pt x="3330203" y="544406"/>
                  </a:lnTo>
                  <a:lnTo>
                    <a:pt x="3417919" y="633525"/>
                  </a:lnTo>
                  <a:lnTo>
                    <a:pt x="3499806" y="728028"/>
                  </a:lnTo>
                  <a:lnTo>
                    <a:pt x="3575535" y="827535"/>
                  </a:lnTo>
                  <a:lnTo>
                    <a:pt x="3644800" y="931644"/>
                  </a:lnTo>
                  <a:lnTo>
                    <a:pt x="3707323" y="1039936"/>
                  </a:lnTo>
                  <a:lnTo>
                    <a:pt x="3762851" y="1151976"/>
                  </a:lnTo>
                  <a:lnTo>
                    <a:pt x="3811162" y="1267312"/>
                  </a:lnTo>
                  <a:lnTo>
                    <a:pt x="3852060" y="1385481"/>
                  </a:lnTo>
                  <a:lnTo>
                    <a:pt x="3885382" y="1506005"/>
                  </a:lnTo>
                  <a:lnTo>
                    <a:pt x="3910992" y="1628399"/>
                  </a:lnTo>
                  <a:lnTo>
                    <a:pt x="3928788" y="1752172"/>
                  </a:lnTo>
                  <a:lnTo>
                    <a:pt x="3938698" y="1876824"/>
                  </a:lnTo>
                  <a:lnTo>
                    <a:pt x="3940682" y="2001854"/>
                  </a:lnTo>
                  <a:lnTo>
                    <a:pt x="3934732" y="2126758"/>
                  </a:lnTo>
                  <a:lnTo>
                    <a:pt x="3920872" y="2251033"/>
                  </a:lnTo>
                  <a:lnTo>
                    <a:pt x="3899158" y="2374178"/>
                  </a:lnTo>
                  <a:lnTo>
                    <a:pt x="3869677" y="2495699"/>
                  </a:lnTo>
                  <a:lnTo>
                    <a:pt x="3832549" y="2615105"/>
                  </a:lnTo>
                  <a:lnTo>
                    <a:pt x="3787922" y="2731916"/>
                  </a:lnTo>
                  <a:lnTo>
                    <a:pt x="3735976" y="2845661"/>
                  </a:lnTo>
                  <a:lnTo>
                    <a:pt x="3676921" y="2955883"/>
                  </a:lnTo>
                  <a:lnTo>
                    <a:pt x="3610994" y="3062137"/>
                  </a:lnTo>
                  <a:lnTo>
                    <a:pt x="3538460" y="3163996"/>
                  </a:lnTo>
                  <a:lnTo>
                    <a:pt x="3459612" y="3261050"/>
                  </a:lnTo>
                  <a:lnTo>
                    <a:pt x="3374768" y="3352907"/>
                  </a:lnTo>
                  <a:lnTo>
                    <a:pt x="3284268" y="3439199"/>
                  </a:lnTo>
                  <a:lnTo>
                    <a:pt x="3188478" y="3519576"/>
                  </a:lnTo>
                  <a:lnTo>
                    <a:pt x="3087782" y="3593717"/>
                  </a:lnTo>
                  <a:lnTo>
                    <a:pt x="2982588" y="3661321"/>
                  </a:lnTo>
                  <a:lnTo>
                    <a:pt x="2873317" y="3722118"/>
                  </a:lnTo>
                  <a:lnTo>
                    <a:pt x="2760410" y="3775862"/>
                  </a:lnTo>
                  <a:lnTo>
                    <a:pt x="2644322" y="3822337"/>
                  </a:lnTo>
                  <a:lnTo>
                    <a:pt x="2525520" y="3861355"/>
                  </a:lnTo>
                  <a:lnTo>
                    <a:pt x="2404482" y="3892760"/>
                  </a:lnTo>
                  <a:lnTo>
                    <a:pt x="2281696" y="3916425"/>
                  </a:lnTo>
                  <a:lnTo>
                    <a:pt x="2157657" y="3932255"/>
                  </a:lnTo>
                  <a:lnTo>
                    <a:pt x="2032863" y="3940185"/>
                  </a:lnTo>
                  <a:lnTo>
                    <a:pt x="1907818" y="3940185"/>
                  </a:lnTo>
                  <a:lnTo>
                    <a:pt x="1783024" y="3932255"/>
                  </a:lnTo>
                  <a:lnTo>
                    <a:pt x="1658985" y="3916425"/>
                  </a:lnTo>
                  <a:lnTo>
                    <a:pt x="1536199" y="3892760"/>
                  </a:lnTo>
                  <a:lnTo>
                    <a:pt x="1415161" y="3861355"/>
                  </a:lnTo>
                  <a:lnTo>
                    <a:pt x="1296359" y="3822337"/>
                  </a:lnTo>
                  <a:lnTo>
                    <a:pt x="1180271" y="3775862"/>
                  </a:lnTo>
                  <a:lnTo>
                    <a:pt x="1067364" y="3722118"/>
                  </a:lnTo>
                  <a:lnTo>
                    <a:pt x="958093" y="3661321"/>
                  </a:lnTo>
                  <a:lnTo>
                    <a:pt x="852899" y="3593717"/>
                  </a:lnTo>
                  <a:lnTo>
                    <a:pt x="752203" y="3519576"/>
                  </a:lnTo>
                  <a:lnTo>
                    <a:pt x="656413" y="3439199"/>
                  </a:lnTo>
                  <a:lnTo>
                    <a:pt x="565913" y="3352907"/>
                  </a:lnTo>
                  <a:lnTo>
                    <a:pt x="481069" y="3261050"/>
                  </a:lnTo>
                  <a:lnTo>
                    <a:pt x="402221" y="3163996"/>
                  </a:lnTo>
                  <a:lnTo>
                    <a:pt x="329687" y="3062137"/>
                  </a:lnTo>
                  <a:lnTo>
                    <a:pt x="263760" y="2955883"/>
                  </a:lnTo>
                  <a:lnTo>
                    <a:pt x="204705" y="2845661"/>
                  </a:lnTo>
                  <a:lnTo>
                    <a:pt x="152759" y="2731916"/>
                  </a:lnTo>
                  <a:lnTo>
                    <a:pt x="108132" y="2615105"/>
                  </a:lnTo>
                  <a:lnTo>
                    <a:pt x="71004" y="2495699"/>
                  </a:lnTo>
                  <a:lnTo>
                    <a:pt x="41523" y="2374178"/>
                  </a:lnTo>
                  <a:lnTo>
                    <a:pt x="19809" y="2251033"/>
                  </a:lnTo>
                  <a:lnTo>
                    <a:pt x="5949" y="2126758"/>
                  </a:lnTo>
                  <a:lnTo>
                    <a:pt x="0" y="2001854"/>
                  </a:lnTo>
                  <a:lnTo>
                    <a:pt x="1983" y="1876824"/>
                  </a:lnTo>
                  <a:lnTo>
                    <a:pt x="11893" y="1752172"/>
                  </a:lnTo>
                  <a:lnTo>
                    <a:pt x="29689" y="1628399"/>
                  </a:lnTo>
                  <a:lnTo>
                    <a:pt x="55299" y="1506005"/>
                  </a:lnTo>
                  <a:lnTo>
                    <a:pt x="88621" y="1385481"/>
                  </a:lnTo>
                  <a:lnTo>
                    <a:pt x="129519" y="1267312"/>
                  </a:lnTo>
                  <a:lnTo>
                    <a:pt x="177830" y="1151976"/>
                  </a:lnTo>
                  <a:lnTo>
                    <a:pt x="233358" y="1039936"/>
                  </a:lnTo>
                  <a:lnTo>
                    <a:pt x="295881" y="931644"/>
                  </a:lnTo>
                  <a:lnTo>
                    <a:pt x="365146" y="827535"/>
                  </a:lnTo>
                  <a:lnTo>
                    <a:pt x="440875" y="728028"/>
                  </a:lnTo>
                  <a:lnTo>
                    <a:pt x="522762" y="633525"/>
                  </a:lnTo>
                  <a:lnTo>
                    <a:pt x="610478" y="544406"/>
                  </a:lnTo>
                  <a:lnTo>
                    <a:pt x="703670" y="461030"/>
                  </a:lnTo>
                  <a:lnTo>
                    <a:pt x="801963" y="383732"/>
                  </a:lnTo>
                  <a:lnTo>
                    <a:pt x="904960" y="312824"/>
                  </a:lnTo>
                  <a:lnTo>
                    <a:pt x="1012247" y="248591"/>
                  </a:lnTo>
                  <a:lnTo>
                    <a:pt x="1123391" y="191291"/>
                  </a:lnTo>
                  <a:lnTo>
                    <a:pt x="1237947" y="141157"/>
                  </a:lnTo>
                  <a:lnTo>
                    <a:pt x="1355451" y="98389"/>
                  </a:lnTo>
                  <a:lnTo>
                    <a:pt x="1475431" y="63159"/>
                  </a:lnTo>
                  <a:lnTo>
                    <a:pt x="1597404" y="35611"/>
                  </a:lnTo>
                  <a:lnTo>
                    <a:pt x="1720879" y="15853"/>
                  </a:lnTo>
                  <a:lnTo>
                    <a:pt x="1845358" y="3967"/>
                  </a:lnTo>
                  <a:lnTo>
                    <a:pt x="19703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410317" y="1088179"/>
              <a:ext cx="5254242" cy="5253581"/>
            </a:xfrm>
            <a:custGeom>
              <a:avLst/>
              <a:pathLst>
                <a:path w="5254242" h="5253581">
                  <a:moveTo>
                    <a:pt x="2627121" y="0"/>
                  </a:moveTo>
                  <a:lnTo>
                    <a:pt x="2793764" y="5289"/>
                  </a:lnTo>
                  <a:lnTo>
                    <a:pt x="2959736" y="21138"/>
                  </a:lnTo>
                  <a:lnTo>
                    <a:pt x="3124369" y="47481"/>
                  </a:lnTo>
                  <a:lnTo>
                    <a:pt x="3287000" y="84213"/>
                  </a:lnTo>
                  <a:lnTo>
                    <a:pt x="3446974" y="131185"/>
                  </a:lnTo>
                  <a:lnTo>
                    <a:pt x="3603646" y="188209"/>
                  </a:lnTo>
                  <a:lnTo>
                    <a:pt x="3756386" y="255055"/>
                  </a:lnTo>
                  <a:lnTo>
                    <a:pt x="3904579" y="331454"/>
                  </a:lnTo>
                  <a:lnTo>
                    <a:pt x="4047629" y="417098"/>
                  </a:lnTo>
                  <a:lnTo>
                    <a:pt x="4184958" y="511643"/>
                  </a:lnTo>
                  <a:lnTo>
                    <a:pt x="4316014" y="614707"/>
                  </a:lnTo>
                  <a:lnTo>
                    <a:pt x="4440270" y="725875"/>
                  </a:lnTo>
                  <a:lnTo>
                    <a:pt x="4557225" y="844701"/>
                  </a:lnTo>
                  <a:lnTo>
                    <a:pt x="4666408" y="970705"/>
                  </a:lnTo>
                  <a:lnTo>
                    <a:pt x="4767380" y="1103380"/>
                  </a:lnTo>
                  <a:lnTo>
                    <a:pt x="4859734" y="1242192"/>
                  </a:lnTo>
                  <a:lnTo>
                    <a:pt x="4943097" y="1386582"/>
                  </a:lnTo>
                  <a:lnTo>
                    <a:pt x="5017135" y="1535969"/>
                  </a:lnTo>
                  <a:lnTo>
                    <a:pt x="5081550" y="1689750"/>
                  </a:lnTo>
                  <a:lnTo>
                    <a:pt x="5136081" y="1847308"/>
                  </a:lnTo>
                  <a:lnTo>
                    <a:pt x="5180509" y="2008006"/>
                  </a:lnTo>
                  <a:lnTo>
                    <a:pt x="5214656" y="2171199"/>
                  </a:lnTo>
                  <a:lnTo>
                    <a:pt x="5238384" y="2336230"/>
                  </a:lnTo>
                  <a:lnTo>
                    <a:pt x="5251597" y="2502432"/>
                  </a:lnTo>
                  <a:lnTo>
                    <a:pt x="5254242" y="2669139"/>
                  </a:lnTo>
                  <a:lnTo>
                    <a:pt x="5246309" y="2835677"/>
                  </a:lnTo>
                  <a:lnTo>
                    <a:pt x="5227829" y="3001377"/>
                  </a:lnTo>
                  <a:lnTo>
                    <a:pt x="5198877" y="3165571"/>
                  </a:lnTo>
                  <a:lnTo>
                    <a:pt x="5159570" y="3327599"/>
                  </a:lnTo>
                  <a:lnTo>
                    <a:pt x="5110065" y="3486807"/>
                  </a:lnTo>
                  <a:lnTo>
                    <a:pt x="5050563" y="3642555"/>
                  </a:lnTo>
                  <a:lnTo>
                    <a:pt x="4981302" y="3794215"/>
                  </a:lnTo>
                  <a:lnTo>
                    <a:pt x="4902561" y="3941178"/>
                  </a:lnTo>
                  <a:lnTo>
                    <a:pt x="4814658" y="4082850"/>
                  </a:lnTo>
                  <a:lnTo>
                    <a:pt x="4717947" y="4218662"/>
                  </a:lnTo>
                  <a:lnTo>
                    <a:pt x="4612817" y="4348067"/>
                  </a:lnTo>
                  <a:lnTo>
                    <a:pt x="4499691" y="4470543"/>
                  </a:lnTo>
                  <a:lnTo>
                    <a:pt x="4379024" y="4585598"/>
                  </a:lnTo>
                  <a:lnTo>
                    <a:pt x="4251304" y="4692768"/>
                  </a:lnTo>
                  <a:lnTo>
                    <a:pt x="4117043" y="4791622"/>
                  </a:lnTo>
                  <a:lnTo>
                    <a:pt x="3976784" y="4881762"/>
                  </a:lnTo>
                  <a:lnTo>
                    <a:pt x="3831089" y="4962824"/>
                  </a:lnTo>
                  <a:lnTo>
                    <a:pt x="3680547" y="5034483"/>
                  </a:lnTo>
                  <a:lnTo>
                    <a:pt x="3525762" y="5096449"/>
                  </a:lnTo>
                  <a:lnTo>
                    <a:pt x="3367360" y="5148473"/>
                  </a:lnTo>
                  <a:lnTo>
                    <a:pt x="3205976" y="5190347"/>
                  </a:lnTo>
                  <a:lnTo>
                    <a:pt x="3042262" y="5221900"/>
                  </a:lnTo>
                  <a:lnTo>
                    <a:pt x="2876876" y="5243006"/>
                  </a:lnTo>
                  <a:lnTo>
                    <a:pt x="2710484" y="5253581"/>
                  </a:lnTo>
                  <a:lnTo>
                    <a:pt x="2543757" y="5253581"/>
                  </a:lnTo>
                  <a:lnTo>
                    <a:pt x="2377366" y="5243006"/>
                  </a:lnTo>
                  <a:lnTo>
                    <a:pt x="2211980" y="5221900"/>
                  </a:lnTo>
                  <a:lnTo>
                    <a:pt x="2048265" y="5190347"/>
                  </a:lnTo>
                  <a:lnTo>
                    <a:pt x="1886882" y="5148473"/>
                  </a:lnTo>
                  <a:lnTo>
                    <a:pt x="1728479" y="5096449"/>
                  </a:lnTo>
                  <a:lnTo>
                    <a:pt x="1573695" y="5034483"/>
                  </a:lnTo>
                  <a:lnTo>
                    <a:pt x="1423153" y="4962824"/>
                  </a:lnTo>
                  <a:lnTo>
                    <a:pt x="1277458" y="4881762"/>
                  </a:lnTo>
                  <a:lnTo>
                    <a:pt x="1137198" y="4791622"/>
                  </a:lnTo>
                  <a:lnTo>
                    <a:pt x="1002938" y="4692768"/>
                  </a:lnTo>
                  <a:lnTo>
                    <a:pt x="875217" y="4585598"/>
                  </a:lnTo>
                  <a:lnTo>
                    <a:pt x="754551" y="4470543"/>
                  </a:lnTo>
                  <a:lnTo>
                    <a:pt x="641425" y="4348067"/>
                  </a:lnTo>
                  <a:lnTo>
                    <a:pt x="536295" y="4218662"/>
                  </a:lnTo>
                  <a:lnTo>
                    <a:pt x="439583" y="4082850"/>
                  </a:lnTo>
                  <a:lnTo>
                    <a:pt x="351681" y="3941178"/>
                  </a:lnTo>
                  <a:lnTo>
                    <a:pt x="272940" y="3794215"/>
                  </a:lnTo>
                  <a:lnTo>
                    <a:pt x="203679" y="3642555"/>
                  </a:lnTo>
                  <a:lnTo>
                    <a:pt x="144176" y="3486807"/>
                  </a:lnTo>
                  <a:lnTo>
                    <a:pt x="94672" y="3327599"/>
                  </a:lnTo>
                  <a:lnTo>
                    <a:pt x="55364" y="3165571"/>
                  </a:lnTo>
                  <a:lnTo>
                    <a:pt x="26412" y="3001377"/>
                  </a:lnTo>
                  <a:lnTo>
                    <a:pt x="7933" y="2835677"/>
                  </a:lnTo>
                  <a:lnTo>
                    <a:pt x="0" y="2669139"/>
                  </a:lnTo>
                  <a:lnTo>
                    <a:pt x="2645" y="2502432"/>
                  </a:lnTo>
                  <a:lnTo>
                    <a:pt x="15858" y="2336230"/>
                  </a:lnTo>
                  <a:lnTo>
                    <a:pt x="39586" y="2171199"/>
                  </a:lnTo>
                  <a:lnTo>
                    <a:pt x="73733" y="2008006"/>
                  </a:lnTo>
                  <a:lnTo>
                    <a:pt x="118161" y="1847308"/>
                  </a:lnTo>
                  <a:lnTo>
                    <a:pt x="172692" y="1689750"/>
                  </a:lnTo>
                  <a:lnTo>
                    <a:pt x="237106" y="1535969"/>
                  </a:lnTo>
                  <a:lnTo>
                    <a:pt x="311144" y="1386582"/>
                  </a:lnTo>
                  <a:lnTo>
                    <a:pt x="394508" y="1242192"/>
                  </a:lnTo>
                  <a:lnTo>
                    <a:pt x="486862" y="1103380"/>
                  </a:lnTo>
                  <a:lnTo>
                    <a:pt x="587833" y="970705"/>
                  </a:lnTo>
                  <a:lnTo>
                    <a:pt x="697016" y="844701"/>
                  </a:lnTo>
                  <a:lnTo>
                    <a:pt x="813971" y="725875"/>
                  </a:lnTo>
                  <a:lnTo>
                    <a:pt x="938227" y="614707"/>
                  </a:lnTo>
                  <a:lnTo>
                    <a:pt x="1069284" y="511643"/>
                  </a:lnTo>
                  <a:lnTo>
                    <a:pt x="1206613" y="417098"/>
                  </a:lnTo>
                  <a:lnTo>
                    <a:pt x="1349662" y="331454"/>
                  </a:lnTo>
                  <a:lnTo>
                    <a:pt x="1497855" y="255055"/>
                  </a:lnTo>
                  <a:lnTo>
                    <a:pt x="1650596" y="188209"/>
                  </a:lnTo>
                  <a:lnTo>
                    <a:pt x="1807268" y="131185"/>
                  </a:lnTo>
                  <a:lnTo>
                    <a:pt x="1967242" y="84213"/>
                  </a:lnTo>
                  <a:lnTo>
                    <a:pt x="2129872" y="47481"/>
                  </a:lnTo>
                  <a:lnTo>
                    <a:pt x="2294505" y="21138"/>
                  </a:lnTo>
                  <a:lnTo>
                    <a:pt x="2460478" y="5289"/>
                  </a:lnTo>
                  <a:lnTo>
                    <a:pt x="262712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41244" y="619048"/>
              <a:ext cx="6192387" cy="6191608"/>
            </a:xfrm>
            <a:custGeom>
              <a:avLst/>
              <a:pathLst>
                <a:path w="6192387" h="6191608">
                  <a:moveTo>
                    <a:pt x="3096193" y="0"/>
                  </a:moveTo>
                  <a:lnTo>
                    <a:pt x="3292591" y="6234"/>
                  </a:lnTo>
                  <a:lnTo>
                    <a:pt x="3488197" y="24912"/>
                  </a:lnTo>
                  <a:lnTo>
                    <a:pt x="3682226" y="55959"/>
                  </a:lnTo>
                  <a:lnTo>
                    <a:pt x="3873894" y="99249"/>
                  </a:lnTo>
                  <a:lnTo>
                    <a:pt x="4062431" y="154608"/>
                  </a:lnTo>
                  <a:lnTo>
                    <a:pt x="4247077" y="221814"/>
                  </a:lnTo>
                  <a:lnTo>
                    <a:pt x="4427089" y="300596"/>
                  </a:lnTo>
                  <a:lnTo>
                    <a:pt x="4601742" y="390635"/>
                  </a:lnTo>
                  <a:lnTo>
                    <a:pt x="4770333" y="491571"/>
                  </a:lnTo>
                  <a:lnTo>
                    <a:pt x="4932182" y="602996"/>
                  </a:lnTo>
                  <a:lnTo>
                    <a:pt x="5086639" y="724462"/>
                  </a:lnTo>
                  <a:lnTo>
                    <a:pt x="5233081" y="855480"/>
                  </a:lnTo>
                  <a:lnTo>
                    <a:pt x="5370918" y="995522"/>
                  </a:lnTo>
                  <a:lnTo>
                    <a:pt x="5499596" y="1144024"/>
                  </a:lnTo>
                  <a:lnTo>
                    <a:pt x="5618596" y="1300388"/>
                  </a:lnTo>
                  <a:lnTo>
                    <a:pt x="5727439" y="1463985"/>
                  </a:lnTo>
                  <a:lnTo>
                    <a:pt x="5825687" y="1634156"/>
                  </a:lnTo>
                  <a:lnTo>
                    <a:pt x="5912945" y="1810216"/>
                  </a:lnTo>
                  <a:lnTo>
                    <a:pt x="5988860" y="1991455"/>
                  </a:lnTo>
                  <a:lnTo>
                    <a:pt x="6053128" y="2177144"/>
                  </a:lnTo>
                  <a:lnTo>
                    <a:pt x="6105489" y="2366536"/>
                  </a:lnTo>
                  <a:lnTo>
                    <a:pt x="6145733" y="2558867"/>
                  </a:lnTo>
                  <a:lnTo>
                    <a:pt x="6173697" y="2753363"/>
                  </a:lnTo>
                  <a:lnTo>
                    <a:pt x="6189270" y="2949242"/>
                  </a:lnTo>
                  <a:lnTo>
                    <a:pt x="6192387" y="3145713"/>
                  </a:lnTo>
                  <a:lnTo>
                    <a:pt x="6183038" y="3341987"/>
                  </a:lnTo>
                  <a:lnTo>
                    <a:pt x="6161258" y="3537273"/>
                  </a:lnTo>
                  <a:lnTo>
                    <a:pt x="6127137" y="3730784"/>
                  </a:lnTo>
                  <a:lnTo>
                    <a:pt x="6080811" y="3921742"/>
                  </a:lnTo>
                  <a:lnTo>
                    <a:pt x="6022467" y="4109376"/>
                  </a:lnTo>
                  <a:lnTo>
                    <a:pt x="5952341" y="4292933"/>
                  </a:lnTo>
                  <a:lnTo>
                    <a:pt x="5870713" y="4471673"/>
                  </a:lnTo>
                  <a:lnTo>
                    <a:pt x="5777913" y="4644875"/>
                  </a:lnTo>
                  <a:lnTo>
                    <a:pt x="5674316" y="4811843"/>
                  </a:lnTo>
                  <a:lnTo>
                    <a:pt x="5560336" y="4971904"/>
                  </a:lnTo>
                  <a:lnTo>
                    <a:pt x="5436435" y="5124414"/>
                  </a:lnTo>
                  <a:lnTo>
                    <a:pt x="5303110" y="5268759"/>
                  </a:lnTo>
                  <a:lnTo>
                    <a:pt x="5160899" y="5404357"/>
                  </a:lnTo>
                  <a:lnTo>
                    <a:pt x="5010374" y="5530662"/>
                  </a:lnTo>
                  <a:lnTo>
                    <a:pt x="4852142" y="5647167"/>
                  </a:lnTo>
                  <a:lnTo>
                    <a:pt x="4686838" y="5753401"/>
                  </a:lnTo>
                  <a:lnTo>
                    <a:pt x="4515130" y="5848936"/>
                  </a:lnTo>
                  <a:lnTo>
                    <a:pt x="4337708" y="5933390"/>
                  </a:lnTo>
                  <a:lnTo>
                    <a:pt x="4155287" y="6006420"/>
                  </a:lnTo>
                  <a:lnTo>
                    <a:pt x="3968602" y="6067733"/>
                  </a:lnTo>
                  <a:lnTo>
                    <a:pt x="3778403" y="6117083"/>
                  </a:lnTo>
                  <a:lnTo>
                    <a:pt x="3585458" y="6154270"/>
                  </a:lnTo>
                  <a:lnTo>
                    <a:pt x="3390542" y="6179145"/>
                  </a:lnTo>
                  <a:lnTo>
                    <a:pt x="3194442" y="6191608"/>
                  </a:lnTo>
                  <a:lnTo>
                    <a:pt x="2997945" y="6191608"/>
                  </a:lnTo>
                  <a:lnTo>
                    <a:pt x="2801844" y="6179145"/>
                  </a:lnTo>
                  <a:lnTo>
                    <a:pt x="2606929" y="6154270"/>
                  </a:lnTo>
                  <a:lnTo>
                    <a:pt x="2413983" y="6117083"/>
                  </a:lnTo>
                  <a:lnTo>
                    <a:pt x="2223785" y="6067733"/>
                  </a:lnTo>
                  <a:lnTo>
                    <a:pt x="2037099" y="6006420"/>
                  </a:lnTo>
                  <a:lnTo>
                    <a:pt x="1854678" y="5933390"/>
                  </a:lnTo>
                  <a:lnTo>
                    <a:pt x="1677257" y="5848936"/>
                  </a:lnTo>
                  <a:lnTo>
                    <a:pt x="1505548" y="5753401"/>
                  </a:lnTo>
                  <a:lnTo>
                    <a:pt x="1340245" y="5647167"/>
                  </a:lnTo>
                  <a:lnTo>
                    <a:pt x="1182012" y="5530662"/>
                  </a:lnTo>
                  <a:lnTo>
                    <a:pt x="1031487" y="5404357"/>
                  </a:lnTo>
                  <a:lnTo>
                    <a:pt x="889276" y="5268759"/>
                  </a:lnTo>
                  <a:lnTo>
                    <a:pt x="755952" y="5124414"/>
                  </a:lnTo>
                  <a:lnTo>
                    <a:pt x="632050" y="4971904"/>
                  </a:lnTo>
                  <a:lnTo>
                    <a:pt x="518071" y="4811843"/>
                  </a:lnTo>
                  <a:lnTo>
                    <a:pt x="414473" y="4644875"/>
                  </a:lnTo>
                  <a:lnTo>
                    <a:pt x="321674" y="4471673"/>
                  </a:lnTo>
                  <a:lnTo>
                    <a:pt x="240046" y="4292933"/>
                  </a:lnTo>
                  <a:lnTo>
                    <a:pt x="169919" y="4109376"/>
                  </a:lnTo>
                  <a:lnTo>
                    <a:pt x="111576" y="3921742"/>
                  </a:lnTo>
                  <a:lnTo>
                    <a:pt x="65250" y="3730784"/>
                  </a:lnTo>
                  <a:lnTo>
                    <a:pt x="31128" y="3537273"/>
                  </a:lnTo>
                  <a:lnTo>
                    <a:pt x="9349" y="3341987"/>
                  </a:lnTo>
                  <a:lnTo>
                    <a:pt x="0" y="3145713"/>
                  </a:lnTo>
                  <a:lnTo>
                    <a:pt x="3117" y="2949242"/>
                  </a:lnTo>
                  <a:lnTo>
                    <a:pt x="18689" y="2753363"/>
                  </a:lnTo>
                  <a:lnTo>
                    <a:pt x="46654" y="2558867"/>
                  </a:lnTo>
                  <a:lnTo>
                    <a:pt x="86898" y="2366536"/>
                  </a:lnTo>
                  <a:lnTo>
                    <a:pt x="139259" y="2177144"/>
                  </a:lnTo>
                  <a:lnTo>
                    <a:pt x="203526" y="1991455"/>
                  </a:lnTo>
                  <a:lnTo>
                    <a:pt x="279442" y="1810216"/>
                  </a:lnTo>
                  <a:lnTo>
                    <a:pt x="366699" y="1634156"/>
                  </a:lnTo>
                  <a:lnTo>
                    <a:pt x="464947" y="1463985"/>
                  </a:lnTo>
                  <a:lnTo>
                    <a:pt x="573791" y="1300388"/>
                  </a:lnTo>
                  <a:lnTo>
                    <a:pt x="692791" y="1144024"/>
                  </a:lnTo>
                  <a:lnTo>
                    <a:pt x="821469" y="995522"/>
                  </a:lnTo>
                  <a:lnTo>
                    <a:pt x="959306" y="855480"/>
                  </a:lnTo>
                  <a:lnTo>
                    <a:pt x="1105748" y="724462"/>
                  </a:lnTo>
                  <a:lnTo>
                    <a:pt x="1260204" y="602996"/>
                  </a:lnTo>
                  <a:lnTo>
                    <a:pt x="1422054" y="491571"/>
                  </a:lnTo>
                  <a:lnTo>
                    <a:pt x="1590644" y="390635"/>
                  </a:lnTo>
                  <a:lnTo>
                    <a:pt x="1765297" y="300596"/>
                  </a:lnTo>
                  <a:lnTo>
                    <a:pt x="1945309" y="221814"/>
                  </a:lnTo>
                  <a:lnTo>
                    <a:pt x="2129956" y="154608"/>
                  </a:lnTo>
                  <a:lnTo>
                    <a:pt x="2318493" y="99249"/>
                  </a:lnTo>
                  <a:lnTo>
                    <a:pt x="2510161" y="55959"/>
                  </a:lnTo>
                  <a:lnTo>
                    <a:pt x="2704189" y="24912"/>
                  </a:lnTo>
                  <a:lnTo>
                    <a:pt x="2899796" y="6234"/>
                  </a:lnTo>
                  <a:lnTo>
                    <a:pt x="309619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3500830" y="1894708"/>
              <a:ext cx="2983431" cy="2517126"/>
            </a:xfrm>
            <a:custGeom>
              <a:avLst/>
              <a:pathLst>
                <a:path w="2983431" h="2517126">
                  <a:moveTo>
                    <a:pt x="536608" y="809354"/>
                  </a:moveTo>
                  <a:lnTo>
                    <a:pt x="577168" y="736919"/>
                  </a:lnTo>
                  <a:lnTo>
                    <a:pt x="623142" y="666205"/>
                  </a:lnTo>
                  <a:lnTo>
                    <a:pt x="674453" y="597515"/>
                  </a:lnTo>
                  <a:lnTo>
                    <a:pt x="731010" y="531149"/>
                  </a:lnTo>
                  <a:lnTo>
                    <a:pt x="792708" y="467403"/>
                  </a:lnTo>
                  <a:lnTo>
                    <a:pt x="859425" y="406567"/>
                  </a:lnTo>
                  <a:lnTo>
                    <a:pt x="931028" y="348927"/>
                  </a:lnTo>
                  <a:lnTo>
                    <a:pt x="1007366" y="294763"/>
                  </a:lnTo>
                  <a:lnTo>
                    <a:pt x="1088276" y="244346"/>
                  </a:lnTo>
                  <a:lnTo>
                    <a:pt x="1173581" y="197943"/>
                  </a:lnTo>
                  <a:lnTo>
                    <a:pt x="1263090" y="155809"/>
                  </a:lnTo>
                  <a:lnTo>
                    <a:pt x="1356600" y="118192"/>
                  </a:lnTo>
                  <a:lnTo>
                    <a:pt x="1453894" y="85332"/>
                  </a:lnTo>
                  <a:lnTo>
                    <a:pt x="1554745" y="57457"/>
                  </a:lnTo>
                  <a:lnTo>
                    <a:pt x="1658913" y="34785"/>
                  </a:lnTo>
                  <a:lnTo>
                    <a:pt x="1766145" y="17523"/>
                  </a:lnTo>
                  <a:lnTo>
                    <a:pt x="1876180" y="5867"/>
                  </a:lnTo>
                  <a:lnTo>
                    <a:pt x="1988746" y="0"/>
                  </a:lnTo>
                  <a:lnTo>
                    <a:pt x="2103560" y="92"/>
                  </a:lnTo>
                  <a:lnTo>
                    <a:pt x="2220331" y="6301"/>
                  </a:lnTo>
                  <a:lnTo>
                    <a:pt x="2338760" y="18771"/>
                  </a:lnTo>
                  <a:lnTo>
                    <a:pt x="2401216" y="90819"/>
                  </a:lnTo>
                  <a:lnTo>
                    <a:pt x="2460809" y="165014"/>
                  </a:lnTo>
                  <a:lnTo>
                    <a:pt x="2517467" y="241240"/>
                  </a:lnTo>
                  <a:lnTo>
                    <a:pt x="2571122" y="319383"/>
                  </a:lnTo>
                  <a:lnTo>
                    <a:pt x="2621708" y="399326"/>
                  </a:lnTo>
                  <a:lnTo>
                    <a:pt x="2669168" y="480947"/>
                  </a:lnTo>
                  <a:lnTo>
                    <a:pt x="2713446" y="564125"/>
                  </a:lnTo>
                  <a:lnTo>
                    <a:pt x="2754492" y="648737"/>
                  </a:lnTo>
                  <a:lnTo>
                    <a:pt x="2792261" y="734658"/>
                  </a:lnTo>
                  <a:lnTo>
                    <a:pt x="2826713" y="821760"/>
                  </a:lnTo>
                  <a:lnTo>
                    <a:pt x="2857813" y="909917"/>
                  </a:lnTo>
                  <a:lnTo>
                    <a:pt x="2885530" y="999000"/>
                  </a:lnTo>
                  <a:lnTo>
                    <a:pt x="2909838" y="1088879"/>
                  </a:lnTo>
                  <a:lnTo>
                    <a:pt x="2930716" y="1179424"/>
                  </a:lnTo>
                  <a:lnTo>
                    <a:pt x="2948149" y="1270504"/>
                  </a:lnTo>
                  <a:lnTo>
                    <a:pt x="2962126" y="1361990"/>
                  </a:lnTo>
                  <a:lnTo>
                    <a:pt x="2972641" y="1453750"/>
                  </a:lnTo>
                  <a:lnTo>
                    <a:pt x="2979693" y="1545653"/>
                  </a:lnTo>
                  <a:lnTo>
                    <a:pt x="2983287" y="1637570"/>
                  </a:lnTo>
                  <a:lnTo>
                    <a:pt x="2983431" y="1729369"/>
                  </a:lnTo>
                  <a:lnTo>
                    <a:pt x="2980138" y="1820923"/>
                  </a:lnTo>
                  <a:lnTo>
                    <a:pt x="2898614" y="1905282"/>
                  </a:lnTo>
                  <a:lnTo>
                    <a:pt x="2814284" y="1983826"/>
                  </a:lnTo>
                  <a:lnTo>
                    <a:pt x="2727459" y="2056464"/>
                  </a:lnTo>
                  <a:lnTo>
                    <a:pt x="2638453" y="2123123"/>
                  </a:lnTo>
                  <a:lnTo>
                    <a:pt x="2547581" y="2183743"/>
                  </a:lnTo>
                  <a:lnTo>
                    <a:pt x="2455161" y="2238279"/>
                  </a:lnTo>
                  <a:lnTo>
                    <a:pt x="2361509" y="2286701"/>
                  </a:lnTo>
                  <a:lnTo>
                    <a:pt x="2266945" y="2328996"/>
                  </a:lnTo>
                  <a:lnTo>
                    <a:pt x="2171786" y="2365162"/>
                  </a:lnTo>
                  <a:lnTo>
                    <a:pt x="2076346" y="2395216"/>
                  </a:lnTo>
                  <a:lnTo>
                    <a:pt x="1980940" y="2419185"/>
                  </a:lnTo>
                  <a:lnTo>
                    <a:pt x="1885880" y="2437115"/>
                  </a:lnTo>
                  <a:lnTo>
                    <a:pt x="1791472" y="2449063"/>
                  </a:lnTo>
                  <a:lnTo>
                    <a:pt x="1698023" y="2455104"/>
                  </a:lnTo>
                  <a:lnTo>
                    <a:pt x="1605831" y="2455323"/>
                  </a:lnTo>
                  <a:lnTo>
                    <a:pt x="1515191" y="2449821"/>
                  </a:lnTo>
                  <a:lnTo>
                    <a:pt x="1426393" y="2438712"/>
                  </a:lnTo>
                  <a:lnTo>
                    <a:pt x="1339718" y="2422124"/>
                  </a:lnTo>
                  <a:lnTo>
                    <a:pt x="1255443" y="2400197"/>
                  </a:lnTo>
                  <a:lnTo>
                    <a:pt x="1173836" y="2373084"/>
                  </a:lnTo>
                  <a:lnTo>
                    <a:pt x="1095157" y="2340951"/>
                  </a:lnTo>
                  <a:lnTo>
                    <a:pt x="1019659" y="2303974"/>
                  </a:lnTo>
                  <a:lnTo>
                    <a:pt x="930943" y="2315404"/>
                  </a:lnTo>
                  <a:lnTo>
                    <a:pt x="846140" y="2313541"/>
                  </a:lnTo>
                  <a:lnTo>
                    <a:pt x="767052" y="2299446"/>
                  </a:lnTo>
                  <a:lnTo>
                    <a:pt x="695290" y="2274410"/>
                  </a:lnTo>
                  <a:lnTo>
                    <a:pt x="632242" y="2239924"/>
                  </a:lnTo>
                  <a:lnTo>
                    <a:pt x="579054" y="2197643"/>
                  </a:lnTo>
                  <a:lnTo>
                    <a:pt x="536608" y="2149355"/>
                  </a:lnTo>
                  <a:lnTo>
                    <a:pt x="488023" y="2189961"/>
                  </a:lnTo>
                  <a:lnTo>
                    <a:pt x="428936" y="2222761"/>
                  </a:lnTo>
                  <a:lnTo>
                    <a:pt x="360648" y="2245727"/>
                  </a:lnTo>
                  <a:lnTo>
                    <a:pt x="284810" y="2257049"/>
                  </a:lnTo>
                  <a:lnTo>
                    <a:pt x="203380" y="2255193"/>
                  </a:lnTo>
                  <a:lnTo>
                    <a:pt x="118583" y="2238948"/>
                  </a:lnTo>
                  <a:lnTo>
                    <a:pt x="107549" y="2150152"/>
                  </a:lnTo>
                  <a:lnTo>
                    <a:pt x="111859" y="2066152"/>
                  </a:lnTo>
                  <a:lnTo>
                    <a:pt x="130010" y="1989341"/>
                  </a:lnTo>
                  <a:lnTo>
                    <a:pt x="160149" y="1921795"/>
                  </a:lnTo>
                  <a:lnTo>
                    <a:pt x="200132" y="1865221"/>
                  </a:lnTo>
                  <a:lnTo>
                    <a:pt x="247588" y="1820923"/>
                  </a:lnTo>
                  <a:lnTo>
                    <a:pt x="220005" y="1770778"/>
                  </a:lnTo>
                  <a:lnTo>
                    <a:pt x="201761" y="1712125"/>
                  </a:lnTo>
                  <a:lnTo>
                    <a:pt x="194810" y="1646769"/>
                  </a:lnTo>
                  <a:lnTo>
                    <a:pt x="200754" y="1576911"/>
                  </a:lnTo>
                  <a:lnTo>
                    <a:pt x="220767" y="1505082"/>
                  </a:lnTo>
                  <a:lnTo>
                    <a:pt x="185378" y="1529730"/>
                  </a:lnTo>
                  <a:lnTo>
                    <a:pt x="151899" y="1558276"/>
                  </a:lnTo>
                  <a:lnTo>
                    <a:pt x="120753" y="1590572"/>
                  </a:lnTo>
                  <a:lnTo>
                    <a:pt x="92353" y="1626426"/>
                  </a:lnTo>
                  <a:lnTo>
                    <a:pt x="67093" y="1665600"/>
                  </a:lnTo>
                  <a:lnTo>
                    <a:pt x="45347" y="1707813"/>
                  </a:lnTo>
                  <a:lnTo>
                    <a:pt x="27463" y="1752743"/>
                  </a:lnTo>
                  <a:lnTo>
                    <a:pt x="13761" y="1800032"/>
                  </a:lnTo>
                  <a:lnTo>
                    <a:pt x="4525" y="1849282"/>
                  </a:lnTo>
                  <a:lnTo>
                    <a:pt x="0" y="1900065"/>
                  </a:lnTo>
                  <a:lnTo>
                    <a:pt x="390" y="1951924"/>
                  </a:lnTo>
                  <a:lnTo>
                    <a:pt x="5857" y="2004378"/>
                  </a:lnTo>
                  <a:lnTo>
                    <a:pt x="16511" y="2056924"/>
                  </a:lnTo>
                  <a:lnTo>
                    <a:pt x="32413" y="2109044"/>
                  </a:lnTo>
                  <a:lnTo>
                    <a:pt x="53575" y="2160212"/>
                  </a:lnTo>
                  <a:lnTo>
                    <a:pt x="79952" y="2209894"/>
                  </a:lnTo>
                  <a:lnTo>
                    <a:pt x="111446" y="2257557"/>
                  </a:lnTo>
                  <a:lnTo>
                    <a:pt x="147907" y="2302675"/>
                  </a:lnTo>
                  <a:lnTo>
                    <a:pt x="189126" y="2344731"/>
                  </a:lnTo>
                  <a:lnTo>
                    <a:pt x="234846" y="2383228"/>
                  </a:lnTo>
                  <a:lnTo>
                    <a:pt x="284753" y="2417688"/>
                  </a:lnTo>
                  <a:lnTo>
                    <a:pt x="338488" y="2447663"/>
                  </a:lnTo>
                  <a:lnTo>
                    <a:pt x="395640" y="2472737"/>
                  </a:lnTo>
                  <a:lnTo>
                    <a:pt x="455757" y="2492532"/>
                  </a:lnTo>
                  <a:lnTo>
                    <a:pt x="518345" y="2506712"/>
                  </a:lnTo>
                  <a:lnTo>
                    <a:pt x="582873" y="2514990"/>
                  </a:lnTo>
                  <a:lnTo>
                    <a:pt x="648776" y="2517126"/>
                  </a:lnTo>
                  <a:lnTo>
                    <a:pt x="715466" y="2512939"/>
                  </a:lnTo>
                  <a:lnTo>
                    <a:pt x="782329" y="2502301"/>
                  </a:lnTo>
                  <a:lnTo>
                    <a:pt x="848736" y="2485147"/>
                  </a:lnTo>
                  <a:lnTo>
                    <a:pt x="914047" y="2461471"/>
                  </a:lnTo>
                  <a:lnTo>
                    <a:pt x="977618" y="2431333"/>
                  </a:lnTo>
                  <a:lnTo>
                    <a:pt x="1038808" y="2394855"/>
                  </a:lnTo>
                  <a:lnTo>
                    <a:pt x="1096980" y="2352224"/>
                  </a:lnTo>
                  <a:lnTo>
                    <a:pt x="1151517" y="2303690"/>
                  </a:lnTo>
                  <a:lnTo>
                    <a:pt x="1201818" y="2249566"/>
                  </a:lnTo>
                  <a:lnTo>
                    <a:pt x="1247312" y="2190225"/>
                  </a:lnTo>
                  <a:lnTo>
                    <a:pt x="1287462" y="2126098"/>
                  </a:lnTo>
                  <a:lnTo>
                    <a:pt x="1321767" y="2057673"/>
                  </a:lnTo>
                  <a:lnTo>
                    <a:pt x="1349774" y="1985487"/>
                  </a:lnTo>
                  <a:lnTo>
                    <a:pt x="1371079" y="1910127"/>
                  </a:lnTo>
                  <a:lnTo>
                    <a:pt x="1385333" y="1832222"/>
                  </a:lnTo>
                  <a:lnTo>
                    <a:pt x="1392246" y="1752437"/>
                  </a:lnTo>
                  <a:lnTo>
                    <a:pt x="1391593" y="1671470"/>
                  </a:lnTo>
                  <a:lnTo>
                    <a:pt x="1383215" y="1590044"/>
                  </a:lnTo>
                  <a:lnTo>
                    <a:pt x="1367022" y="1508903"/>
                  </a:lnTo>
                  <a:lnTo>
                    <a:pt x="1342997" y="1428801"/>
                  </a:lnTo>
                  <a:lnTo>
                    <a:pt x="1311196" y="1350499"/>
                  </a:lnTo>
                  <a:lnTo>
                    <a:pt x="1271749" y="1274756"/>
                  </a:lnTo>
                  <a:lnTo>
                    <a:pt x="1224861" y="1202322"/>
                  </a:lnTo>
                  <a:lnTo>
                    <a:pt x="1170810" y="1133930"/>
                  </a:lnTo>
                  <a:lnTo>
                    <a:pt x="1109947" y="1070290"/>
                  </a:lnTo>
                  <a:lnTo>
                    <a:pt x="1042694" y="1012081"/>
                  </a:lnTo>
                  <a:lnTo>
                    <a:pt x="969538" y="959946"/>
                  </a:lnTo>
                  <a:lnTo>
                    <a:pt x="891034" y="914481"/>
                  </a:lnTo>
                  <a:lnTo>
                    <a:pt x="807796" y="876232"/>
                  </a:lnTo>
                  <a:lnTo>
                    <a:pt x="720492" y="845688"/>
                  </a:lnTo>
                  <a:lnTo>
                    <a:pt x="629841" y="823276"/>
                  </a:lnTo>
                  <a:close/>
                </a:path>
              </a:pathLst>
            </a:custGeom>
            <a:solidFill>
              <a:srgbClr val="4477AA">
                <a:alpha val="25882"/>
              </a:srgbClr>
            </a:solidFill>
            <a:ln w="27101" cap="flat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608379" y="1894708"/>
              <a:ext cx="2875881" cy="2455323"/>
            </a:xfrm>
            <a:custGeom>
              <a:avLst/>
              <a:pathLst>
                <a:path w="2875881" h="2455323">
                  <a:moveTo>
                    <a:pt x="429059" y="809354"/>
                  </a:moveTo>
                  <a:lnTo>
                    <a:pt x="469619" y="736919"/>
                  </a:lnTo>
                  <a:lnTo>
                    <a:pt x="515593" y="666205"/>
                  </a:lnTo>
                  <a:lnTo>
                    <a:pt x="566904" y="597515"/>
                  </a:lnTo>
                  <a:lnTo>
                    <a:pt x="623461" y="531149"/>
                  </a:lnTo>
                  <a:lnTo>
                    <a:pt x="685158" y="467403"/>
                  </a:lnTo>
                  <a:lnTo>
                    <a:pt x="751876" y="406567"/>
                  </a:lnTo>
                  <a:lnTo>
                    <a:pt x="823479" y="348927"/>
                  </a:lnTo>
                  <a:lnTo>
                    <a:pt x="899817" y="294763"/>
                  </a:lnTo>
                  <a:lnTo>
                    <a:pt x="980727" y="244346"/>
                  </a:lnTo>
                  <a:lnTo>
                    <a:pt x="1066031" y="197943"/>
                  </a:lnTo>
                  <a:lnTo>
                    <a:pt x="1155541" y="155809"/>
                  </a:lnTo>
                  <a:lnTo>
                    <a:pt x="1249051" y="118192"/>
                  </a:lnTo>
                  <a:lnTo>
                    <a:pt x="1346345" y="85332"/>
                  </a:lnTo>
                  <a:lnTo>
                    <a:pt x="1447196" y="57457"/>
                  </a:lnTo>
                  <a:lnTo>
                    <a:pt x="1551364" y="34785"/>
                  </a:lnTo>
                  <a:lnTo>
                    <a:pt x="1658596" y="17523"/>
                  </a:lnTo>
                  <a:lnTo>
                    <a:pt x="1768631" y="5867"/>
                  </a:lnTo>
                  <a:lnTo>
                    <a:pt x="1881197" y="0"/>
                  </a:lnTo>
                  <a:lnTo>
                    <a:pt x="1996011" y="92"/>
                  </a:lnTo>
                  <a:lnTo>
                    <a:pt x="2112782" y="6301"/>
                  </a:lnTo>
                  <a:lnTo>
                    <a:pt x="2231211" y="18771"/>
                  </a:lnTo>
                  <a:lnTo>
                    <a:pt x="2293667" y="90819"/>
                  </a:lnTo>
                  <a:lnTo>
                    <a:pt x="2353260" y="165014"/>
                  </a:lnTo>
                  <a:lnTo>
                    <a:pt x="2409918" y="241240"/>
                  </a:lnTo>
                  <a:lnTo>
                    <a:pt x="2463572" y="319383"/>
                  </a:lnTo>
                  <a:lnTo>
                    <a:pt x="2514159" y="399326"/>
                  </a:lnTo>
                  <a:lnTo>
                    <a:pt x="2561619" y="480947"/>
                  </a:lnTo>
                  <a:lnTo>
                    <a:pt x="2605896" y="564125"/>
                  </a:lnTo>
                  <a:lnTo>
                    <a:pt x="2646943" y="648737"/>
                  </a:lnTo>
                  <a:lnTo>
                    <a:pt x="2684712" y="734658"/>
                  </a:lnTo>
                  <a:lnTo>
                    <a:pt x="2719164" y="821760"/>
                  </a:lnTo>
                  <a:lnTo>
                    <a:pt x="2750264" y="909917"/>
                  </a:lnTo>
                  <a:lnTo>
                    <a:pt x="2777981" y="999000"/>
                  </a:lnTo>
                  <a:lnTo>
                    <a:pt x="2802288" y="1088879"/>
                  </a:lnTo>
                  <a:lnTo>
                    <a:pt x="2823167" y="1179424"/>
                  </a:lnTo>
                  <a:lnTo>
                    <a:pt x="2840600" y="1270504"/>
                  </a:lnTo>
                  <a:lnTo>
                    <a:pt x="2854577" y="1361990"/>
                  </a:lnTo>
                  <a:lnTo>
                    <a:pt x="2865092" y="1453750"/>
                  </a:lnTo>
                  <a:lnTo>
                    <a:pt x="2872144" y="1545653"/>
                  </a:lnTo>
                  <a:lnTo>
                    <a:pt x="2875738" y="1637570"/>
                  </a:lnTo>
                  <a:lnTo>
                    <a:pt x="2875881" y="1729369"/>
                  </a:lnTo>
                  <a:lnTo>
                    <a:pt x="2872589" y="1820923"/>
                  </a:lnTo>
                  <a:lnTo>
                    <a:pt x="2791065" y="1905282"/>
                  </a:lnTo>
                  <a:lnTo>
                    <a:pt x="2706735" y="1983826"/>
                  </a:lnTo>
                  <a:lnTo>
                    <a:pt x="2619910" y="2056464"/>
                  </a:lnTo>
                  <a:lnTo>
                    <a:pt x="2530904" y="2123123"/>
                  </a:lnTo>
                  <a:lnTo>
                    <a:pt x="2440032" y="2183743"/>
                  </a:lnTo>
                  <a:lnTo>
                    <a:pt x="2347612" y="2238279"/>
                  </a:lnTo>
                  <a:lnTo>
                    <a:pt x="2253960" y="2286701"/>
                  </a:lnTo>
                  <a:lnTo>
                    <a:pt x="2159396" y="2328996"/>
                  </a:lnTo>
                  <a:lnTo>
                    <a:pt x="2064236" y="2365162"/>
                  </a:lnTo>
                  <a:lnTo>
                    <a:pt x="1968797" y="2395216"/>
                  </a:lnTo>
                  <a:lnTo>
                    <a:pt x="1873391" y="2419185"/>
                  </a:lnTo>
                  <a:lnTo>
                    <a:pt x="1778330" y="2437115"/>
                  </a:lnTo>
                  <a:lnTo>
                    <a:pt x="1683923" y="2449063"/>
                  </a:lnTo>
                  <a:lnTo>
                    <a:pt x="1590474" y="2455104"/>
                  </a:lnTo>
                  <a:lnTo>
                    <a:pt x="1498282" y="2455323"/>
                  </a:lnTo>
                  <a:lnTo>
                    <a:pt x="1407642" y="2449821"/>
                  </a:lnTo>
                  <a:lnTo>
                    <a:pt x="1318844" y="2438712"/>
                  </a:lnTo>
                  <a:lnTo>
                    <a:pt x="1232169" y="2422124"/>
                  </a:lnTo>
                  <a:lnTo>
                    <a:pt x="1147894" y="2400197"/>
                  </a:lnTo>
                  <a:lnTo>
                    <a:pt x="1066286" y="2373084"/>
                  </a:lnTo>
                  <a:lnTo>
                    <a:pt x="987608" y="2340951"/>
                  </a:lnTo>
                  <a:lnTo>
                    <a:pt x="912110" y="2303974"/>
                  </a:lnTo>
                  <a:lnTo>
                    <a:pt x="823394" y="2315404"/>
                  </a:lnTo>
                  <a:lnTo>
                    <a:pt x="738591" y="2313541"/>
                  </a:lnTo>
                  <a:lnTo>
                    <a:pt x="659503" y="2299446"/>
                  </a:lnTo>
                  <a:lnTo>
                    <a:pt x="587741" y="2274410"/>
                  </a:lnTo>
                  <a:lnTo>
                    <a:pt x="524693" y="2239924"/>
                  </a:lnTo>
                  <a:lnTo>
                    <a:pt x="471505" y="2197643"/>
                  </a:lnTo>
                  <a:lnTo>
                    <a:pt x="429059" y="2149355"/>
                  </a:lnTo>
                  <a:lnTo>
                    <a:pt x="380474" y="2189961"/>
                  </a:lnTo>
                  <a:lnTo>
                    <a:pt x="321386" y="2222761"/>
                  </a:lnTo>
                  <a:lnTo>
                    <a:pt x="253099" y="2245727"/>
                  </a:lnTo>
                  <a:lnTo>
                    <a:pt x="177261" y="2257049"/>
                  </a:lnTo>
                  <a:lnTo>
                    <a:pt x="95831" y="2255193"/>
                  </a:lnTo>
                  <a:lnTo>
                    <a:pt x="11034" y="2238948"/>
                  </a:lnTo>
                  <a:lnTo>
                    <a:pt x="0" y="2150152"/>
                  </a:lnTo>
                  <a:lnTo>
                    <a:pt x="4310" y="2066152"/>
                  </a:lnTo>
                  <a:lnTo>
                    <a:pt x="22461" y="1989341"/>
                  </a:lnTo>
                  <a:lnTo>
                    <a:pt x="52600" y="1921795"/>
                  </a:lnTo>
                  <a:lnTo>
                    <a:pt x="92583" y="1865221"/>
                  </a:lnTo>
                  <a:lnTo>
                    <a:pt x="140039" y="1820923"/>
                  </a:lnTo>
                  <a:lnTo>
                    <a:pt x="112456" y="1770778"/>
                  </a:lnTo>
                  <a:lnTo>
                    <a:pt x="94212" y="1712125"/>
                  </a:lnTo>
                  <a:lnTo>
                    <a:pt x="87261" y="1646769"/>
                  </a:lnTo>
                  <a:lnTo>
                    <a:pt x="93205" y="1576911"/>
                  </a:lnTo>
                  <a:lnTo>
                    <a:pt x="113217" y="1505082"/>
                  </a:lnTo>
                </a:path>
              </a:pathLst>
            </a:custGeom>
            <a:ln w="27101" cap="flat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4001772" y="2668396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5803924" y="1877812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6445302" y="3679965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4484823" y="4163016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001772" y="4008396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583747" y="4097990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712752" y="3679965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685931" y="3364124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037438" y="963113"/>
              <a:ext cx="0" cy="2752518"/>
            </a:xfrm>
            <a:custGeom>
              <a:avLst/>
              <a:pathLst>
                <a:path w="0" h="2752518">
                  <a:moveTo>
                    <a:pt x="0" y="2752518"/>
                  </a:moveTo>
                  <a:lnTo>
                    <a:pt x="0" y="2657604"/>
                  </a:lnTo>
                  <a:lnTo>
                    <a:pt x="0" y="2562689"/>
                  </a:lnTo>
                  <a:lnTo>
                    <a:pt x="0" y="2467775"/>
                  </a:lnTo>
                  <a:lnTo>
                    <a:pt x="0" y="2372861"/>
                  </a:lnTo>
                  <a:lnTo>
                    <a:pt x="0" y="2277946"/>
                  </a:lnTo>
                  <a:lnTo>
                    <a:pt x="0" y="2183032"/>
                  </a:lnTo>
                  <a:lnTo>
                    <a:pt x="0" y="2088117"/>
                  </a:lnTo>
                  <a:lnTo>
                    <a:pt x="0" y="1993203"/>
                  </a:lnTo>
                  <a:lnTo>
                    <a:pt x="0" y="1898288"/>
                  </a:lnTo>
                  <a:lnTo>
                    <a:pt x="0" y="1803374"/>
                  </a:lnTo>
                  <a:lnTo>
                    <a:pt x="0" y="1708459"/>
                  </a:lnTo>
                  <a:lnTo>
                    <a:pt x="0" y="1613545"/>
                  </a:lnTo>
                  <a:lnTo>
                    <a:pt x="0" y="1518631"/>
                  </a:lnTo>
                  <a:lnTo>
                    <a:pt x="0" y="1423716"/>
                  </a:lnTo>
                  <a:lnTo>
                    <a:pt x="0" y="1328802"/>
                  </a:lnTo>
                  <a:lnTo>
                    <a:pt x="0" y="1233887"/>
                  </a:lnTo>
                  <a:lnTo>
                    <a:pt x="0" y="1138973"/>
                  </a:lnTo>
                  <a:lnTo>
                    <a:pt x="0" y="1044058"/>
                  </a:lnTo>
                  <a:lnTo>
                    <a:pt x="0" y="949144"/>
                  </a:lnTo>
                  <a:lnTo>
                    <a:pt x="0" y="854229"/>
                  </a:lnTo>
                  <a:lnTo>
                    <a:pt x="0" y="759315"/>
                  </a:lnTo>
                  <a:lnTo>
                    <a:pt x="0" y="664401"/>
                  </a:lnTo>
                  <a:lnTo>
                    <a:pt x="0" y="569486"/>
                  </a:lnTo>
                  <a:lnTo>
                    <a:pt x="0" y="474572"/>
                  </a:lnTo>
                  <a:lnTo>
                    <a:pt x="0" y="379657"/>
                  </a:lnTo>
                  <a:lnTo>
                    <a:pt x="0" y="284743"/>
                  </a:lnTo>
                  <a:lnTo>
                    <a:pt x="0" y="189828"/>
                  </a:lnTo>
                  <a:lnTo>
                    <a:pt x="0" y="94914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037438" y="1769307"/>
              <a:ext cx="1946324" cy="1946324"/>
            </a:xfrm>
            <a:custGeom>
              <a:avLst/>
              <a:pathLst>
                <a:path w="1946324" h="1946324">
                  <a:moveTo>
                    <a:pt x="0" y="1946324"/>
                  </a:moveTo>
                  <a:lnTo>
                    <a:pt x="67114" y="1879210"/>
                  </a:lnTo>
                  <a:lnTo>
                    <a:pt x="134229" y="1812095"/>
                  </a:lnTo>
                  <a:lnTo>
                    <a:pt x="201343" y="1744980"/>
                  </a:lnTo>
                  <a:lnTo>
                    <a:pt x="268458" y="1677866"/>
                  </a:lnTo>
                  <a:lnTo>
                    <a:pt x="335573" y="1610751"/>
                  </a:lnTo>
                  <a:lnTo>
                    <a:pt x="402687" y="1543636"/>
                  </a:lnTo>
                  <a:lnTo>
                    <a:pt x="469802" y="1476522"/>
                  </a:lnTo>
                  <a:lnTo>
                    <a:pt x="536917" y="1409407"/>
                  </a:lnTo>
                  <a:lnTo>
                    <a:pt x="604031" y="1342292"/>
                  </a:lnTo>
                  <a:lnTo>
                    <a:pt x="671146" y="1275178"/>
                  </a:lnTo>
                  <a:lnTo>
                    <a:pt x="738261" y="1208063"/>
                  </a:lnTo>
                  <a:lnTo>
                    <a:pt x="805375" y="1140948"/>
                  </a:lnTo>
                  <a:lnTo>
                    <a:pt x="872490" y="1073834"/>
                  </a:lnTo>
                  <a:lnTo>
                    <a:pt x="939605" y="1006719"/>
                  </a:lnTo>
                  <a:lnTo>
                    <a:pt x="1006719" y="939605"/>
                  </a:lnTo>
                  <a:lnTo>
                    <a:pt x="1073834" y="872490"/>
                  </a:lnTo>
                  <a:lnTo>
                    <a:pt x="1140948" y="805375"/>
                  </a:lnTo>
                  <a:lnTo>
                    <a:pt x="1208063" y="738261"/>
                  </a:lnTo>
                  <a:lnTo>
                    <a:pt x="1275178" y="671146"/>
                  </a:lnTo>
                  <a:lnTo>
                    <a:pt x="1342292" y="604031"/>
                  </a:lnTo>
                  <a:lnTo>
                    <a:pt x="1409407" y="536917"/>
                  </a:lnTo>
                  <a:lnTo>
                    <a:pt x="1476522" y="469802"/>
                  </a:lnTo>
                  <a:lnTo>
                    <a:pt x="1543636" y="402687"/>
                  </a:lnTo>
                  <a:lnTo>
                    <a:pt x="1610751" y="335573"/>
                  </a:lnTo>
                  <a:lnTo>
                    <a:pt x="1677866" y="268458"/>
                  </a:lnTo>
                  <a:lnTo>
                    <a:pt x="1744980" y="201343"/>
                  </a:lnTo>
                  <a:lnTo>
                    <a:pt x="1812095" y="134229"/>
                  </a:lnTo>
                  <a:lnTo>
                    <a:pt x="1879210" y="67114"/>
                  </a:lnTo>
                  <a:lnTo>
                    <a:pt x="1946324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037438" y="3715631"/>
              <a:ext cx="2752518" cy="0"/>
            </a:xfrm>
            <a:custGeom>
              <a:avLst/>
              <a:pathLst>
                <a:path w="2752518" h="0">
                  <a:moveTo>
                    <a:pt x="0" y="0"/>
                  </a:moveTo>
                  <a:lnTo>
                    <a:pt x="94914" y="0"/>
                  </a:lnTo>
                  <a:lnTo>
                    <a:pt x="189828" y="0"/>
                  </a:lnTo>
                  <a:lnTo>
                    <a:pt x="284743" y="0"/>
                  </a:lnTo>
                  <a:lnTo>
                    <a:pt x="379657" y="0"/>
                  </a:lnTo>
                  <a:lnTo>
                    <a:pt x="474572" y="0"/>
                  </a:lnTo>
                  <a:lnTo>
                    <a:pt x="569486" y="0"/>
                  </a:lnTo>
                  <a:lnTo>
                    <a:pt x="664401" y="0"/>
                  </a:lnTo>
                  <a:lnTo>
                    <a:pt x="759315" y="0"/>
                  </a:lnTo>
                  <a:lnTo>
                    <a:pt x="854229" y="0"/>
                  </a:lnTo>
                  <a:lnTo>
                    <a:pt x="949144" y="0"/>
                  </a:lnTo>
                  <a:lnTo>
                    <a:pt x="1044058" y="0"/>
                  </a:lnTo>
                  <a:lnTo>
                    <a:pt x="1138973" y="0"/>
                  </a:lnTo>
                  <a:lnTo>
                    <a:pt x="1233887" y="0"/>
                  </a:lnTo>
                  <a:lnTo>
                    <a:pt x="1328802" y="0"/>
                  </a:lnTo>
                  <a:lnTo>
                    <a:pt x="1423716" y="0"/>
                  </a:lnTo>
                  <a:lnTo>
                    <a:pt x="1518631" y="0"/>
                  </a:lnTo>
                  <a:lnTo>
                    <a:pt x="1613545" y="0"/>
                  </a:lnTo>
                  <a:lnTo>
                    <a:pt x="1708459" y="0"/>
                  </a:lnTo>
                  <a:lnTo>
                    <a:pt x="1803374" y="0"/>
                  </a:lnTo>
                  <a:lnTo>
                    <a:pt x="1898288" y="0"/>
                  </a:lnTo>
                  <a:lnTo>
                    <a:pt x="1993203" y="0"/>
                  </a:lnTo>
                  <a:lnTo>
                    <a:pt x="2088117" y="0"/>
                  </a:lnTo>
                  <a:lnTo>
                    <a:pt x="2183032" y="0"/>
                  </a:lnTo>
                  <a:lnTo>
                    <a:pt x="2277946" y="0"/>
                  </a:lnTo>
                  <a:lnTo>
                    <a:pt x="2372861" y="0"/>
                  </a:lnTo>
                  <a:lnTo>
                    <a:pt x="2467775" y="0"/>
                  </a:lnTo>
                  <a:lnTo>
                    <a:pt x="2562689" y="0"/>
                  </a:lnTo>
                  <a:lnTo>
                    <a:pt x="2657604" y="0"/>
                  </a:lnTo>
                  <a:lnTo>
                    <a:pt x="2752518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037438" y="3715631"/>
              <a:ext cx="1946324" cy="1946324"/>
            </a:xfrm>
            <a:custGeom>
              <a:avLst/>
              <a:pathLst>
                <a:path w="1946324" h="1946324">
                  <a:moveTo>
                    <a:pt x="0" y="0"/>
                  </a:moveTo>
                  <a:lnTo>
                    <a:pt x="67114" y="67114"/>
                  </a:lnTo>
                  <a:lnTo>
                    <a:pt x="134229" y="134229"/>
                  </a:lnTo>
                  <a:lnTo>
                    <a:pt x="201343" y="201343"/>
                  </a:lnTo>
                  <a:lnTo>
                    <a:pt x="268458" y="268458"/>
                  </a:lnTo>
                  <a:lnTo>
                    <a:pt x="335573" y="335573"/>
                  </a:lnTo>
                  <a:lnTo>
                    <a:pt x="402687" y="402687"/>
                  </a:lnTo>
                  <a:lnTo>
                    <a:pt x="469802" y="469802"/>
                  </a:lnTo>
                  <a:lnTo>
                    <a:pt x="536917" y="536917"/>
                  </a:lnTo>
                  <a:lnTo>
                    <a:pt x="604031" y="604031"/>
                  </a:lnTo>
                  <a:lnTo>
                    <a:pt x="671146" y="671146"/>
                  </a:lnTo>
                  <a:lnTo>
                    <a:pt x="738261" y="738261"/>
                  </a:lnTo>
                  <a:lnTo>
                    <a:pt x="805375" y="805375"/>
                  </a:lnTo>
                  <a:lnTo>
                    <a:pt x="872490" y="872490"/>
                  </a:lnTo>
                  <a:lnTo>
                    <a:pt x="939605" y="939605"/>
                  </a:lnTo>
                  <a:lnTo>
                    <a:pt x="1006719" y="1006719"/>
                  </a:lnTo>
                  <a:lnTo>
                    <a:pt x="1073834" y="1073834"/>
                  </a:lnTo>
                  <a:lnTo>
                    <a:pt x="1140948" y="1140948"/>
                  </a:lnTo>
                  <a:lnTo>
                    <a:pt x="1208063" y="1208063"/>
                  </a:lnTo>
                  <a:lnTo>
                    <a:pt x="1275178" y="1275178"/>
                  </a:lnTo>
                  <a:lnTo>
                    <a:pt x="1342292" y="1342292"/>
                  </a:lnTo>
                  <a:lnTo>
                    <a:pt x="1409407" y="1409407"/>
                  </a:lnTo>
                  <a:lnTo>
                    <a:pt x="1476522" y="1476522"/>
                  </a:lnTo>
                  <a:lnTo>
                    <a:pt x="1543636" y="1543636"/>
                  </a:lnTo>
                  <a:lnTo>
                    <a:pt x="1610751" y="1610751"/>
                  </a:lnTo>
                  <a:lnTo>
                    <a:pt x="1677866" y="1677866"/>
                  </a:lnTo>
                  <a:lnTo>
                    <a:pt x="1744980" y="1744980"/>
                  </a:lnTo>
                  <a:lnTo>
                    <a:pt x="1812095" y="1812095"/>
                  </a:lnTo>
                  <a:lnTo>
                    <a:pt x="1879210" y="1879210"/>
                  </a:lnTo>
                  <a:lnTo>
                    <a:pt x="1946324" y="194632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037438" y="3715631"/>
              <a:ext cx="0" cy="2752518"/>
            </a:xfrm>
            <a:custGeom>
              <a:avLst/>
              <a:pathLst>
                <a:path w="0" h="2752518">
                  <a:moveTo>
                    <a:pt x="0" y="0"/>
                  </a:moveTo>
                  <a:lnTo>
                    <a:pt x="0" y="94914"/>
                  </a:lnTo>
                  <a:lnTo>
                    <a:pt x="0" y="189828"/>
                  </a:lnTo>
                  <a:lnTo>
                    <a:pt x="0" y="284743"/>
                  </a:lnTo>
                  <a:lnTo>
                    <a:pt x="0" y="379657"/>
                  </a:lnTo>
                  <a:lnTo>
                    <a:pt x="0" y="474572"/>
                  </a:lnTo>
                  <a:lnTo>
                    <a:pt x="0" y="569486"/>
                  </a:lnTo>
                  <a:lnTo>
                    <a:pt x="0" y="664401"/>
                  </a:lnTo>
                  <a:lnTo>
                    <a:pt x="0" y="759315"/>
                  </a:lnTo>
                  <a:lnTo>
                    <a:pt x="0" y="854229"/>
                  </a:lnTo>
                  <a:lnTo>
                    <a:pt x="0" y="949144"/>
                  </a:lnTo>
                  <a:lnTo>
                    <a:pt x="0" y="1044058"/>
                  </a:lnTo>
                  <a:lnTo>
                    <a:pt x="0" y="1138973"/>
                  </a:lnTo>
                  <a:lnTo>
                    <a:pt x="0" y="1233887"/>
                  </a:lnTo>
                  <a:lnTo>
                    <a:pt x="0" y="1328802"/>
                  </a:lnTo>
                  <a:lnTo>
                    <a:pt x="0" y="1423716"/>
                  </a:lnTo>
                  <a:lnTo>
                    <a:pt x="0" y="1518631"/>
                  </a:lnTo>
                  <a:lnTo>
                    <a:pt x="0" y="1613545"/>
                  </a:lnTo>
                  <a:lnTo>
                    <a:pt x="0" y="1708459"/>
                  </a:lnTo>
                  <a:lnTo>
                    <a:pt x="0" y="1803374"/>
                  </a:lnTo>
                  <a:lnTo>
                    <a:pt x="0" y="1898288"/>
                  </a:lnTo>
                  <a:lnTo>
                    <a:pt x="0" y="1993203"/>
                  </a:lnTo>
                  <a:lnTo>
                    <a:pt x="0" y="2088117"/>
                  </a:lnTo>
                  <a:lnTo>
                    <a:pt x="0" y="2183032"/>
                  </a:lnTo>
                  <a:lnTo>
                    <a:pt x="0" y="2277946"/>
                  </a:lnTo>
                  <a:lnTo>
                    <a:pt x="0" y="2372861"/>
                  </a:lnTo>
                  <a:lnTo>
                    <a:pt x="0" y="2467775"/>
                  </a:lnTo>
                  <a:lnTo>
                    <a:pt x="0" y="2562689"/>
                  </a:lnTo>
                  <a:lnTo>
                    <a:pt x="0" y="2657604"/>
                  </a:lnTo>
                  <a:lnTo>
                    <a:pt x="0" y="2752518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091113" y="3715631"/>
              <a:ext cx="1946324" cy="1946324"/>
            </a:xfrm>
            <a:custGeom>
              <a:avLst/>
              <a:pathLst>
                <a:path w="1946324" h="1946324">
                  <a:moveTo>
                    <a:pt x="1946324" y="0"/>
                  </a:moveTo>
                  <a:lnTo>
                    <a:pt x="1879210" y="67114"/>
                  </a:lnTo>
                  <a:lnTo>
                    <a:pt x="1812095" y="134229"/>
                  </a:lnTo>
                  <a:lnTo>
                    <a:pt x="1744980" y="201343"/>
                  </a:lnTo>
                  <a:lnTo>
                    <a:pt x="1677866" y="268458"/>
                  </a:lnTo>
                  <a:lnTo>
                    <a:pt x="1610751" y="335573"/>
                  </a:lnTo>
                  <a:lnTo>
                    <a:pt x="1543636" y="402687"/>
                  </a:lnTo>
                  <a:lnTo>
                    <a:pt x="1476522" y="469802"/>
                  </a:lnTo>
                  <a:lnTo>
                    <a:pt x="1409407" y="536917"/>
                  </a:lnTo>
                  <a:lnTo>
                    <a:pt x="1342292" y="604031"/>
                  </a:lnTo>
                  <a:lnTo>
                    <a:pt x="1275178" y="671146"/>
                  </a:lnTo>
                  <a:lnTo>
                    <a:pt x="1208063" y="738261"/>
                  </a:lnTo>
                  <a:lnTo>
                    <a:pt x="1140948" y="805375"/>
                  </a:lnTo>
                  <a:lnTo>
                    <a:pt x="1073834" y="872490"/>
                  </a:lnTo>
                  <a:lnTo>
                    <a:pt x="1006719" y="939605"/>
                  </a:lnTo>
                  <a:lnTo>
                    <a:pt x="939605" y="1006719"/>
                  </a:lnTo>
                  <a:lnTo>
                    <a:pt x="872490" y="1073834"/>
                  </a:lnTo>
                  <a:lnTo>
                    <a:pt x="805375" y="1140948"/>
                  </a:lnTo>
                  <a:lnTo>
                    <a:pt x="738261" y="1208063"/>
                  </a:lnTo>
                  <a:lnTo>
                    <a:pt x="671146" y="1275178"/>
                  </a:lnTo>
                  <a:lnTo>
                    <a:pt x="604031" y="1342292"/>
                  </a:lnTo>
                  <a:lnTo>
                    <a:pt x="536917" y="1409407"/>
                  </a:lnTo>
                  <a:lnTo>
                    <a:pt x="469802" y="1476522"/>
                  </a:lnTo>
                  <a:lnTo>
                    <a:pt x="402687" y="1543636"/>
                  </a:lnTo>
                  <a:lnTo>
                    <a:pt x="335573" y="1610751"/>
                  </a:lnTo>
                  <a:lnTo>
                    <a:pt x="268458" y="1677866"/>
                  </a:lnTo>
                  <a:lnTo>
                    <a:pt x="201343" y="1744980"/>
                  </a:lnTo>
                  <a:lnTo>
                    <a:pt x="134229" y="1812095"/>
                  </a:lnTo>
                  <a:lnTo>
                    <a:pt x="67114" y="1879210"/>
                  </a:lnTo>
                  <a:lnTo>
                    <a:pt x="0" y="194632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284919" y="3715631"/>
              <a:ext cx="2752518" cy="0"/>
            </a:xfrm>
            <a:custGeom>
              <a:avLst/>
              <a:pathLst>
                <a:path w="2752518" h="0">
                  <a:moveTo>
                    <a:pt x="2752518" y="0"/>
                  </a:moveTo>
                  <a:lnTo>
                    <a:pt x="2657604" y="0"/>
                  </a:lnTo>
                  <a:lnTo>
                    <a:pt x="2562689" y="0"/>
                  </a:lnTo>
                  <a:lnTo>
                    <a:pt x="2467775" y="0"/>
                  </a:lnTo>
                  <a:lnTo>
                    <a:pt x="2372861" y="0"/>
                  </a:lnTo>
                  <a:lnTo>
                    <a:pt x="2277946" y="0"/>
                  </a:lnTo>
                  <a:lnTo>
                    <a:pt x="2183032" y="0"/>
                  </a:lnTo>
                  <a:lnTo>
                    <a:pt x="2088117" y="0"/>
                  </a:lnTo>
                  <a:lnTo>
                    <a:pt x="1993203" y="0"/>
                  </a:lnTo>
                  <a:lnTo>
                    <a:pt x="1898288" y="0"/>
                  </a:lnTo>
                  <a:lnTo>
                    <a:pt x="1803374" y="0"/>
                  </a:lnTo>
                  <a:lnTo>
                    <a:pt x="1708459" y="0"/>
                  </a:lnTo>
                  <a:lnTo>
                    <a:pt x="1613545" y="0"/>
                  </a:lnTo>
                  <a:lnTo>
                    <a:pt x="1518631" y="0"/>
                  </a:lnTo>
                  <a:lnTo>
                    <a:pt x="1423716" y="0"/>
                  </a:lnTo>
                  <a:lnTo>
                    <a:pt x="1328802" y="0"/>
                  </a:lnTo>
                  <a:lnTo>
                    <a:pt x="1233887" y="0"/>
                  </a:lnTo>
                  <a:lnTo>
                    <a:pt x="1138973" y="0"/>
                  </a:lnTo>
                  <a:lnTo>
                    <a:pt x="1044058" y="0"/>
                  </a:lnTo>
                  <a:lnTo>
                    <a:pt x="949144" y="0"/>
                  </a:lnTo>
                  <a:lnTo>
                    <a:pt x="854229" y="0"/>
                  </a:lnTo>
                  <a:lnTo>
                    <a:pt x="759315" y="0"/>
                  </a:lnTo>
                  <a:lnTo>
                    <a:pt x="664401" y="0"/>
                  </a:lnTo>
                  <a:lnTo>
                    <a:pt x="569486" y="0"/>
                  </a:lnTo>
                  <a:lnTo>
                    <a:pt x="474572" y="0"/>
                  </a:lnTo>
                  <a:lnTo>
                    <a:pt x="379657" y="0"/>
                  </a:lnTo>
                  <a:lnTo>
                    <a:pt x="284743" y="0"/>
                  </a:lnTo>
                  <a:lnTo>
                    <a:pt x="189828" y="0"/>
                  </a:lnTo>
                  <a:lnTo>
                    <a:pt x="94914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091113" y="1769307"/>
              <a:ext cx="1946324" cy="1946324"/>
            </a:xfrm>
            <a:custGeom>
              <a:avLst/>
              <a:pathLst>
                <a:path w="1946324" h="1946324">
                  <a:moveTo>
                    <a:pt x="1946324" y="1946324"/>
                  </a:moveTo>
                  <a:lnTo>
                    <a:pt x="1879210" y="1879210"/>
                  </a:lnTo>
                  <a:lnTo>
                    <a:pt x="1812095" y="1812095"/>
                  </a:lnTo>
                  <a:lnTo>
                    <a:pt x="1744980" y="1744980"/>
                  </a:lnTo>
                  <a:lnTo>
                    <a:pt x="1677866" y="1677866"/>
                  </a:lnTo>
                  <a:lnTo>
                    <a:pt x="1610751" y="1610751"/>
                  </a:lnTo>
                  <a:lnTo>
                    <a:pt x="1543636" y="1543636"/>
                  </a:lnTo>
                  <a:lnTo>
                    <a:pt x="1476522" y="1476522"/>
                  </a:lnTo>
                  <a:lnTo>
                    <a:pt x="1409407" y="1409407"/>
                  </a:lnTo>
                  <a:lnTo>
                    <a:pt x="1342292" y="1342292"/>
                  </a:lnTo>
                  <a:lnTo>
                    <a:pt x="1275178" y="1275178"/>
                  </a:lnTo>
                  <a:lnTo>
                    <a:pt x="1208063" y="1208063"/>
                  </a:lnTo>
                  <a:lnTo>
                    <a:pt x="1140948" y="1140948"/>
                  </a:lnTo>
                  <a:lnTo>
                    <a:pt x="1073834" y="1073834"/>
                  </a:lnTo>
                  <a:lnTo>
                    <a:pt x="1006719" y="1006719"/>
                  </a:lnTo>
                  <a:lnTo>
                    <a:pt x="939605" y="939605"/>
                  </a:lnTo>
                  <a:lnTo>
                    <a:pt x="872490" y="872490"/>
                  </a:lnTo>
                  <a:lnTo>
                    <a:pt x="805375" y="805375"/>
                  </a:lnTo>
                  <a:lnTo>
                    <a:pt x="738261" y="738261"/>
                  </a:lnTo>
                  <a:lnTo>
                    <a:pt x="671146" y="671146"/>
                  </a:lnTo>
                  <a:lnTo>
                    <a:pt x="604031" y="604031"/>
                  </a:lnTo>
                  <a:lnTo>
                    <a:pt x="536917" y="536917"/>
                  </a:lnTo>
                  <a:lnTo>
                    <a:pt x="469802" y="469802"/>
                  </a:lnTo>
                  <a:lnTo>
                    <a:pt x="402687" y="402687"/>
                  </a:lnTo>
                  <a:lnTo>
                    <a:pt x="335573" y="335573"/>
                  </a:lnTo>
                  <a:lnTo>
                    <a:pt x="268458" y="268458"/>
                  </a:lnTo>
                  <a:lnTo>
                    <a:pt x="201343" y="201343"/>
                  </a:lnTo>
                  <a:lnTo>
                    <a:pt x="134229" y="134229"/>
                  </a:lnTo>
                  <a:lnTo>
                    <a:pt x="67114" y="67114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3868137" y="573556"/>
              <a:ext cx="33860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930559" y="1480525"/>
              <a:ext cx="592988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99834" y="3670140"/>
              <a:ext cx="26837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5920044" y="5859755"/>
              <a:ext cx="614019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3857621" y="6766724"/>
              <a:ext cx="35963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526777" y="5859755"/>
              <a:ext cx="642091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90207" y="3670140"/>
              <a:ext cx="301294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1537293" y="1480525"/>
              <a:ext cx="621060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84690" y="3683810"/>
              <a:ext cx="49469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35221" y="3026947"/>
              <a:ext cx="98938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85752" y="2370084"/>
              <a:ext cx="148407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85752" y="1713221"/>
              <a:ext cx="148407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150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85752" y="1056358"/>
              <a:ext cx="148407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711616" y="69589"/>
              <a:ext cx="465164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Scenario 1 — Resident + Breeding (BOTW 2024) · reference = centroid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2026-05-11T20:58:04Z</dcterms:modified>
  <cp:category/>
</cp:coreProperties>
</file>