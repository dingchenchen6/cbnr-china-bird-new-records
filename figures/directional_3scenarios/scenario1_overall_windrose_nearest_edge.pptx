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7863840" cy="7315200"/>
            <a:chOff x="0" y="0"/>
            <a:chExt cx="7863840" cy="73152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7863839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16163" y="0"/>
              <a:ext cx="7231512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96790" y="274983"/>
              <a:ext cx="6881296" cy="68812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37438" y="619048"/>
              <a:ext cx="0" cy="3096583"/>
            </a:xfrm>
            <a:custGeom>
              <a:avLst/>
              <a:pathLst>
                <a:path w="0" h="3096583">
                  <a:moveTo>
                    <a:pt x="0" y="309658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37438" y="1526016"/>
              <a:ext cx="2189615" cy="2189615"/>
            </a:xfrm>
            <a:custGeom>
              <a:avLst/>
              <a:pathLst>
                <a:path w="2189615" h="2189615">
                  <a:moveTo>
                    <a:pt x="0" y="2189615"/>
                  </a:moveTo>
                  <a:lnTo>
                    <a:pt x="21896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37438" y="3715631"/>
              <a:ext cx="3096583" cy="0"/>
            </a:xfrm>
            <a:custGeom>
              <a:avLst/>
              <a:pathLst>
                <a:path w="3096583" h="0">
                  <a:moveTo>
                    <a:pt x="0" y="0"/>
                  </a:moveTo>
                  <a:lnTo>
                    <a:pt x="30965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37438" y="3715631"/>
              <a:ext cx="2189615" cy="2189615"/>
            </a:xfrm>
            <a:custGeom>
              <a:avLst/>
              <a:pathLst>
                <a:path w="2189615" h="2189615">
                  <a:moveTo>
                    <a:pt x="0" y="0"/>
                  </a:moveTo>
                  <a:lnTo>
                    <a:pt x="2189615" y="21896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37438" y="3715631"/>
              <a:ext cx="0" cy="3096583"/>
            </a:xfrm>
            <a:custGeom>
              <a:avLst/>
              <a:pathLst>
                <a:path w="0" h="3096583">
                  <a:moveTo>
                    <a:pt x="0" y="0"/>
                  </a:moveTo>
                  <a:lnTo>
                    <a:pt x="0" y="3096583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47823" y="3715631"/>
              <a:ext cx="2189615" cy="2189615"/>
            </a:xfrm>
            <a:custGeom>
              <a:avLst/>
              <a:pathLst>
                <a:path w="2189615" h="2189615">
                  <a:moveTo>
                    <a:pt x="2189615" y="0"/>
                  </a:moveTo>
                  <a:lnTo>
                    <a:pt x="0" y="21896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0855" y="3715631"/>
              <a:ext cx="3096583" cy="0"/>
            </a:xfrm>
            <a:custGeom>
              <a:avLst/>
              <a:pathLst>
                <a:path w="3096583" h="0">
                  <a:moveTo>
                    <a:pt x="3096583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47823" y="1526016"/>
              <a:ext cx="2189615" cy="2189615"/>
            </a:xfrm>
            <a:custGeom>
              <a:avLst/>
              <a:pathLst>
                <a:path w="2189615" h="2189615">
                  <a:moveTo>
                    <a:pt x="2189615" y="21896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37438" y="37156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502079" y="3180205"/>
              <a:ext cx="1070717" cy="1070582"/>
            </a:xfrm>
            <a:custGeom>
              <a:avLst/>
              <a:pathLst>
                <a:path w="1070717" h="1070582">
                  <a:moveTo>
                    <a:pt x="535358" y="0"/>
                  </a:moveTo>
                  <a:lnTo>
                    <a:pt x="569317" y="1077"/>
                  </a:lnTo>
                  <a:lnTo>
                    <a:pt x="603139" y="4307"/>
                  </a:lnTo>
                  <a:lnTo>
                    <a:pt x="636688" y="9675"/>
                  </a:lnTo>
                  <a:lnTo>
                    <a:pt x="669829" y="17161"/>
                  </a:lnTo>
                  <a:lnTo>
                    <a:pt x="702429" y="26733"/>
                  </a:lnTo>
                  <a:lnTo>
                    <a:pt x="734356" y="38353"/>
                  </a:lnTo>
                  <a:lnTo>
                    <a:pt x="765482" y="51975"/>
                  </a:lnTo>
                  <a:lnTo>
                    <a:pt x="795681" y="67544"/>
                  </a:lnTo>
                  <a:lnTo>
                    <a:pt x="824831" y="84997"/>
                  </a:lnTo>
                  <a:lnTo>
                    <a:pt x="852817" y="104263"/>
                  </a:lnTo>
                  <a:lnTo>
                    <a:pt x="879524" y="125265"/>
                  </a:lnTo>
                  <a:lnTo>
                    <a:pt x="904845" y="147920"/>
                  </a:lnTo>
                  <a:lnTo>
                    <a:pt x="928678" y="172134"/>
                  </a:lnTo>
                  <a:lnTo>
                    <a:pt x="950927" y="197811"/>
                  </a:lnTo>
                  <a:lnTo>
                    <a:pt x="971504" y="224848"/>
                  </a:lnTo>
                  <a:lnTo>
                    <a:pt x="990323" y="253135"/>
                  </a:lnTo>
                  <a:lnTo>
                    <a:pt x="1007311" y="282559"/>
                  </a:lnTo>
                  <a:lnTo>
                    <a:pt x="1022399" y="313002"/>
                  </a:lnTo>
                  <a:lnTo>
                    <a:pt x="1035525" y="344339"/>
                  </a:lnTo>
                  <a:lnTo>
                    <a:pt x="1046638" y="376447"/>
                  </a:lnTo>
                  <a:lnTo>
                    <a:pt x="1055692" y="409194"/>
                  </a:lnTo>
                  <a:lnTo>
                    <a:pt x="1062650" y="442450"/>
                  </a:lnTo>
                  <a:lnTo>
                    <a:pt x="1067485" y="476080"/>
                  </a:lnTo>
                  <a:lnTo>
                    <a:pt x="1070178" y="509949"/>
                  </a:lnTo>
                  <a:lnTo>
                    <a:pt x="1070717" y="543921"/>
                  </a:lnTo>
                  <a:lnTo>
                    <a:pt x="1069100" y="577858"/>
                  </a:lnTo>
                  <a:lnTo>
                    <a:pt x="1065335" y="611625"/>
                  </a:lnTo>
                  <a:lnTo>
                    <a:pt x="1059435" y="645085"/>
                  </a:lnTo>
                  <a:lnTo>
                    <a:pt x="1051425" y="678103"/>
                  </a:lnTo>
                  <a:lnTo>
                    <a:pt x="1041336" y="710546"/>
                  </a:lnTo>
                  <a:lnTo>
                    <a:pt x="1029211" y="742285"/>
                  </a:lnTo>
                  <a:lnTo>
                    <a:pt x="1015097" y="773191"/>
                  </a:lnTo>
                  <a:lnTo>
                    <a:pt x="999051" y="803139"/>
                  </a:lnTo>
                  <a:lnTo>
                    <a:pt x="981138" y="832009"/>
                  </a:lnTo>
                  <a:lnTo>
                    <a:pt x="961430" y="859685"/>
                  </a:lnTo>
                  <a:lnTo>
                    <a:pt x="940006" y="886055"/>
                  </a:lnTo>
                  <a:lnTo>
                    <a:pt x="916953" y="911014"/>
                  </a:lnTo>
                  <a:lnTo>
                    <a:pt x="892364" y="934460"/>
                  </a:lnTo>
                  <a:lnTo>
                    <a:pt x="866337" y="956299"/>
                  </a:lnTo>
                  <a:lnTo>
                    <a:pt x="838977" y="976444"/>
                  </a:lnTo>
                  <a:lnTo>
                    <a:pt x="810395" y="994812"/>
                  </a:lnTo>
                  <a:lnTo>
                    <a:pt x="780705" y="1011331"/>
                  </a:lnTo>
                  <a:lnTo>
                    <a:pt x="750027" y="1025934"/>
                  </a:lnTo>
                  <a:lnTo>
                    <a:pt x="718485" y="1038562"/>
                  </a:lnTo>
                  <a:lnTo>
                    <a:pt x="686205" y="1049163"/>
                  </a:lnTo>
                  <a:lnTo>
                    <a:pt x="653318" y="1057696"/>
                  </a:lnTo>
                  <a:lnTo>
                    <a:pt x="619956" y="1064126"/>
                  </a:lnTo>
                  <a:lnTo>
                    <a:pt x="586254" y="1068427"/>
                  </a:lnTo>
                  <a:lnTo>
                    <a:pt x="552346" y="1070582"/>
                  </a:lnTo>
                  <a:lnTo>
                    <a:pt x="518370" y="1070582"/>
                  </a:lnTo>
                  <a:lnTo>
                    <a:pt x="484463" y="1068427"/>
                  </a:lnTo>
                  <a:lnTo>
                    <a:pt x="450760" y="1064126"/>
                  </a:lnTo>
                  <a:lnTo>
                    <a:pt x="417398" y="1057696"/>
                  </a:lnTo>
                  <a:lnTo>
                    <a:pt x="384511" y="1049163"/>
                  </a:lnTo>
                  <a:lnTo>
                    <a:pt x="352232" y="1038562"/>
                  </a:lnTo>
                  <a:lnTo>
                    <a:pt x="320690" y="1025934"/>
                  </a:lnTo>
                  <a:lnTo>
                    <a:pt x="290012" y="1011331"/>
                  </a:lnTo>
                  <a:lnTo>
                    <a:pt x="260322" y="994812"/>
                  </a:lnTo>
                  <a:lnTo>
                    <a:pt x="231740" y="976444"/>
                  </a:lnTo>
                  <a:lnTo>
                    <a:pt x="204380" y="956299"/>
                  </a:lnTo>
                  <a:lnTo>
                    <a:pt x="178353" y="934460"/>
                  </a:lnTo>
                  <a:lnTo>
                    <a:pt x="153763" y="911014"/>
                  </a:lnTo>
                  <a:lnTo>
                    <a:pt x="130710" y="886055"/>
                  </a:lnTo>
                  <a:lnTo>
                    <a:pt x="109287" y="859685"/>
                  </a:lnTo>
                  <a:lnTo>
                    <a:pt x="89579" y="832009"/>
                  </a:lnTo>
                  <a:lnTo>
                    <a:pt x="71666" y="803139"/>
                  </a:lnTo>
                  <a:lnTo>
                    <a:pt x="55620" y="773191"/>
                  </a:lnTo>
                  <a:lnTo>
                    <a:pt x="41506" y="742285"/>
                  </a:lnTo>
                  <a:lnTo>
                    <a:pt x="29380" y="710546"/>
                  </a:lnTo>
                  <a:lnTo>
                    <a:pt x="19292" y="678103"/>
                  </a:lnTo>
                  <a:lnTo>
                    <a:pt x="11282" y="645085"/>
                  </a:lnTo>
                  <a:lnTo>
                    <a:pt x="5382" y="611625"/>
                  </a:lnTo>
                  <a:lnTo>
                    <a:pt x="1616" y="577858"/>
                  </a:lnTo>
                  <a:lnTo>
                    <a:pt x="0" y="543921"/>
                  </a:lnTo>
                  <a:lnTo>
                    <a:pt x="539" y="509949"/>
                  </a:lnTo>
                  <a:lnTo>
                    <a:pt x="3231" y="476080"/>
                  </a:lnTo>
                  <a:lnTo>
                    <a:pt x="8066" y="442450"/>
                  </a:lnTo>
                  <a:lnTo>
                    <a:pt x="15025" y="409194"/>
                  </a:lnTo>
                  <a:lnTo>
                    <a:pt x="24079" y="376447"/>
                  </a:lnTo>
                  <a:lnTo>
                    <a:pt x="35191" y="344339"/>
                  </a:lnTo>
                  <a:lnTo>
                    <a:pt x="48317" y="313002"/>
                  </a:lnTo>
                  <a:lnTo>
                    <a:pt x="63405" y="282559"/>
                  </a:lnTo>
                  <a:lnTo>
                    <a:pt x="80393" y="253135"/>
                  </a:lnTo>
                  <a:lnTo>
                    <a:pt x="99213" y="224848"/>
                  </a:lnTo>
                  <a:lnTo>
                    <a:pt x="119789" y="197811"/>
                  </a:lnTo>
                  <a:lnTo>
                    <a:pt x="142039" y="172134"/>
                  </a:lnTo>
                  <a:lnTo>
                    <a:pt x="165872" y="147920"/>
                  </a:lnTo>
                  <a:lnTo>
                    <a:pt x="191193" y="125265"/>
                  </a:lnTo>
                  <a:lnTo>
                    <a:pt x="217900" y="104263"/>
                  </a:lnTo>
                  <a:lnTo>
                    <a:pt x="245885" y="84997"/>
                  </a:lnTo>
                  <a:lnTo>
                    <a:pt x="275036" y="67544"/>
                  </a:lnTo>
                  <a:lnTo>
                    <a:pt x="305235" y="51975"/>
                  </a:lnTo>
                  <a:lnTo>
                    <a:pt x="336360" y="38353"/>
                  </a:lnTo>
                  <a:lnTo>
                    <a:pt x="368287" y="26733"/>
                  </a:lnTo>
                  <a:lnTo>
                    <a:pt x="400887" y="17161"/>
                  </a:lnTo>
                  <a:lnTo>
                    <a:pt x="434028" y="9675"/>
                  </a:lnTo>
                  <a:lnTo>
                    <a:pt x="467577" y="4307"/>
                  </a:lnTo>
                  <a:lnTo>
                    <a:pt x="501399" y="1077"/>
                  </a:lnTo>
                  <a:lnTo>
                    <a:pt x="53535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66721" y="2644779"/>
              <a:ext cx="2141435" cy="2141165"/>
            </a:xfrm>
            <a:custGeom>
              <a:avLst/>
              <a:pathLst>
                <a:path w="2141435" h="2141165">
                  <a:moveTo>
                    <a:pt x="1070717" y="0"/>
                  </a:moveTo>
                  <a:lnTo>
                    <a:pt x="1138635" y="2155"/>
                  </a:lnTo>
                  <a:lnTo>
                    <a:pt x="1206279" y="8615"/>
                  </a:lnTo>
                  <a:lnTo>
                    <a:pt x="1273377" y="19351"/>
                  </a:lnTo>
                  <a:lnTo>
                    <a:pt x="1339659" y="34322"/>
                  </a:lnTo>
                  <a:lnTo>
                    <a:pt x="1404859" y="53466"/>
                  </a:lnTo>
                  <a:lnTo>
                    <a:pt x="1468713" y="76707"/>
                  </a:lnTo>
                  <a:lnTo>
                    <a:pt x="1530964" y="103951"/>
                  </a:lnTo>
                  <a:lnTo>
                    <a:pt x="1591362" y="135088"/>
                  </a:lnTo>
                  <a:lnTo>
                    <a:pt x="1649663" y="169994"/>
                  </a:lnTo>
                  <a:lnTo>
                    <a:pt x="1705634" y="208526"/>
                  </a:lnTo>
                  <a:lnTo>
                    <a:pt x="1759048" y="250531"/>
                  </a:lnTo>
                  <a:lnTo>
                    <a:pt x="1809690" y="295840"/>
                  </a:lnTo>
                  <a:lnTo>
                    <a:pt x="1857356" y="344268"/>
                  </a:lnTo>
                  <a:lnTo>
                    <a:pt x="1901855" y="395623"/>
                  </a:lnTo>
                  <a:lnTo>
                    <a:pt x="1943008" y="449697"/>
                  </a:lnTo>
                  <a:lnTo>
                    <a:pt x="1980647" y="506271"/>
                  </a:lnTo>
                  <a:lnTo>
                    <a:pt x="2014623" y="565119"/>
                  </a:lnTo>
                  <a:lnTo>
                    <a:pt x="2044799" y="626004"/>
                  </a:lnTo>
                  <a:lnTo>
                    <a:pt x="2071051" y="688679"/>
                  </a:lnTo>
                  <a:lnTo>
                    <a:pt x="2093276" y="752894"/>
                  </a:lnTo>
                  <a:lnTo>
                    <a:pt x="2111384" y="818389"/>
                  </a:lnTo>
                  <a:lnTo>
                    <a:pt x="2125301" y="884900"/>
                  </a:lnTo>
                  <a:lnTo>
                    <a:pt x="2134971" y="952160"/>
                  </a:lnTo>
                  <a:lnTo>
                    <a:pt x="2140356" y="1019899"/>
                  </a:lnTo>
                  <a:lnTo>
                    <a:pt x="2141435" y="1087842"/>
                  </a:lnTo>
                  <a:lnTo>
                    <a:pt x="2138201" y="1155717"/>
                  </a:lnTo>
                  <a:lnTo>
                    <a:pt x="2130670" y="1223250"/>
                  </a:lnTo>
                  <a:lnTo>
                    <a:pt x="2118870" y="1290170"/>
                  </a:lnTo>
                  <a:lnTo>
                    <a:pt x="2102850" y="1356206"/>
                  </a:lnTo>
                  <a:lnTo>
                    <a:pt x="2082673" y="1421093"/>
                  </a:lnTo>
                  <a:lnTo>
                    <a:pt x="2058422" y="1484570"/>
                  </a:lnTo>
                  <a:lnTo>
                    <a:pt x="2030194" y="1546382"/>
                  </a:lnTo>
                  <a:lnTo>
                    <a:pt x="1998102" y="1606278"/>
                  </a:lnTo>
                  <a:lnTo>
                    <a:pt x="1962276" y="1664018"/>
                  </a:lnTo>
                  <a:lnTo>
                    <a:pt x="1922860" y="1719370"/>
                  </a:lnTo>
                  <a:lnTo>
                    <a:pt x="1880013" y="1772111"/>
                  </a:lnTo>
                  <a:lnTo>
                    <a:pt x="1833907" y="1822028"/>
                  </a:lnTo>
                  <a:lnTo>
                    <a:pt x="1784728" y="1868920"/>
                  </a:lnTo>
                  <a:lnTo>
                    <a:pt x="1732674" y="1912599"/>
                  </a:lnTo>
                  <a:lnTo>
                    <a:pt x="1677954" y="1952888"/>
                  </a:lnTo>
                  <a:lnTo>
                    <a:pt x="1620790" y="1989625"/>
                  </a:lnTo>
                  <a:lnTo>
                    <a:pt x="1561410" y="2022663"/>
                  </a:lnTo>
                  <a:lnTo>
                    <a:pt x="1500054" y="2051869"/>
                  </a:lnTo>
                  <a:lnTo>
                    <a:pt x="1436970" y="2077124"/>
                  </a:lnTo>
                  <a:lnTo>
                    <a:pt x="1372411" y="2098327"/>
                  </a:lnTo>
                  <a:lnTo>
                    <a:pt x="1306637" y="2115393"/>
                  </a:lnTo>
                  <a:lnTo>
                    <a:pt x="1239913" y="2128253"/>
                  </a:lnTo>
                  <a:lnTo>
                    <a:pt x="1172508" y="2136855"/>
                  </a:lnTo>
                  <a:lnTo>
                    <a:pt x="1104693" y="2141165"/>
                  </a:lnTo>
                  <a:lnTo>
                    <a:pt x="1036741" y="2141165"/>
                  </a:lnTo>
                  <a:lnTo>
                    <a:pt x="968926" y="2136855"/>
                  </a:lnTo>
                  <a:lnTo>
                    <a:pt x="901521" y="2128253"/>
                  </a:lnTo>
                  <a:lnTo>
                    <a:pt x="834797" y="2115393"/>
                  </a:lnTo>
                  <a:lnTo>
                    <a:pt x="769023" y="2098327"/>
                  </a:lnTo>
                  <a:lnTo>
                    <a:pt x="704464" y="2077124"/>
                  </a:lnTo>
                  <a:lnTo>
                    <a:pt x="641380" y="2051869"/>
                  </a:lnTo>
                  <a:lnTo>
                    <a:pt x="580024" y="2022663"/>
                  </a:lnTo>
                  <a:lnTo>
                    <a:pt x="520644" y="1989625"/>
                  </a:lnTo>
                  <a:lnTo>
                    <a:pt x="463480" y="1952888"/>
                  </a:lnTo>
                  <a:lnTo>
                    <a:pt x="408760" y="1912599"/>
                  </a:lnTo>
                  <a:lnTo>
                    <a:pt x="356706" y="1868920"/>
                  </a:lnTo>
                  <a:lnTo>
                    <a:pt x="307527" y="1822028"/>
                  </a:lnTo>
                  <a:lnTo>
                    <a:pt x="261421" y="1772111"/>
                  </a:lnTo>
                  <a:lnTo>
                    <a:pt x="218574" y="1719370"/>
                  </a:lnTo>
                  <a:lnTo>
                    <a:pt x="179158" y="1664018"/>
                  </a:lnTo>
                  <a:lnTo>
                    <a:pt x="143332" y="1606278"/>
                  </a:lnTo>
                  <a:lnTo>
                    <a:pt x="111240" y="1546382"/>
                  </a:lnTo>
                  <a:lnTo>
                    <a:pt x="83012" y="1484570"/>
                  </a:lnTo>
                  <a:lnTo>
                    <a:pt x="58761" y="1421093"/>
                  </a:lnTo>
                  <a:lnTo>
                    <a:pt x="38584" y="1356206"/>
                  </a:lnTo>
                  <a:lnTo>
                    <a:pt x="22564" y="1290170"/>
                  </a:lnTo>
                  <a:lnTo>
                    <a:pt x="10764" y="1223250"/>
                  </a:lnTo>
                  <a:lnTo>
                    <a:pt x="3233" y="1155717"/>
                  </a:lnTo>
                  <a:lnTo>
                    <a:pt x="0" y="1087842"/>
                  </a:lnTo>
                  <a:lnTo>
                    <a:pt x="1078" y="1019899"/>
                  </a:lnTo>
                  <a:lnTo>
                    <a:pt x="6463" y="952160"/>
                  </a:lnTo>
                  <a:lnTo>
                    <a:pt x="16133" y="884900"/>
                  </a:lnTo>
                  <a:lnTo>
                    <a:pt x="30050" y="818389"/>
                  </a:lnTo>
                  <a:lnTo>
                    <a:pt x="48158" y="752894"/>
                  </a:lnTo>
                  <a:lnTo>
                    <a:pt x="70383" y="688679"/>
                  </a:lnTo>
                  <a:lnTo>
                    <a:pt x="96635" y="626004"/>
                  </a:lnTo>
                  <a:lnTo>
                    <a:pt x="126811" y="565119"/>
                  </a:lnTo>
                  <a:lnTo>
                    <a:pt x="160787" y="506271"/>
                  </a:lnTo>
                  <a:lnTo>
                    <a:pt x="198426" y="449697"/>
                  </a:lnTo>
                  <a:lnTo>
                    <a:pt x="239579" y="395623"/>
                  </a:lnTo>
                  <a:lnTo>
                    <a:pt x="284078" y="344268"/>
                  </a:lnTo>
                  <a:lnTo>
                    <a:pt x="331744" y="295840"/>
                  </a:lnTo>
                  <a:lnTo>
                    <a:pt x="382386" y="250531"/>
                  </a:lnTo>
                  <a:lnTo>
                    <a:pt x="435800" y="208526"/>
                  </a:lnTo>
                  <a:lnTo>
                    <a:pt x="491771" y="169994"/>
                  </a:lnTo>
                  <a:lnTo>
                    <a:pt x="550072" y="135088"/>
                  </a:lnTo>
                  <a:lnTo>
                    <a:pt x="610470" y="103951"/>
                  </a:lnTo>
                  <a:lnTo>
                    <a:pt x="672721" y="76707"/>
                  </a:lnTo>
                  <a:lnTo>
                    <a:pt x="736575" y="53466"/>
                  </a:lnTo>
                  <a:lnTo>
                    <a:pt x="801775" y="34322"/>
                  </a:lnTo>
                  <a:lnTo>
                    <a:pt x="868057" y="19351"/>
                  </a:lnTo>
                  <a:lnTo>
                    <a:pt x="935155" y="8615"/>
                  </a:lnTo>
                  <a:lnTo>
                    <a:pt x="1002799" y="2155"/>
                  </a:lnTo>
                  <a:lnTo>
                    <a:pt x="107071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31362" y="2109353"/>
              <a:ext cx="3212152" cy="3211748"/>
            </a:xfrm>
            <a:custGeom>
              <a:avLst/>
              <a:pathLst>
                <a:path w="3212152" h="3211748">
                  <a:moveTo>
                    <a:pt x="1606076" y="0"/>
                  </a:moveTo>
                  <a:lnTo>
                    <a:pt x="1707952" y="3233"/>
                  </a:lnTo>
                  <a:lnTo>
                    <a:pt x="1809419" y="12922"/>
                  </a:lnTo>
                  <a:lnTo>
                    <a:pt x="1910066" y="29027"/>
                  </a:lnTo>
                  <a:lnTo>
                    <a:pt x="2009489" y="51483"/>
                  </a:lnTo>
                  <a:lnTo>
                    <a:pt x="2107288" y="80199"/>
                  </a:lnTo>
                  <a:lnTo>
                    <a:pt x="2203069" y="115061"/>
                  </a:lnTo>
                  <a:lnTo>
                    <a:pt x="2296446" y="155927"/>
                  </a:lnTo>
                  <a:lnTo>
                    <a:pt x="2387043" y="202633"/>
                  </a:lnTo>
                  <a:lnTo>
                    <a:pt x="2474495" y="254991"/>
                  </a:lnTo>
                  <a:lnTo>
                    <a:pt x="2558451" y="312790"/>
                  </a:lnTo>
                  <a:lnTo>
                    <a:pt x="2638572" y="375797"/>
                  </a:lnTo>
                  <a:lnTo>
                    <a:pt x="2714535" y="443760"/>
                  </a:lnTo>
                  <a:lnTo>
                    <a:pt x="2786035" y="516403"/>
                  </a:lnTo>
                  <a:lnTo>
                    <a:pt x="2852783" y="593435"/>
                  </a:lnTo>
                  <a:lnTo>
                    <a:pt x="2914512" y="674545"/>
                  </a:lnTo>
                  <a:lnTo>
                    <a:pt x="2970971" y="759407"/>
                  </a:lnTo>
                  <a:lnTo>
                    <a:pt x="3021935" y="847679"/>
                  </a:lnTo>
                  <a:lnTo>
                    <a:pt x="3067198" y="939006"/>
                  </a:lnTo>
                  <a:lnTo>
                    <a:pt x="3106577" y="1033019"/>
                  </a:lnTo>
                  <a:lnTo>
                    <a:pt x="3139915" y="1129341"/>
                  </a:lnTo>
                  <a:lnTo>
                    <a:pt x="3167076" y="1227583"/>
                  </a:lnTo>
                  <a:lnTo>
                    <a:pt x="3187951" y="1327351"/>
                  </a:lnTo>
                  <a:lnTo>
                    <a:pt x="3202457" y="1428241"/>
                  </a:lnTo>
                  <a:lnTo>
                    <a:pt x="3210535" y="1529848"/>
                  </a:lnTo>
                  <a:lnTo>
                    <a:pt x="3212152" y="1631763"/>
                  </a:lnTo>
                  <a:lnTo>
                    <a:pt x="3207302" y="1733575"/>
                  </a:lnTo>
                  <a:lnTo>
                    <a:pt x="3196005" y="1834875"/>
                  </a:lnTo>
                  <a:lnTo>
                    <a:pt x="3178305" y="1935255"/>
                  </a:lnTo>
                  <a:lnTo>
                    <a:pt x="3154275" y="2034309"/>
                  </a:lnTo>
                  <a:lnTo>
                    <a:pt x="3124010" y="2131640"/>
                  </a:lnTo>
                  <a:lnTo>
                    <a:pt x="3087634" y="2226856"/>
                  </a:lnTo>
                  <a:lnTo>
                    <a:pt x="3045291" y="2319573"/>
                  </a:lnTo>
                  <a:lnTo>
                    <a:pt x="2997154" y="2409417"/>
                  </a:lnTo>
                  <a:lnTo>
                    <a:pt x="2943415" y="2496028"/>
                  </a:lnTo>
                  <a:lnTo>
                    <a:pt x="2884291" y="2579056"/>
                  </a:lnTo>
                  <a:lnTo>
                    <a:pt x="2820020" y="2658167"/>
                  </a:lnTo>
                  <a:lnTo>
                    <a:pt x="2750861" y="2733042"/>
                  </a:lnTo>
                  <a:lnTo>
                    <a:pt x="2677092" y="2803380"/>
                  </a:lnTo>
                  <a:lnTo>
                    <a:pt x="2599011" y="2868898"/>
                  </a:lnTo>
                  <a:lnTo>
                    <a:pt x="2516932" y="2929332"/>
                  </a:lnTo>
                  <a:lnTo>
                    <a:pt x="2431185" y="2984438"/>
                  </a:lnTo>
                  <a:lnTo>
                    <a:pt x="2342115" y="3033995"/>
                  </a:lnTo>
                  <a:lnTo>
                    <a:pt x="2250082" y="3077803"/>
                  </a:lnTo>
                  <a:lnTo>
                    <a:pt x="2155455" y="3115686"/>
                  </a:lnTo>
                  <a:lnTo>
                    <a:pt x="2058617" y="3147491"/>
                  </a:lnTo>
                  <a:lnTo>
                    <a:pt x="1959956" y="3173090"/>
                  </a:lnTo>
                  <a:lnTo>
                    <a:pt x="1859870" y="3192380"/>
                  </a:lnTo>
                  <a:lnTo>
                    <a:pt x="1758762" y="3205283"/>
                  </a:lnTo>
                  <a:lnTo>
                    <a:pt x="1657040" y="3211748"/>
                  </a:lnTo>
                  <a:lnTo>
                    <a:pt x="1555112" y="3211748"/>
                  </a:lnTo>
                  <a:lnTo>
                    <a:pt x="1453389" y="3205283"/>
                  </a:lnTo>
                  <a:lnTo>
                    <a:pt x="1352282" y="3192380"/>
                  </a:lnTo>
                  <a:lnTo>
                    <a:pt x="1252196" y="3173090"/>
                  </a:lnTo>
                  <a:lnTo>
                    <a:pt x="1153535" y="3147491"/>
                  </a:lnTo>
                  <a:lnTo>
                    <a:pt x="1056696" y="3115686"/>
                  </a:lnTo>
                  <a:lnTo>
                    <a:pt x="962070" y="3077803"/>
                  </a:lnTo>
                  <a:lnTo>
                    <a:pt x="870036" y="3033995"/>
                  </a:lnTo>
                  <a:lnTo>
                    <a:pt x="780967" y="2984438"/>
                  </a:lnTo>
                  <a:lnTo>
                    <a:pt x="695220" y="2929332"/>
                  </a:lnTo>
                  <a:lnTo>
                    <a:pt x="613140" y="2868898"/>
                  </a:lnTo>
                  <a:lnTo>
                    <a:pt x="535059" y="2803380"/>
                  </a:lnTo>
                  <a:lnTo>
                    <a:pt x="461290" y="2733042"/>
                  </a:lnTo>
                  <a:lnTo>
                    <a:pt x="392132" y="2658167"/>
                  </a:lnTo>
                  <a:lnTo>
                    <a:pt x="327861" y="2579056"/>
                  </a:lnTo>
                  <a:lnTo>
                    <a:pt x="268737" y="2496028"/>
                  </a:lnTo>
                  <a:lnTo>
                    <a:pt x="214998" y="2409417"/>
                  </a:lnTo>
                  <a:lnTo>
                    <a:pt x="166860" y="2319573"/>
                  </a:lnTo>
                  <a:lnTo>
                    <a:pt x="124518" y="2226856"/>
                  </a:lnTo>
                  <a:lnTo>
                    <a:pt x="88141" y="2131640"/>
                  </a:lnTo>
                  <a:lnTo>
                    <a:pt x="57877" y="2034309"/>
                  </a:lnTo>
                  <a:lnTo>
                    <a:pt x="33846" y="1935255"/>
                  </a:lnTo>
                  <a:lnTo>
                    <a:pt x="16147" y="1834875"/>
                  </a:lnTo>
                  <a:lnTo>
                    <a:pt x="4849" y="1733575"/>
                  </a:lnTo>
                  <a:lnTo>
                    <a:pt x="0" y="1631763"/>
                  </a:lnTo>
                  <a:lnTo>
                    <a:pt x="1617" y="1529848"/>
                  </a:lnTo>
                  <a:lnTo>
                    <a:pt x="9694" y="1428241"/>
                  </a:lnTo>
                  <a:lnTo>
                    <a:pt x="24200" y="1327351"/>
                  </a:lnTo>
                  <a:lnTo>
                    <a:pt x="45076" y="1227583"/>
                  </a:lnTo>
                  <a:lnTo>
                    <a:pt x="72237" y="1129341"/>
                  </a:lnTo>
                  <a:lnTo>
                    <a:pt x="105574" y="1033019"/>
                  </a:lnTo>
                  <a:lnTo>
                    <a:pt x="144953" y="939006"/>
                  </a:lnTo>
                  <a:lnTo>
                    <a:pt x="190216" y="847679"/>
                  </a:lnTo>
                  <a:lnTo>
                    <a:pt x="241180" y="759407"/>
                  </a:lnTo>
                  <a:lnTo>
                    <a:pt x="297640" y="674545"/>
                  </a:lnTo>
                  <a:lnTo>
                    <a:pt x="359368" y="593435"/>
                  </a:lnTo>
                  <a:lnTo>
                    <a:pt x="426117" y="516403"/>
                  </a:lnTo>
                  <a:lnTo>
                    <a:pt x="497617" y="443760"/>
                  </a:lnTo>
                  <a:lnTo>
                    <a:pt x="573580" y="375797"/>
                  </a:lnTo>
                  <a:lnTo>
                    <a:pt x="653701" y="312790"/>
                  </a:lnTo>
                  <a:lnTo>
                    <a:pt x="737656" y="254991"/>
                  </a:lnTo>
                  <a:lnTo>
                    <a:pt x="825108" y="202633"/>
                  </a:lnTo>
                  <a:lnTo>
                    <a:pt x="915705" y="155927"/>
                  </a:lnTo>
                  <a:lnTo>
                    <a:pt x="1009082" y="115061"/>
                  </a:lnTo>
                  <a:lnTo>
                    <a:pt x="1104863" y="80199"/>
                  </a:lnTo>
                  <a:lnTo>
                    <a:pt x="1202662" y="51483"/>
                  </a:lnTo>
                  <a:lnTo>
                    <a:pt x="1302086" y="29027"/>
                  </a:lnTo>
                  <a:lnTo>
                    <a:pt x="1402733" y="12922"/>
                  </a:lnTo>
                  <a:lnTo>
                    <a:pt x="1504199" y="3233"/>
                  </a:lnTo>
                  <a:lnTo>
                    <a:pt x="160607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896003" y="1573927"/>
              <a:ext cx="4282870" cy="4282330"/>
            </a:xfrm>
            <a:custGeom>
              <a:avLst/>
              <a:pathLst>
                <a:path w="4282870" h="4282330">
                  <a:moveTo>
                    <a:pt x="2141435" y="0"/>
                  </a:moveTo>
                  <a:lnTo>
                    <a:pt x="2277270" y="4311"/>
                  </a:lnTo>
                  <a:lnTo>
                    <a:pt x="2412558" y="17230"/>
                  </a:lnTo>
                  <a:lnTo>
                    <a:pt x="2546755" y="38703"/>
                  </a:lnTo>
                  <a:lnTo>
                    <a:pt x="2679319" y="68644"/>
                  </a:lnTo>
                  <a:lnTo>
                    <a:pt x="2809718" y="106932"/>
                  </a:lnTo>
                  <a:lnTo>
                    <a:pt x="2937426" y="153414"/>
                  </a:lnTo>
                  <a:lnTo>
                    <a:pt x="3061928" y="207902"/>
                  </a:lnTo>
                  <a:lnTo>
                    <a:pt x="3182724" y="270177"/>
                  </a:lnTo>
                  <a:lnTo>
                    <a:pt x="3299327" y="339988"/>
                  </a:lnTo>
                  <a:lnTo>
                    <a:pt x="3411268" y="417053"/>
                  </a:lnTo>
                  <a:lnTo>
                    <a:pt x="3518096" y="501063"/>
                  </a:lnTo>
                  <a:lnTo>
                    <a:pt x="3619380" y="591680"/>
                  </a:lnTo>
                  <a:lnTo>
                    <a:pt x="3714713" y="688537"/>
                  </a:lnTo>
                  <a:lnTo>
                    <a:pt x="3803711" y="791247"/>
                  </a:lnTo>
                  <a:lnTo>
                    <a:pt x="3886016" y="899394"/>
                  </a:lnTo>
                  <a:lnTo>
                    <a:pt x="3961295" y="1012543"/>
                  </a:lnTo>
                  <a:lnTo>
                    <a:pt x="4029247" y="1130239"/>
                  </a:lnTo>
                  <a:lnTo>
                    <a:pt x="4089598" y="1252008"/>
                  </a:lnTo>
                  <a:lnTo>
                    <a:pt x="4142103" y="1377359"/>
                  </a:lnTo>
                  <a:lnTo>
                    <a:pt x="4186553" y="1505788"/>
                  </a:lnTo>
                  <a:lnTo>
                    <a:pt x="4222768" y="1636778"/>
                  </a:lnTo>
                  <a:lnTo>
                    <a:pt x="4250602" y="1769801"/>
                  </a:lnTo>
                  <a:lnTo>
                    <a:pt x="4269943" y="1904321"/>
                  </a:lnTo>
                  <a:lnTo>
                    <a:pt x="4280713" y="2039798"/>
                  </a:lnTo>
                  <a:lnTo>
                    <a:pt x="4282870" y="2175684"/>
                  </a:lnTo>
                  <a:lnTo>
                    <a:pt x="4276403" y="2311434"/>
                  </a:lnTo>
                  <a:lnTo>
                    <a:pt x="4261340" y="2446500"/>
                  </a:lnTo>
                  <a:lnTo>
                    <a:pt x="4237740" y="2580340"/>
                  </a:lnTo>
                  <a:lnTo>
                    <a:pt x="4205700" y="2712412"/>
                  </a:lnTo>
                  <a:lnTo>
                    <a:pt x="4165347" y="2842187"/>
                  </a:lnTo>
                  <a:lnTo>
                    <a:pt x="4116845" y="2969141"/>
                  </a:lnTo>
                  <a:lnTo>
                    <a:pt x="4060389" y="3092764"/>
                  </a:lnTo>
                  <a:lnTo>
                    <a:pt x="3996205" y="3212556"/>
                  </a:lnTo>
                  <a:lnTo>
                    <a:pt x="3924553" y="3328037"/>
                  </a:lnTo>
                  <a:lnTo>
                    <a:pt x="3845721" y="3438741"/>
                  </a:lnTo>
                  <a:lnTo>
                    <a:pt x="3760027" y="3544222"/>
                  </a:lnTo>
                  <a:lnTo>
                    <a:pt x="3667815" y="3644056"/>
                  </a:lnTo>
                  <a:lnTo>
                    <a:pt x="3569457" y="3737840"/>
                  </a:lnTo>
                  <a:lnTo>
                    <a:pt x="3465348" y="3825198"/>
                  </a:lnTo>
                  <a:lnTo>
                    <a:pt x="3355909" y="3905776"/>
                  </a:lnTo>
                  <a:lnTo>
                    <a:pt x="3241580" y="3979251"/>
                  </a:lnTo>
                  <a:lnTo>
                    <a:pt x="3122820" y="4045327"/>
                  </a:lnTo>
                  <a:lnTo>
                    <a:pt x="3000109" y="4103738"/>
                  </a:lnTo>
                  <a:lnTo>
                    <a:pt x="2873941" y="4154248"/>
                  </a:lnTo>
                  <a:lnTo>
                    <a:pt x="2744822" y="4196655"/>
                  </a:lnTo>
                  <a:lnTo>
                    <a:pt x="2613275" y="4230787"/>
                  </a:lnTo>
                  <a:lnTo>
                    <a:pt x="2479827" y="4256507"/>
                  </a:lnTo>
                  <a:lnTo>
                    <a:pt x="2345017" y="4273711"/>
                  </a:lnTo>
                  <a:lnTo>
                    <a:pt x="2209386" y="4282330"/>
                  </a:lnTo>
                  <a:lnTo>
                    <a:pt x="2073483" y="4282330"/>
                  </a:lnTo>
                  <a:lnTo>
                    <a:pt x="1937853" y="4273711"/>
                  </a:lnTo>
                  <a:lnTo>
                    <a:pt x="1803042" y="4256507"/>
                  </a:lnTo>
                  <a:lnTo>
                    <a:pt x="1669594" y="4230787"/>
                  </a:lnTo>
                  <a:lnTo>
                    <a:pt x="1538047" y="4196655"/>
                  </a:lnTo>
                  <a:lnTo>
                    <a:pt x="1408928" y="4154248"/>
                  </a:lnTo>
                  <a:lnTo>
                    <a:pt x="1282760" y="4103738"/>
                  </a:lnTo>
                  <a:lnTo>
                    <a:pt x="1160049" y="4045327"/>
                  </a:lnTo>
                  <a:lnTo>
                    <a:pt x="1041289" y="3979251"/>
                  </a:lnTo>
                  <a:lnTo>
                    <a:pt x="926960" y="3905776"/>
                  </a:lnTo>
                  <a:lnTo>
                    <a:pt x="817521" y="3825198"/>
                  </a:lnTo>
                  <a:lnTo>
                    <a:pt x="713412" y="3737840"/>
                  </a:lnTo>
                  <a:lnTo>
                    <a:pt x="615054" y="3644056"/>
                  </a:lnTo>
                  <a:lnTo>
                    <a:pt x="522842" y="3544222"/>
                  </a:lnTo>
                  <a:lnTo>
                    <a:pt x="437148" y="3438741"/>
                  </a:lnTo>
                  <a:lnTo>
                    <a:pt x="358316" y="3328037"/>
                  </a:lnTo>
                  <a:lnTo>
                    <a:pt x="286664" y="3212556"/>
                  </a:lnTo>
                  <a:lnTo>
                    <a:pt x="222481" y="3092764"/>
                  </a:lnTo>
                  <a:lnTo>
                    <a:pt x="166024" y="2969141"/>
                  </a:lnTo>
                  <a:lnTo>
                    <a:pt x="117522" y="2842187"/>
                  </a:lnTo>
                  <a:lnTo>
                    <a:pt x="77169" y="2712412"/>
                  </a:lnTo>
                  <a:lnTo>
                    <a:pt x="45129" y="2580340"/>
                  </a:lnTo>
                  <a:lnTo>
                    <a:pt x="21529" y="2446500"/>
                  </a:lnTo>
                  <a:lnTo>
                    <a:pt x="6466" y="2311434"/>
                  </a:lnTo>
                  <a:lnTo>
                    <a:pt x="0" y="2175684"/>
                  </a:lnTo>
                  <a:lnTo>
                    <a:pt x="2156" y="2039798"/>
                  </a:lnTo>
                  <a:lnTo>
                    <a:pt x="12926" y="1904321"/>
                  </a:lnTo>
                  <a:lnTo>
                    <a:pt x="32267" y="1769801"/>
                  </a:lnTo>
                  <a:lnTo>
                    <a:pt x="60101" y="1636778"/>
                  </a:lnTo>
                  <a:lnTo>
                    <a:pt x="96316" y="1505788"/>
                  </a:lnTo>
                  <a:lnTo>
                    <a:pt x="140766" y="1377359"/>
                  </a:lnTo>
                  <a:lnTo>
                    <a:pt x="193271" y="1252008"/>
                  </a:lnTo>
                  <a:lnTo>
                    <a:pt x="253622" y="1130239"/>
                  </a:lnTo>
                  <a:lnTo>
                    <a:pt x="321574" y="1012543"/>
                  </a:lnTo>
                  <a:lnTo>
                    <a:pt x="396853" y="899394"/>
                  </a:lnTo>
                  <a:lnTo>
                    <a:pt x="479158" y="791247"/>
                  </a:lnTo>
                  <a:lnTo>
                    <a:pt x="568156" y="688537"/>
                  </a:lnTo>
                  <a:lnTo>
                    <a:pt x="663489" y="591680"/>
                  </a:lnTo>
                  <a:lnTo>
                    <a:pt x="764773" y="501063"/>
                  </a:lnTo>
                  <a:lnTo>
                    <a:pt x="871601" y="417053"/>
                  </a:lnTo>
                  <a:lnTo>
                    <a:pt x="983542" y="339988"/>
                  </a:lnTo>
                  <a:lnTo>
                    <a:pt x="1100145" y="270177"/>
                  </a:lnTo>
                  <a:lnTo>
                    <a:pt x="1220941" y="207902"/>
                  </a:lnTo>
                  <a:lnTo>
                    <a:pt x="1345443" y="153414"/>
                  </a:lnTo>
                  <a:lnTo>
                    <a:pt x="1473151" y="106932"/>
                  </a:lnTo>
                  <a:lnTo>
                    <a:pt x="1603550" y="68644"/>
                  </a:lnTo>
                  <a:lnTo>
                    <a:pt x="1736114" y="38703"/>
                  </a:lnTo>
                  <a:lnTo>
                    <a:pt x="1870311" y="17230"/>
                  </a:lnTo>
                  <a:lnTo>
                    <a:pt x="2005599" y="4311"/>
                  </a:lnTo>
                  <a:lnTo>
                    <a:pt x="214143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60644" y="1038501"/>
              <a:ext cx="5353587" cy="5352913"/>
            </a:xfrm>
            <a:custGeom>
              <a:avLst/>
              <a:pathLst>
                <a:path w="5353587" h="5352913">
                  <a:moveTo>
                    <a:pt x="2676793" y="0"/>
                  </a:moveTo>
                  <a:lnTo>
                    <a:pt x="2846587" y="5389"/>
                  </a:lnTo>
                  <a:lnTo>
                    <a:pt x="3015698" y="21538"/>
                  </a:lnTo>
                  <a:lnTo>
                    <a:pt x="3183444" y="48379"/>
                  </a:lnTo>
                  <a:lnTo>
                    <a:pt x="3349149" y="85805"/>
                  </a:lnTo>
                  <a:lnTo>
                    <a:pt x="3512148" y="133666"/>
                  </a:lnTo>
                  <a:lnTo>
                    <a:pt x="3671782" y="191768"/>
                  </a:lnTo>
                  <a:lnTo>
                    <a:pt x="3827410" y="259878"/>
                  </a:lnTo>
                  <a:lnTo>
                    <a:pt x="3978406" y="337721"/>
                  </a:lnTo>
                  <a:lnTo>
                    <a:pt x="4124159" y="424985"/>
                  </a:lnTo>
                  <a:lnTo>
                    <a:pt x="4264085" y="521316"/>
                  </a:lnTo>
                  <a:lnTo>
                    <a:pt x="4397620" y="626329"/>
                  </a:lnTo>
                  <a:lnTo>
                    <a:pt x="4524225" y="739600"/>
                  </a:lnTo>
                  <a:lnTo>
                    <a:pt x="4643391" y="860672"/>
                  </a:lnTo>
                  <a:lnTo>
                    <a:pt x="4754639" y="989058"/>
                  </a:lnTo>
                  <a:lnTo>
                    <a:pt x="4857520" y="1124242"/>
                  </a:lnTo>
                  <a:lnTo>
                    <a:pt x="4951619" y="1265679"/>
                  </a:lnTo>
                  <a:lnTo>
                    <a:pt x="5036559" y="1412799"/>
                  </a:lnTo>
                  <a:lnTo>
                    <a:pt x="5111997" y="1565010"/>
                  </a:lnTo>
                  <a:lnTo>
                    <a:pt x="5177629" y="1721699"/>
                  </a:lnTo>
                  <a:lnTo>
                    <a:pt x="5233191" y="1882236"/>
                  </a:lnTo>
                  <a:lnTo>
                    <a:pt x="5278460" y="2045973"/>
                  </a:lnTo>
                  <a:lnTo>
                    <a:pt x="5313252" y="2212251"/>
                  </a:lnTo>
                  <a:lnTo>
                    <a:pt x="5337429" y="2380402"/>
                  </a:lnTo>
                  <a:lnTo>
                    <a:pt x="5350892" y="2549747"/>
                  </a:lnTo>
                  <a:lnTo>
                    <a:pt x="5353587" y="2719606"/>
                  </a:lnTo>
                  <a:lnTo>
                    <a:pt x="5345504" y="2889293"/>
                  </a:lnTo>
                  <a:lnTo>
                    <a:pt x="5326675" y="3058126"/>
                  </a:lnTo>
                  <a:lnTo>
                    <a:pt x="5297175" y="3225425"/>
                  </a:lnTo>
                  <a:lnTo>
                    <a:pt x="5257125" y="3390516"/>
                  </a:lnTo>
                  <a:lnTo>
                    <a:pt x="5206684" y="3552734"/>
                  </a:lnTo>
                  <a:lnTo>
                    <a:pt x="5146056" y="3711427"/>
                  </a:lnTo>
                  <a:lnTo>
                    <a:pt x="5075486" y="3865955"/>
                  </a:lnTo>
                  <a:lnTo>
                    <a:pt x="4995257" y="4015696"/>
                  </a:lnTo>
                  <a:lnTo>
                    <a:pt x="4905692" y="4160047"/>
                  </a:lnTo>
                  <a:lnTo>
                    <a:pt x="4807152" y="4298427"/>
                  </a:lnTo>
                  <a:lnTo>
                    <a:pt x="4700034" y="4430278"/>
                  </a:lnTo>
                  <a:lnTo>
                    <a:pt x="4584769" y="4555070"/>
                  </a:lnTo>
                  <a:lnTo>
                    <a:pt x="4461821" y="4672301"/>
                  </a:lnTo>
                  <a:lnTo>
                    <a:pt x="4331686" y="4781497"/>
                  </a:lnTo>
                  <a:lnTo>
                    <a:pt x="4194887" y="4882220"/>
                  </a:lnTo>
                  <a:lnTo>
                    <a:pt x="4051975" y="4974064"/>
                  </a:lnTo>
                  <a:lnTo>
                    <a:pt x="3903526" y="5056659"/>
                  </a:lnTo>
                  <a:lnTo>
                    <a:pt x="3750137" y="5129672"/>
                  </a:lnTo>
                  <a:lnTo>
                    <a:pt x="3592426" y="5192810"/>
                  </a:lnTo>
                  <a:lnTo>
                    <a:pt x="3431028" y="5245818"/>
                  </a:lnTo>
                  <a:lnTo>
                    <a:pt x="3266593" y="5288483"/>
                  </a:lnTo>
                  <a:lnTo>
                    <a:pt x="3099784" y="5320633"/>
                  </a:lnTo>
                  <a:lnTo>
                    <a:pt x="2931271" y="5342139"/>
                  </a:lnTo>
                  <a:lnTo>
                    <a:pt x="2761733" y="5352913"/>
                  </a:lnTo>
                  <a:lnTo>
                    <a:pt x="2591853" y="5352913"/>
                  </a:lnTo>
                  <a:lnTo>
                    <a:pt x="2422316" y="5342139"/>
                  </a:lnTo>
                  <a:lnTo>
                    <a:pt x="2253803" y="5320633"/>
                  </a:lnTo>
                  <a:lnTo>
                    <a:pt x="2086993" y="5288483"/>
                  </a:lnTo>
                  <a:lnTo>
                    <a:pt x="1922558" y="5245818"/>
                  </a:lnTo>
                  <a:lnTo>
                    <a:pt x="1761161" y="5192810"/>
                  </a:lnTo>
                  <a:lnTo>
                    <a:pt x="1603450" y="5129672"/>
                  </a:lnTo>
                  <a:lnTo>
                    <a:pt x="1450061" y="5056659"/>
                  </a:lnTo>
                  <a:lnTo>
                    <a:pt x="1301612" y="4974064"/>
                  </a:lnTo>
                  <a:lnTo>
                    <a:pt x="1158700" y="4882220"/>
                  </a:lnTo>
                  <a:lnTo>
                    <a:pt x="1021901" y="4781497"/>
                  </a:lnTo>
                  <a:lnTo>
                    <a:pt x="891765" y="4672301"/>
                  </a:lnTo>
                  <a:lnTo>
                    <a:pt x="768818" y="4555070"/>
                  </a:lnTo>
                  <a:lnTo>
                    <a:pt x="653553" y="4430278"/>
                  </a:lnTo>
                  <a:lnTo>
                    <a:pt x="546435" y="4298427"/>
                  </a:lnTo>
                  <a:lnTo>
                    <a:pt x="447895" y="4160047"/>
                  </a:lnTo>
                  <a:lnTo>
                    <a:pt x="358330" y="4015696"/>
                  </a:lnTo>
                  <a:lnTo>
                    <a:pt x="278101" y="3865955"/>
                  </a:lnTo>
                  <a:lnTo>
                    <a:pt x="207530" y="3711427"/>
                  </a:lnTo>
                  <a:lnTo>
                    <a:pt x="146903" y="3552734"/>
                  </a:lnTo>
                  <a:lnTo>
                    <a:pt x="96462" y="3390516"/>
                  </a:lnTo>
                  <a:lnTo>
                    <a:pt x="56411" y="3225425"/>
                  </a:lnTo>
                  <a:lnTo>
                    <a:pt x="26912" y="3058126"/>
                  </a:lnTo>
                  <a:lnTo>
                    <a:pt x="8083" y="2889293"/>
                  </a:lnTo>
                  <a:lnTo>
                    <a:pt x="0" y="2719606"/>
                  </a:lnTo>
                  <a:lnTo>
                    <a:pt x="2695" y="2549747"/>
                  </a:lnTo>
                  <a:lnTo>
                    <a:pt x="16158" y="2380402"/>
                  </a:lnTo>
                  <a:lnTo>
                    <a:pt x="40334" y="2212251"/>
                  </a:lnTo>
                  <a:lnTo>
                    <a:pt x="75127" y="2045973"/>
                  </a:lnTo>
                  <a:lnTo>
                    <a:pt x="120395" y="1882236"/>
                  </a:lnTo>
                  <a:lnTo>
                    <a:pt x="175957" y="1721699"/>
                  </a:lnTo>
                  <a:lnTo>
                    <a:pt x="241589" y="1565010"/>
                  </a:lnTo>
                  <a:lnTo>
                    <a:pt x="317027" y="1412799"/>
                  </a:lnTo>
                  <a:lnTo>
                    <a:pt x="401967" y="1265679"/>
                  </a:lnTo>
                  <a:lnTo>
                    <a:pt x="496067" y="1124242"/>
                  </a:lnTo>
                  <a:lnTo>
                    <a:pt x="598948" y="989058"/>
                  </a:lnTo>
                  <a:lnTo>
                    <a:pt x="710195" y="860672"/>
                  </a:lnTo>
                  <a:lnTo>
                    <a:pt x="829362" y="739600"/>
                  </a:lnTo>
                  <a:lnTo>
                    <a:pt x="955967" y="626329"/>
                  </a:lnTo>
                  <a:lnTo>
                    <a:pt x="1089501" y="521316"/>
                  </a:lnTo>
                  <a:lnTo>
                    <a:pt x="1229427" y="424985"/>
                  </a:lnTo>
                  <a:lnTo>
                    <a:pt x="1375181" y="337721"/>
                  </a:lnTo>
                  <a:lnTo>
                    <a:pt x="1526176" y="259878"/>
                  </a:lnTo>
                  <a:lnTo>
                    <a:pt x="1681804" y="191768"/>
                  </a:lnTo>
                  <a:lnTo>
                    <a:pt x="1841439" y="133666"/>
                  </a:lnTo>
                  <a:lnTo>
                    <a:pt x="2004437" y="85805"/>
                  </a:lnTo>
                  <a:lnTo>
                    <a:pt x="2170143" y="48379"/>
                  </a:lnTo>
                  <a:lnTo>
                    <a:pt x="2337889" y="21538"/>
                  </a:lnTo>
                  <a:lnTo>
                    <a:pt x="2506999" y="5389"/>
                  </a:lnTo>
                  <a:lnTo>
                    <a:pt x="267679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41244" y="619048"/>
              <a:ext cx="6192387" cy="6191608"/>
            </a:xfrm>
            <a:custGeom>
              <a:avLst/>
              <a:pathLst>
                <a:path w="6192387" h="6191608">
                  <a:moveTo>
                    <a:pt x="3096193" y="0"/>
                  </a:moveTo>
                  <a:lnTo>
                    <a:pt x="3292591" y="6234"/>
                  </a:lnTo>
                  <a:lnTo>
                    <a:pt x="3488197" y="24912"/>
                  </a:lnTo>
                  <a:lnTo>
                    <a:pt x="3682226" y="55959"/>
                  </a:lnTo>
                  <a:lnTo>
                    <a:pt x="3873894" y="99249"/>
                  </a:lnTo>
                  <a:lnTo>
                    <a:pt x="4062431" y="154608"/>
                  </a:lnTo>
                  <a:lnTo>
                    <a:pt x="4247077" y="221814"/>
                  </a:lnTo>
                  <a:lnTo>
                    <a:pt x="4427089" y="300596"/>
                  </a:lnTo>
                  <a:lnTo>
                    <a:pt x="4601742" y="390635"/>
                  </a:lnTo>
                  <a:lnTo>
                    <a:pt x="4770333" y="491571"/>
                  </a:lnTo>
                  <a:lnTo>
                    <a:pt x="4932182" y="602996"/>
                  </a:lnTo>
                  <a:lnTo>
                    <a:pt x="5086639" y="724462"/>
                  </a:lnTo>
                  <a:lnTo>
                    <a:pt x="5233081" y="855480"/>
                  </a:lnTo>
                  <a:lnTo>
                    <a:pt x="5370918" y="995522"/>
                  </a:lnTo>
                  <a:lnTo>
                    <a:pt x="5499596" y="1144024"/>
                  </a:lnTo>
                  <a:lnTo>
                    <a:pt x="5618596" y="1300388"/>
                  </a:lnTo>
                  <a:lnTo>
                    <a:pt x="5727439" y="1463985"/>
                  </a:lnTo>
                  <a:lnTo>
                    <a:pt x="5825687" y="1634156"/>
                  </a:lnTo>
                  <a:lnTo>
                    <a:pt x="5912945" y="1810216"/>
                  </a:lnTo>
                  <a:lnTo>
                    <a:pt x="5988860" y="1991455"/>
                  </a:lnTo>
                  <a:lnTo>
                    <a:pt x="6053128" y="2177144"/>
                  </a:lnTo>
                  <a:lnTo>
                    <a:pt x="6105489" y="2366536"/>
                  </a:lnTo>
                  <a:lnTo>
                    <a:pt x="6145733" y="2558867"/>
                  </a:lnTo>
                  <a:lnTo>
                    <a:pt x="6173697" y="2753363"/>
                  </a:lnTo>
                  <a:lnTo>
                    <a:pt x="6189270" y="2949242"/>
                  </a:lnTo>
                  <a:lnTo>
                    <a:pt x="6192387" y="3145713"/>
                  </a:lnTo>
                  <a:lnTo>
                    <a:pt x="6183038" y="3341987"/>
                  </a:lnTo>
                  <a:lnTo>
                    <a:pt x="6161258" y="3537273"/>
                  </a:lnTo>
                  <a:lnTo>
                    <a:pt x="6127137" y="3730784"/>
                  </a:lnTo>
                  <a:lnTo>
                    <a:pt x="6080811" y="3921742"/>
                  </a:lnTo>
                  <a:lnTo>
                    <a:pt x="6022467" y="4109376"/>
                  </a:lnTo>
                  <a:lnTo>
                    <a:pt x="5952341" y="4292933"/>
                  </a:lnTo>
                  <a:lnTo>
                    <a:pt x="5870713" y="4471673"/>
                  </a:lnTo>
                  <a:lnTo>
                    <a:pt x="5777913" y="4644875"/>
                  </a:lnTo>
                  <a:lnTo>
                    <a:pt x="5674316" y="4811843"/>
                  </a:lnTo>
                  <a:lnTo>
                    <a:pt x="5560336" y="4971904"/>
                  </a:lnTo>
                  <a:lnTo>
                    <a:pt x="5436435" y="5124414"/>
                  </a:lnTo>
                  <a:lnTo>
                    <a:pt x="5303110" y="5268759"/>
                  </a:lnTo>
                  <a:lnTo>
                    <a:pt x="5160899" y="5404357"/>
                  </a:lnTo>
                  <a:lnTo>
                    <a:pt x="5010374" y="5530662"/>
                  </a:lnTo>
                  <a:lnTo>
                    <a:pt x="4852142" y="5647167"/>
                  </a:lnTo>
                  <a:lnTo>
                    <a:pt x="4686838" y="5753401"/>
                  </a:lnTo>
                  <a:lnTo>
                    <a:pt x="4515130" y="5848936"/>
                  </a:lnTo>
                  <a:lnTo>
                    <a:pt x="4337708" y="5933390"/>
                  </a:lnTo>
                  <a:lnTo>
                    <a:pt x="4155287" y="6006420"/>
                  </a:lnTo>
                  <a:lnTo>
                    <a:pt x="3968602" y="6067733"/>
                  </a:lnTo>
                  <a:lnTo>
                    <a:pt x="3778403" y="6117083"/>
                  </a:lnTo>
                  <a:lnTo>
                    <a:pt x="3585458" y="6154270"/>
                  </a:lnTo>
                  <a:lnTo>
                    <a:pt x="3390542" y="6179145"/>
                  </a:lnTo>
                  <a:lnTo>
                    <a:pt x="3194442" y="6191608"/>
                  </a:lnTo>
                  <a:lnTo>
                    <a:pt x="2997945" y="6191608"/>
                  </a:lnTo>
                  <a:lnTo>
                    <a:pt x="2801844" y="6179145"/>
                  </a:lnTo>
                  <a:lnTo>
                    <a:pt x="2606929" y="6154270"/>
                  </a:lnTo>
                  <a:lnTo>
                    <a:pt x="2413983" y="6117083"/>
                  </a:lnTo>
                  <a:lnTo>
                    <a:pt x="2223785" y="6067733"/>
                  </a:lnTo>
                  <a:lnTo>
                    <a:pt x="2037099" y="6006420"/>
                  </a:lnTo>
                  <a:lnTo>
                    <a:pt x="1854678" y="5933390"/>
                  </a:lnTo>
                  <a:lnTo>
                    <a:pt x="1677257" y="5848936"/>
                  </a:lnTo>
                  <a:lnTo>
                    <a:pt x="1505548" y="5753401"/>
                  </a:lnTo>
                  <a:lnTo>
                    <a:pt x="1340245" y="5647167"/>
                  </a:lnTo>
                  <a:lnTo>
                    <a:pt x="1182012" y="5530662"/>
                  </a:lnTo>
                  <a:lnTo>
                    <a:pt x="1031487" y="5404357"/>
                  </a:lnTo>
                  <a:lnTo>
                    <a:pt x="889276" y="5268759"/>
                  </a:lnTo>
                  <a:lnTo>
                    <a:pt x="755952" y="5124414"/>
                  </a:lnTo>
                  <a:lnTo>
                    <a:pt x="632050" y="4971904"/>
                  </a:lnTo>
                  <a:lnTo>
                    <a:pt x="518071" y="4811843"/>
                  </a:lnTo>
                  <a:lnTo>
                    <a:pt x="414473" y="4644875"/>
                  </a:lnTo>
                  <a:lnTo>
                    <a:pt x="321674" y="4471673"/>
                  </a:lnTo>
                  <a:lnTo>
                    <a:pt x="240046" y="4292933"/>
                  </a:lnTo>
                  <a:lnTo>
                    <a:pt x="169919" y="4109376"/>
                  </a:lnTo>
                  <a:lnTo>
                    <a:pt x="111576" y="3921742"/>
                  </a:lnTo>
                  <a:lnTo>
                    <a:pt x="65250" y="3730784"/>
                  </a:lnTo>
                  <a:lnTo>
                    <a:pt x="31128" y="3537273"/>
                  </a:lnTo>
                  <a:lnTo>
                    <a:pt x="9349" y="3341987"/>
                  </a:lnTo>
                  <a:lnTo>
                    <a:pt x="0" y="3145713"/>
                  </a:lnTo>
                  <a:lnTo>
                    <a:pt x="3117" y="2949242"/>
                  </a:lnTo>
                  <a:lnTo>
                    <a:pt x="18689" y="2753363"/>
                  </a:lnTo>
                  <a:lnTo>
                    <a:pt x="46654" y="2558867"/>
                  </a:lnTo>
                  <a:lnTo>
                    <a:pt x="86898" y="2366536"/>
                  </a:lnTo>
                  <a:lnTo>
                    <a:pt x="139259" y="2177144"/>
                  </a:lnTo>
                  <a:lnTo>
                    <a:pt x="203526" y="1991455"/>
                  </a:lnTo>
                  <a:lnTo>
                    <a:pt x="279442" y="1810216"/>
                  </a:lnTo>
                  <a:lnTo>
                    <a:pt x="366699" y="1634156"/>
                  </a:lnTo>
                  <a:lnTo>
                    <a:pt x="464947" y="1463985"/>
                  </a:lnTo>
                  <a:lnTo>
                    <a:pt x="573791" y="1300388"/>
                  </a:lnTo>
                  <a:lnTo>
                    <a:pt x="692791" y="1144024"/>
                  </a:lnTo>
                  <a:lnTo>
                    <a:pt x="821469" y="995522"/>
                  </a:lnTo>
                  <a:lnTo>
                    <a:pt x="959306" y="855480"/>
                  </a:lnTo>
                  <a:lnTo>
                    <a:pt x="1105748" y="724462"/>
                  </a:lnTo>
                  <a:lnTo>
                    <a:pt x="1260204" y="602996"/>
                  </a:lnTo>
                  <a:lnTo>
                    <a:pt x="1422054" y="491571"/>
                  </a:lnTo>
                  <a:lnTo>
                    <a:pt x="1590644" y="390635"/>
                  </a:lnTo>
                  <a:lnTo>
                    <a:pt x="1765297" y="300596"/>
                  </a:lnTo>
                  <a:lnTo>
                    <a:pt x="1945309" y="221814"/>
                  </a:lnTo>
                  <a:lnTo>
                    <a:pt x="2129956" y="154608"/>
                  </a:lnTo>
                  <a:lnTo>
                    <a:pt x="2318493" y="99249"/>
                  </a:lnTo>
                  <a:lnTo>
                    <a:pt x="2510161" y="55959"/>
                  </a:lnTo>
                  <a:lnTo>
                    <a:pt x="2704189" y="24912"/>
                  </a:lnTo>
                  <a:lnTo>
                    <a:pt x="2899796" y="6234"/>
                  </a:lnTo>
                  <a:lnTo>
                    <a:pt x="309619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2932129" y="1167003"/>
              <a:ext cx="3181496" cy="4454745"/>
            </a:xfrm>
            <a:custGeom>
              <a:avLst/>
              <a:pathLst>
                <a:path w="3181496" h="4454745">
                  <a:moveTo>
                    <a:pt x="1105308" y="0"/>
                  </a:moveTo>
                  <a:lnTo>
                    <a:pt x="1204694" y="19085"/>
                  </a:lnTo>
                  <a:lnTo>
                    <a:pt x="1302583" y="42018"/>
                  </a:lnTo>
                  <a:lnTo>
                    <a:pt x="1398826" y="68710"/>
                  </a:lnTo>
                  <a:lnTo>
                    <a:pt x="1493280" y="99068"/>
                  </a:lnTo>
                  <a:lnTo>
                    <a:pt x="1585808" y="132993"/>
                  </a:lnTo>
                  <a:lnTo>
                    <a:pt x="1676275" y="170380"/>
                  </a:lnTo>
                  <a:lnTo>
                    <a:pt x="1764554" y="211120"/>
                  </a:lnTo>
                  <a:lnTo>
                    <a:pt x="1850521" y="255099"/>
                  </a:lnTo>
                  <a:lnTo>
                    <a:pt x="1934060" y="302198"/>
                  </a:lnTo>
                  <a:lnTo>
                    <a:pt x="2015058" y="352296"/>
                  </a:lnTo>
                  <a:lnTo>
                    <a:pt x="2093411" y="405266"/>
                  </a:lnTo>
                  <a:lnTo>
                    <a:pt x="2169019" y="460978"/>
                  </a:lnTo>
                  <a:lnTo>
                    <a:pt x="2241788" y="519297"/>
                  </a:lnTo>
                  <a:lnTo>
                    <a:pt x="2311631" y="580089"/>
                  </a:lnTo>
                  <a:lnTo>
                    <a:pt x="2378466" y="643212"/>
                  </a:lnTo>
                  <a:lnTo>
                    <a:pt x="2442220" y="708527"/>
                  </a:lnTo>
                  <a:lnTo>
                    <a:pt x="2502824" y="775888"/>
                  </a:lnTo>
                  <a:lnTo>
                    <a:pt x="2560217" y="845149"/>
                  </a:lnTo>
                  <a:lnTo>
                    <a:pt x="2614343" y="916163"/>
                  </a:lnTo>
                  <a:lnTo>
                    <a:pt x="2665154" y="988782"/>
                  </a:lnTo>
                  <a:lnTo>
                    <a:pt x="2713287" y="1075187"/>
                  </a:lnTo>
                  <a:lnTo>
                    <a:pt x="2756887" y="1162789"/>
                  </a:lnTo>
                  <a:lnTo>
                    <a:pt x="2795941" y="1251360"/>
                  </a:lnTo>
                  <a:lnTo>
                    <a:pt x="2830450" y="1340671"/>
                  </a:lnTo>
                  <a:lnTo>
                    <a:pt x="2860425" y="1430495"/>
                  </a:lnTo>
                  <a:lnTo>
                    <a:pt x="2885888" y="1520610"/>
                  </a:lnTo>
                  <a:lnTo>
                    <a:pt x="2906871" y="1610794"/>
                  </a:lnTo>
                  <a:lnTo>
                    <a:pt x="2923419" y="1700829"/>
                  </a:lnTo>
                  <a:lnTo>
                    <a:pt x="2935584" y="1790503"/>
                  </a:lnTo>
                  <a:lnTo>
                    <a:pt x="2943432" y="1879606"/>
                  </a:lnTo>
                  <a:lnTo>
                    <a:pt x="2947034" y="1967934"/>
                  </a:lnTo>
                  <a:lnTo>
                    <a:pt x="2946476" y="2055289"/>
                  </a:lnTo>
                  <a:lnTo>
                    <a:pt x="2941848" y="2141477"/>
                  </a:lnTo>
                  <a:lnTo>
                    <a:pt x="2933253" y="2226312"/>
                  </a:lnTo>
                  <a:lnTo>
                    <a:pt x="2920800" y="2309614"/>
                  </a:lnTo>
                  <a:lnTo>
                    <a:pt x="2904606" y="2391210"/>
                  </a:lnTo>
                  <a:lnTo>
                    <a:pt x="2884797" y="2470934"/>
                  </a:lnTo>
                  <a:lnTo>
                    <a:pt x="2861506" y="2548628"/>
                  </a:lnTo>
                  <a:lnTo>
                    <a:pt x="2846267" y="2639868"/>
                  </a:lnTo>
                  <a:lnTo>
                    <a:pt x="2826326" y="2729514"/>
                  </a:lnTo>
                  <a:lnTo>
                    <a:pt x="2801808" y="2817327"/>
                  </a:lnTo>
                  <a:lnTo>
                    <a:pt x="2772851" y="2903075"/>
                  </a:lnTo>
                  <a:lnTo>
                    <a:pt x="2739603" y="2986536"/>
                  </a:lnTo>
                  <a:lnTo>
                    <a:pt x="2702224" y="3067497"/>
                  </a:lnTo>
                  <a:lnTo>
                    <a:pt x="2660883" y="3145757"/>
                  </a:lnTo>
                  <a:lnTo>
                    <a:pt x="2615761" y="3221125"/>
                  </a:lnTo>
                  <a:lnTo>
                    <a:pt x="2567045" y="3293420"/>
                  </a:lnTo>
                  <a:lnTo>
                    <a:pt x="2514934" y="3362476"/>
                  </a:lnTo>
                  <a:lnTo>
                    <a:pt x="2459631" y="3428136"/>
                  </a:lnTo>
                  <a:lnTo>
                    <a:pt x="2401349" y="3490257"/>
                  </a:lnTo>
                  <a:lnTo>
                    <a:pt x="2340306" y="3548709"/>
                  </a:lnTo>
                  <a:lnTo>
                    <a:pt x="2276723" y="3603375"/>
                  </a:lnTo>
                  <a:lnTo>
                    <a:pt x="2210830" y="3654150"/>
                  </a:lnTo>
                  <a:lnTo>
                    <a:pt x="2169636" y="3722933"/>
                  </a:lnTo>
                  <a:lnTo>
                    <a:pt x="2124320" y="3790298"/>
                  </a:lnTo>
                  <a:lnTo>
                    <a:pt x="2074925" y="3856005"/>
                  </a:lnTo>
                  <a:lnTo>
                    <a:pt x="2021506" y="3919815"/>
                  </a:lnTo>
                  <a:lnTo>
                    <a:pt x="1964132" y="3981489"/>
                  </a:lnTo>
                  <a:lnTo>
                    <a:pt x="1902886" y="4040792"/>
                  </a:lnTo>
                  <a:lnTo>
                    <a:pt x="1837866" y="4097490"/>
                  </a:lnTo>
                  <a:lnTo>
                    <a:pt x="1769180" y="4151356"/>
                  </a:lnTo>
                  <a:lnTo>
                    <a:pt x="1696953" y="4202166"/>
                  </a:lnTo>
                  <a:lnTo>
                    <a:pt x="1621323" y="4249699"/>
                  </a:lnTo>
                  <a:lnTo>
                    <a:pt x="1542437" y="4293745"/>
                  </a:lnTo>
                  <a:lnTo>
                    <a:pt x="1460460" y="4334098"/>
                  </a:lnTo>
                  <a:lnTo>
                    <a:pt x="1375566" y="4370559"/>
                  </a:lnTo>
                  <a:lnTo>
                    <a:pt x="1287942" y="4402939"/>
                  </a:lnTo>
                  <a:lnTo>
                    <a:pt x="1197786" y="4431058"/>
                  </a:lnTo>
                  <a:lnTo>
                    <a:pt x="1105308" y="4454745"/>
                  </a:lnTo>
                  <a:lnTo>
                    <a:pt x="1014604" y="4394960"/>
                  </a:lnTo>
                  <a:lnTo>
                    <a:pt x="929759" y="4331004"/>
                  </a:lnTo>
                  <a:lnTo>
                    <a:pt x="850959" y="4263308"/>
                  </a:lnTo>
                  <a:lnTo>
                    <a:pt x="778359" y="4192310"/>
                  </a:lnTo>
                  <a:lnTo>
                    <a:pt x="712087" y="4118454"/>
                  </a:lnTo>
                  <a:lnTo>
                    <a:pt x="652241" y="4042189"/>
                  </a:lnTo>
                  <a:lnTo>
                    <a:pt x="598892" y="3963965"/>
                  </a:lnTo>
                  <a:lnTo>
                    <a:pt x="552082" y="3884235"/>
                  </a:lnTo>
                  <a:lnTo>
                    <a:pt x="511822" y="3803449"/>
                  </a:lnTo>
                  <a:lnTo>
                    <a:pt x="478099" y="3722054"/>
                  </a:lnTo>
                  <a:lnTo>
                    <a:pt x="450868" y="3640496"/>
                  </a:lnTo>
                  <a:lnTo>
                    <a:pt x="430058" y="3559211"/>
                  </a:lnTo>
                  <a:lnTo>
                    <a:pt x="415572" y="3478629"/>
                  </a:lnTo>
                  <a:lnTo>
                    <a:pt x="407285" y="3399172"/>
                  </a:lnTo>
                  <a:lnTo>
                    <a:pt x="405045" y="3321249"/>
                  </a:lnTo>
                  <a:lnTo>
                    <a:pt x="408678" y="3245258"/>
                  </a:lnTo>
                  <a:lnTo>
                    <a:pt x="388740" y="3160635"/>
                  </a:lnTo>
                  <a:lnTo>
                    <a:pt x="377584" y="3077350"/>
                  </a:lnTo>
                  <a:lnTo>
                    <a:pt x="374867" y="2996243"/>
                  </a:lnTo>
                  <a:lnTo>
                    <a:pt x="380164" y="2918107"/>
                  </a:lnTo>
                  <a:lnTo>
                    <a:pt x="392984" y="2843682"/>
                  </a:lnTo>
                  <a:lnTo>
                    <a:pt x="412768" y="2773648"/>
                  </a:lnTo>
                  <a:lnTo>
                    <a:pt x="438899" y="2708619"/>
                  </a:lnTo>
                  <a:lnTo>
                    <a:pt x="470707" y="2649139"/>
                  </a:lnTo>
                  <a:lnTo>
                    <a:pt x="507479" y="2595678"/>
                  </a:lnTo>
                  <a:lnTo>
                    <a:pt x="548465" y="2548628"/>
                  </a:lnTo>
                  <a:lnTo>
                    <a:pt x="519175" y="2490899"/>
                  </a:lnTo>
                  <a:lnTo>
                    <a:pt x="496148" y="2427459"/>
                  </a:lnTo>
                  <a:lnTo>
                    <a:pt x="480216" y="2359008"/>
                  </a:lnTo>
                  <a:lnTo>
                    <a:pt x="472131" y="2286358"/>
                  </a:lnTo>
                  <a:lnTo>
                    <a:pt x="472555" y="2210414"/>
                  </a:lnTo>
                  <a:lnTo>
                    <a:pt x="482041" y="2132174"/>
                  </a:lnTo>
                  <a:lnTo>
                    <a:pt x="501029" y="2052709"/>
                  </a:lnTo>
                  <a:lnTo>
                    <a:pt x="529831" y="1973151"/>
                  </a:lnTo>
                  <a:lnTo>
                    <a:pt x="490104" y="1992039"/>
                  </a:lnTo>
                  <a:lnTo>
                    <a:pt x="450857" y="2013486"/>
                  </a:lnTo>
                  <a:lnTo>
                    <a:pt x="412247" y="2037489"/>
                  </a:lnTo>
                  <a:lnTo>
                    <a:pt x="374432" y="2064038"/>
                  </a:lnTo>
                  <a:lnTo>
                    <a:pt x="337572" y="2093109"/>
                  </a:lnTo>
                  <a:lnTo>
                    <a:pt x="301825" y="2124674"/>
                  </a:lnTo>
                  <a:lnTo>
                    <a:pt x="267350" y="2158691"/>
                  </a:lnTo>
                  <a:lnTo>
                    <a:pt x="234303" y="2195110"/>
                  </a:lnTo>
                  <a:lnTo>
                    <a:pt x="202838" y="2233873"/>
                  </a:lnTo>
                  <a:lnTo>
                    <a:pt x="173108" y="2274909"/>
                  </a:lnTo>
                  <a:lnTo>
                    <a:pt x="145262" y="2318141"/>
                  </a:lnTo>
                  <a:lnTo>
                    <a:pt x="119446" y="2363481"/>
                  </a:lnTo>
                  <a:lnTo>
                    <a:pt x="95802" y="2410832"/>
                  </a:lnTo>
                  <a:lnTo>
                    <a:pt x="74465" y="2460089"/>
                  </a:lnTo>
                  <a:lnTo>
                    <a:pt x="55569" y="2511136"/>
                  </a:lnTo>
                  <a:lnTo>
                    <a:pt x="39237" y="2563852"/>
                  </a:lnTo>
                  <a:lnTo>
                    <a:pt x="25591" y="2618106"/>
                  </a:lnTo>
                  <a:lnTo>
                    <a:pt x="14742" y="2673759"/>
                  </a:lnTo>
                  <a:lnTo>
                    <a:pt x="6797" y="2730664"/>
                  </a:lnTo>
                  <a:lnTo>
                    <a:pt x="1853" y="2788670"/>
                  </a:lnTo>
                  <a:lnTo>
                    <a:pt x="0" y="2847616"/>
                  </a:lnTo>
                  <a:lnTo>
                    <a:pt x="1318" y="2907336"/>
                  </a:lnTo>
                  <a:lnTo>
                    <a:pt x="5881" y="2967659"/>
                  </a:lnTo>
                  <a:lnTo>
                    <a:pt x="13750" y="3028408"/>
                  </a:lnTo>
                  <a:lnTo>
                    <a:pt x="24980" y="3089402"/>
                  </a:lnTo>
                  <a:lnTo>
                    <a:pt x="39613" y="3150453"/>
                  </a:lnTo>
                  <a:lnTo>
                    <a:pt x="57683" y="3211374"/>
                  </a:lnTo>
                  <a:lnTo>
                    <a:pt x="79212" y="3271972"/>
                  </a:lnTo>
                  <a:lnTo>
                    <a:pt x="104211" y="3332051"/>
                  </a:lnTo>
                  <a:lnTo>
                    <a:pt x="132681" y="3391414"/>
                  </a:lnTo>
                  <a:lnTo>
                    <a:pt x="164613" y="3449863"/>
                  </a:lnTo>
                  <a:lnTo>
                    <a:pt x="199984" y="3507200"/>
                  </a:lnTo>
                  <a:lnTo>
                    <a:pt x="238761" y="3563224"/>
                  </a:lnTo>
                  <a:lnTo>
                    <a:pt x="280901" y="3617738"/>
                  </a:lnTo>
                  <a:lnTo>
                    <a:pt x="326348" y="3670544"/>
                  </a:lnTo>
                  <a:lnTo>
                    <a:pt x="375035" y="3721446"/>
                  </a:lnTo>
                  <a:lnTo>
                    <a:pt x="426883" y="3770253"/>
                  </a:lnTo>
                  <a:lnTo>
                    <a:pt x="481803" y="3816774"/>
                  </a:lnTo>
                  <a:lnTo>
                    <a:pt x="539694" y="3860822"/>
                  </a:lnTo>
                  <a:lnTo>
                    <a:pt x="600445" y="3902218"/>
                  </a:lnTo>
                  <a:lnTo>
                    <a:pt x="663934" y="3940783"/>
                  </a:lnTo>
                  <a:lnTo>
                    <a:pt x="730026" y="3976348"/>
                  </a:lnTo>
                  <a:lnTo>
                    <a:pt x="798580" y="4008748"/>
                  </a:lnTo>
                  <a:lnTo>
                    <a:pt x="869443" y="4037825"/>
                  </a:lnTo>
                  <a:lnTo>
                    <a:pt x="942450" y="4063429"/>
                  </a:lnTo>
                  <a:lnTo>
                    <a:pt x="1017431" y="4085419"/>
                  </a:lnTo>
                  <a:lnTo>
                    <a:pt x="1094205" y="4103661"/>
                  </a:lnTo>
                  <a:lnTo>
                    <a:pt x="1172582" y="4118030"/>
                  </a:lnTo>
                  <a:lnTo>
                    <a:pt x="1252366" y="4128412"/>
                  </a:lnTo>
                  <a:lnTo>
                    <a:pt x="1333351" y="4134702"/>
                  </a:lnTo>
                  <a:lnTo>
                    <a:pt x="1415327" y="4136808"/>
                  </a:lnTo>
                  <a:lnTo>
                    <a:pt x="1498075" y="4134645"/>
                  </a:lnTo>
                  <a:lnTo>
                    <a:pt x="1581371" y="4128142"/>
                  </a:lnTo>
                  <a:lnTo>
                    <a:pt x="1664987" y="4117239"/>
                  </a:lnTo>
                  <a:lnTo>
                    <a:pt x="1748690" y="4101889"/>
                  </a:lnTo>
                  <a:lnTo>
                    <a:pt x="1832242" y="4082058"/>
                  </a:lnTo>
                  <a:lnTo>
                    <a:pt x="1915402" y="4057721"/>
                  </a:lnTo>
                  <a:lnTo>
                    <a:pt x="1997927" y="4028870"/>
                  </a:lnTo>
                  <a:lnTo>
                    <a:pt x="2079573" y="3995509"/>
                  </a:lnTo>
                  <a:lnTo>
                    <a:pt x="2160092" y="3957654"/>
                  </a:lnTo>
                  <a:lnTo>
                    <a:pt x="2239238" y="3915336"/>
                  </a:lnTo>
                  <a:lnTo>
                    <a:pt x="2316766" y="3868598"/>
                  </a:lnTo>
                  <a:lnTo>
                    <a:pt x="2392428" y="3817498"/>
                  </a:lnTo>
                  <a:lnTo>
                    <a:pt x="2465983" y="3762107"/>
                  </a:lnTo>
                  <a:lnTo>
                    <a:pt x="2537187" y="3702509"/>
                  </a:lnTo>
                  <a:lnTo>
                    <a:pt x="2605805" y="3638803"/>
                  </a:lnTo>
                  <a:lnTo>
                    <a:pt x="2671601" y="3571099"/>
                  </a:lnTo>
                  <a:lnTo>
                    <a:pt x="2734347" y="3499522"/>
                  </a:lnTo>
                  <a:lnTo>
                    <a:pt x="2793819" y="3424209"/>
                  </a:lnTo>
                  <a:lnTo>
                    <a:pt x="2849800" y="3345311"/>
                  </a:lnTo>
                  <a:lnTo>
                    <a:pt x="2902078" y="3262989"/>
                  </a:lnTo>
                  <a:lnTo>
                    <a:pt x="2950451" y="3177419"/>
                  </a:lnTo>
                  <a:lnTo>
                    <a:pt x="2994724" y="3088787"/>
                  </a:lnTo>
                  <a:lnTo>
                    <a:pt x="3034711" y="2997291"/>
                  </a:lnTo>
                  <a:lnTo>
                    <a:pt x="3070237" y="2903140"/>
                  </a:lnTo>
                  <a:lnTo>
                    <a:pt x="3101135" y="2806553"/>
                  </a:lnTo>
                  <a:lnTo>
                    <a:pt x="3127250" y="2707758"/>
                  </a:lnTo>
                  <a:lnTo>
                    <a:pt x="3148440" y="2606996"/>
                  </a:lnTo>
                  <a:lnTo>
                    <a:pt x="3164571" y="2504512"/>
                  </a:lnTo>
                  <a:lnTo>
                    <a:pt x="3175526" y="2400563"/>
                  </a:lnTo>
                  <a:lnTo>
                    <a:pt x="3181199" y="2295412"/>
                  </a:lnTo>
                  <a:lnTo>
                    <a:pt x="3181496" y="2189330"/>
                  </a:lnTo>
                  <a:lnTo>
                    <a:pt x="3176339" y="2082592"/>
                  </a:lnTo>
                  <a:lnTo>
                    <a:pt x="3165664" y="1975480"/>
                  </a:lnTo>
                  <a:lnTo>
                    <a:pt x="3149421" y="1868282"/>
                  </a:lnTo>
                  <a:lnTo>
                    <a:pt x="3127575" y="1761288"/>
                  </a:lnTo>
                  <a:lnTo>
                    <a:pt x="3100107" y="1654792"/>
                  </a:lnTo>
                  <a:lnTo>
                    <a:pt x="3067013" y="1549090"/>
                  </a:lnTo>
                  <a:lnTo>
                    <a:pt x="3028304" y="1444480"/>
                  </a:lnTo>
                  <a:lnTo>
                    <a:pt x="2984007" y="1341261"/>
                  </a:lnTo>
                  <a:lnTo>
                    <a:pt x="2934167" y="1239733"/>
                  </a:lnTo>
                  <a:lnTo>
                    <a:pt x="2878842" y="1140191"/>
                  </a:lnTo>
                  <a:lnTo>
                    <a:pt x="2818108" y="1042933"/>
                  </a:lnTo>
                  <a:lnTo>
                    <a:pt x="2752056" y="948253"/>
                  </a:lnTo>
                  <a:lnTo>
                    <a:pt x="2680792" y="856438"/>
                  </a:lnTo>
                  <a:lnTo>
                    <a:pt x="2604441" y="767777"/>
                  </a:lnTo>
                  <a:lnTo>
                    <a:pt x="2523140" y="682548"/>
                  </a:lnTo>
                  <a:lnTo>
                    <a:pt x="2437044" y="601026"/>
                  </a:lnTo>
                  <a:lnTo>
                    <a:pt x="2346321" y="523479"/>
                  </a:lnTo>
                  <a:lnTo>
                    <a:pt x="2251155" y="450167"/>
                  </a:lnTo>
                  <a:lnTo>
                    <a:pt x="2151744" y="381340"/>
                  </a:lnTo>
                  <a:lnTo>
                    <a:pt x="2048300" y="317240"/>
                  </a:lnTo>
                  <a:lnTo>
                    <a:pt x="1941050" y="258100"/>
                  </a:lnTo>
                  <a:lnTo>
                    <a:pt x="1830233" y="204141"/>
                  </a:lnTo>
                  <a:lnTo>
                    <a:pt x="1716100" y="155571"/>
                  </a:lnTo>
                  <a:lnTo>
                    <a:pt x="1598914" y="112588"/>
                  </a:lnTo>
                  <a:lnTo>
                    <a:pt x="1478951" y="75376"/>
                  </a:lnTo>
                  <a:lnTo>
                    <a:pt x="1356497" y="44106"/>
                  </a:lnTo>
                  <a:lnTo>
                    <a:pt x="1231847" y="18933"/>
                  </a:lnTo>
                  <a:close/>
                </a:path>
              </a:pathLst>
            </a:custGeom>
            <a:solidFill>
              <a:srgbClr val="4477AA">
                <a:alpha val="25882"/>
              </a:srgbClr>
            </a:solidFill>
            <a:ln w="27101" cap="flat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306997" y="1167003"/>
              <a:ext cx="2572167" cy="4454745"/>
            </a:xfrm>
            <a:custGeom>
              <a:avLst/>
              <a:pathLst>
                <a:path w="2572167" h="4454745">
                  <a:moveTo>
                    <a:pt x="730441" y="0"/>
                  </a:moveTo>
                  <a:lnTo>
                    <a:pt x="829827" y="19085"/>
                  </a:lnTo>
                  <a:lnTo>
                    <a:pt x="927715" y="42018"/>
                  </a:lnTo>
                  <a:lnTo>
                    <a:pt x="1023958" y="68710"/>
                  </a:lnTo>
                  <a:lnTo>
                    <a:pt x="1118413" y="99068"/>
                  </a:lnTo>
                  <a:lnTo>
                    <a:pt x="1210941" y="132993"/>
                  </a:lnTo>
                  <a:lnTo>
                    <a:pt x="1301408" y="170380"/>
                  </a:lnTo>
                  <a:lnTo>
                    <a:pt x="1389686" y="211120"/>
                  </a:lnTo>
                  <a:lnTo>
                    <a:pt x="1475654" y="255099"/>
                  </a:lnTo>
                  <a:lnTo>
                    <a:pt x="1559192" y="302198"/>
                  </a:lnTo>
                  <a:lnTo>
                    <a:pt x="1640191" y="352296"/>
                  </a:lnTo>
                  <a:lnTo>
                    <a:pt x="1718544" y="405266"/>
                  </a:lnTo>
                  <a:lnTo>
                    <a:pt x="1794152" y="460978"/>
                  </a:lnTo>
                  <a:lnTo>
                    <a:pt x="1866921" y="519297"/>
                  </a:lnTo>
                  <a:lnTo>
                    <a:pt x="1936763" y="580089"/>
                  </a:lnTo>
                  <a:lnTo>
                    <a:pt x="2003599" y="643212"/>
                  </a:lnTo>
                  <a:lnTo>
                    <a:pt x="2067353" y="708527"/>
                  </a:lnTo>
                  <a:lnTo>
                    <a:pt x="2127957" y="775888"/>
                  </a:lnTo>
                  <a:lnTo>
                    <a:pt x="2185349" y="845149"/>
                  </a:lnTo>
                  <a:lnTo>
                    <a:pt x="2239476" y="916163"/>
                  </a:lnTo>
                  <a:lnTo>
                    <a:pt x="2290287" y="988782"/>
                  </a:lnTo>
                  <a:lnTo>
                    <a:pt x="2338420" y="1075187"/>
                  </a:lnTo>
                  <a:lnTo>
                    <a:pt x="2382019" y="1162789"/>
                  </a:lnTo>
                  <a:lnTo>
                    <a:pt x="2421074" y="1251360"/>
                  </a:lnTo>
                  <a:lnTo>
                    <a:pt x="2455583" y="1340671"/>
                  </a:lnTo>
                  <a:lnTo>
                    <a:pt x="2485558" y="1430495"/>
                  </a:lnTo>
                  <a:lnTo>
                    <a:pt x="2511021" y="1520610"/>
                  </a:lnTo>
                  <a:lnTo>
                    <a:pt x="2532004" y="1610794"/>
                  </a:lnTo>
                  <a:lnTo>
                    <a:pt x="2548552" y="1700829"/>
                  </a:lnTo>
                  <a:lnTo>
                    <a:pt x="2560717" y="1790503"/>
                  </a:lnTo>
                  <a:lnTo>
                    <a:pt x="2568564" y="1879606"/>
                  </a:lnTo>
                  <a:lnTo>
                    <a:pt x="2572167" y="1967934"/>
                  </a:lnTo>
                  <a:lnTo>
                    <a:pt x="2571609" y="2055289"/>
                  </a:lnTo>
                  <a:lnTo>
                    <a:pt x="2566981" y="2141477"/>
                  </a:lnTo>
                  <a:lnTo>
                    <a:pt x="2558386" y="2226312"/>
                  </a:lnTo>
                  <a:lnTo>
                    <a:pt x="2545932" y="2309614"/>
                  </a:lnTo>
                  <a:lnTo>
                    <a:pt x="2529739" y="2391210"/>
                  </a:lnTo>
                  <a:lnTo>
                    <a:pt x="2509930" y="2470934"/>
                  </a:lnTo>
                  <a:lnTo>
                    <a:pt x="2486639" y="2548628"/>
                  </a:lnTo>
                  <a:lnTo>
                    <a:pt x="2471399" y="2639868"/>
                  </a:lnTo>
                  <a:lnTo>
                    <a:pt x="2451458" y="2729514"/>
                  </a:lnTo>
                  <a:lnTo>
                    <a:pt x="2426941" y="2817327"/>
                  </a:lnTo>
                  <a:lnTo>
                    <a:pt x="2397984" y="2903075"/>
                  </a:lnTo>
                  <a:lnTo>
                    <a:pt x="2364736" y="2986536"/>
                  </a:lnTo>
                  <a:lnTo>
                    <a:pt x="2327356" y="3067497"/>
                  </a:lnTo>
                  <a:lnTo>
                    <a:pt x="2286016" y="3145757"/>
                  </a:lnTo>
                  <a:lnTo>
                    <a:pt x="2240893" y="3221125"/>
                  </a:lnTo>
                  <a:lnTo>
                    <a:pt x="2192178" y="3293420"/>
                  </a:lnTo>
                  <a:lnTo>
                    <a:pt x="2140067" y="3362476"/>
                  </a:lnTo>
                  <a:lnTo>
                    <a:pt x="2084764" y="3428136"/>
                  </a:lnTo>
                  <a:lnTo>
                    <a:pt x="2026482" y="3490257"/>
                  </a:lnTo>
                  <a:lnTo>
                    <a:pt x="1965438" y="3548709"/>
                  </a:lnTo>
                  <a:lnTo>
                    <a:pt x="1901856" y="3603375"/>
                  </a:lnTo>
                  <a:lnTo>
                    <a:pt x="1835963" y="3654150"/>
                  </a:lnTo>
                  <a:lnTo>
                    <a:pt x="1794769" y="3722933"/>
                  </a:lnTo>
                  <a:lnTo>
                    <a:pt x="1749453" y="3790298"/>
                  </a:lnTo>
                  <a:lnTo>
                    <a:pt x="1700058" y="3856005"/>
                  </a:lnTo>
                  <a:lnTo>
                    <a:pt x="1646639" y="3919815"/>
                  </a:lnTo>
                  <a:lnTo>
                    <a:pt x="1589265" y="3981489"/>
                  </a:lnTo>
                  <a:lnTo>
                    <a:pt x="1528019" y="4040792"/>
                  </a:lnTo>
                  <a:lnTo>
                    <a:pt x="1462998" y="4097490"/>
                  </a:lnTo>
                  <a:lnTo>
                    <a:pt x="1394313" y="4151356"/>
                  </a:lnTo>
                  <a:lnTo>
                    <a:pt x="1322086" y="4202166"/>
                  </a:lnTo>
                  <a:lnTo>
                    <a:pt x="1246455" y="4249699"/>
                  </a:lnTo>
                  <a:lnTo>
                    <a:pt x="1167570" y="4293745"/>
                  </a:lnTo>
                  <a:lnTo>
                    <a:pt x="1085593" y="4334098"/>
                  </a:lnTo>
                  <a:lnTo>
                    <a:pt x="1000699" y="4370559"/>
                  </a:lnTo>
                  <a:lnTo>
                    <a:pt x="913075" y="4402939"/>
                  </a:lnTo>
                  <a:lnTo>
                    <a:pt x="822919" y="4431058"/>
                  </a:lnTo>
                  <a:lnTo>
                    <a:pt x="730441" y="4454745"/>
                  </a:lnTo>
                  <a:lnTo>
                    <a:pt x="639736" y="4394960"/>
                  </a:lnTo>
                  <a:lnTo>
                    <a:pt x="554892" y="4331004"/>
                  </a:lnTo>
                  <a:lnTo>
                    <a:pt x="476092" y="4263308"/>
                  </a:lnTo>
                  <a:lnTo>
                    <a:pt x="403492" y="4192310"/>
                  </a:lnTo>
                  <a:lnTo>
                    <a:pt x="337220" y="4118454"/>
                  </a:lnTo>
                  <a:lnTo>
                    <a:pt x="277374" y="4042189"/>
                  </a:lnTo>
                  <a:lnTo>
                    <a:pt x="224025" y="3963965"/>
                  </a:lnTo>
                  <a:lnTo>
                    <a:pt x="177214" y="3884235"/>
                  </a:lnTo>
                  <a:lnTo>
                    <a:pt x="136955" y="3803449"/>
                  </a:lnTo>
                  <a:lnTo>
                    <a:pt x="103231" y="3722054"/>
                  </a:lnTo>
                  <a:lnTo>
                    <a:pt x="76001" y="3640496"/>
                  </a:lnTo>
                  <a:lnTo>
                    <a:pt x="55191" y="3559211"/>
                  </a:lnTo>
                  <a:lnTo>
                    <a:pt x="40705" y="3478629"/>
                  </a:lnTo>
                  <a:lnTo>
                    <a:pt x="32417" y="3399172"/>
                  </a:lnTo>
                  <a:lnTo>
                    <a:pt x="30178" y="3321249"/>
                  </a:lnTo>
                  <a:lnTo>
                    <a:pt x="33810" y="3245258"/>
                  </a:lnTo>
                  <a:lnTo>
                    <a:pt x="13872" y="3160635"/>
                  </a:lnTo>
                  <a:lnTo>
                    <a:pt x="2717" y="3077350"/>
                  </a:lnTo>
                  <a:lnTo>
                    <a:pt x="0" y="2996243"/>
                  </a:lnTo>
                  <a:lnTo>
                    <a:pt x="5297" y="2918107"/>
                  </a:lnTo>
                  <a:lnTo>
                    <a:pt x="18117" y="2843682"/>
                  </a:lnTo>
                  <a:lnTo>
                    <a:pt x="37901" y="2773648"/>
                  </a:lnTo>
                  <a:lnTo>
                    <a:pt x="64032" y="2708619"/>
                  </a:lnTo>
                  <a:lnTo>
                    <a:pt x="95840" y="2649139"/>
                  </a:lnTo>
                  <a:lnTo>
                    <a:pt x="132612" y="2595678"/>
                  </a:lnTo>
                  <a:lnTo>
                    <a:pt x="173598" y="2548628"/>
                  </a:lnTo>
                  <a:lnTo>
                    <a:pt x="144308" y="2490899"/>
                  </a:lnTo>
                  <a:lnTo>
                    <a:pt x="121281" y="2427459"/>
                  </a:lnTo>
                  <a:lnTo>
                    <a:pt x="105348" y="2359008"/>
                  </a:lnTo>
                  <a:lnTo>
                    <a:pt x="97264" y="2286358"/>
                  </a:lnTo>
                  <a:lnTo>
                    <a:pt x="97688" y="2210414"/>
                  </a:lnTo>
                  <a:lnTo>
                    <a:pt x="107174" y="2132174"/>
                  </a:lnTo>
                  <a:lnTo>
                    <a:pt x="126161" y="2052709"/>
                  </a:lnTo>
                  <a:lnTo>
                    <a:pt x="154964" y="1973151"/>
                  </a:lnTo>
                </a:path>
              </a:pathLst>
            </a:custGeom>
            <a:ln w="27101" cap="flat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001772" y="1131336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5561618" y="2120119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757969" y="367996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107294" y="4785487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001772" y="5586082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305141" y="437659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444928" y="367996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426294" y="3104488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037438" y="963113"/>
              <a:ext cx="0" cy="2752518"/>
            </a:xfrm>
            <a:custGeom>
              <a:avLst/>
              <a:pathLst>
                <a:path w="0" h="2752518">
                  <a:moveTo>
                    <a:pt x="0" y="2752518"/>
                  </a:moveTo>
                  <a:lnTo>
                    <a:pt x="0" y="2657604"/>
                  </a:lnTo>
                  <a:lnTo>
                    <a:pt x="0" y="2562689"/>
                  </a:lnTo>
                  <a:lnTo>
                    <a:pt x="0" y="2467775"/>
                  </a:lnTo>
                  <a:lnTo>
                    <a:pt x="0" y="2372861"/>
                  </a:lnTo>
                  <a:lnTo>
                    <a:pt x="0" y="2277946"/>
                  </a:lnTo>
                  <a:lnTo>
                    <a:pt x="0" y="2183032"/>
                  </a:lnTo>
                  <a:lnTo>
                    <a:pt x="0" y="2088117"/>
                  </a:lnTo>
                  <a:lnTo>
                    <a:pt x="0" y="1993203"/>
                  </a:lnTo>
                  <a:lnTo>
                    <a:pt x="0" y="1898288"/>
                  </a:lnTo>
                  <a:lnTo>
                    <a:pt x="0" y="1803374"/>
                  </a:lnTo>
                  <a:lnTo>
                    <a:pt x="0" y="1708459"/>
                  </a:lnTo>
                  <a:lnTo>
                    <a:pt x="0" y="1613545"/>
                  </a:lnTo>
                  <a:lnTo>
                    <a:pt x="0" y="1518631"/>
                  </a:lnTo>
                  <a:lnTo>
                    <a:pt x="0" y="1423716"/>
                  </a:lnTo>
                  <a:lnTo>
                    <a:pt x="0" y="1328802"/>
                  </a:lnTo>
                  <a:lnTo>
                    <a:pt x="0" y="1233887"/>
                  </a:lnTo>
                  <a:lnTo>
                    <a:pt x="0" y="1138973"/>
                  </a:lnTo>
                  <a:lnTo>
                    <a:pt x="0" y="1044058"/>
                  </a:lnTo>
                  <a:lnTo>
                    <a:pt x="0" y="949144"/>
                  </a:lnTo>
                  <a:lnTo>
                    <a:pt x="0" y="854229"/>
                  </a:lnTo>
                  <a:lnTo>
                    <a:pt x="0" y="759315"/>
                  </a:lnTo>
                  <a:lnTo>
                    <a:pt x="0" y="664401"/>
                  </a:lnTo>
                  <a:lnTo>
                    <a:pt x="0" y="569486"/>
                  </a:lnTo>
                  <a:lnTo>
                    <a:pt x="0" y="474572"/>
                  </a:lnTo>
                  <a:lnTo>
                    <a:pt x="0" y="379657"/>
                  </a:lnTo>
                  <a:lnTo>
                    <a:pt x="0" y="284743"/>
                  </a:lnTo>
                  <a:lnTo>
                    <a:pt x="0" y="189828"/>
                  </a:lnTo>
                  <a:lnTo>
                    <a:pt x="0" y="94914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037438" y="1769307"/>
              <a:ext cx="1946324" cy="1946324"/>
            </a:xfrm>
            <a:custGeom>
              <a:avLst/>
              <a:pathLst>
                <a:path w="1946324" h="1946324">
                  <a:moveTo>
                    <a:pt x="0" y="1946324"/>
                  </a:moveTo>
                  <a:lnTo>
                    <a:pt x="67114" y="1879210"/>
                  </a:lnTo>
                  <a:lnTo>
                    <a:pt x="134229" y="1812095"/>
                  </a:lnTo>
                  <a:lnTo>
                    <a:pt x="201343" y="1744980"/>
                  </a:lnTo>
                  <a:lnTo>
                    <a:pt x="268458" y="1677866"/>
                  </a:lnTo>
                  <a:lnTo>
                    <a:pt x="335573" y="1610751"/>
                  </a:lnTo>
                  <a:lnTo>
                    <a:pt x="402687" y="1543636"/>
                  </a:lnTo>
                  <a:lnTo>
                    <a:pt x="469802" y="1476522"/>
                  </a:lnTo>
                  <a:lnTo>
                    <a:pt x="536917" y="1409407"/>
                  </a:lnTo>
                  <a:lnTo>
                    <a:pt x="604031" y="1342292"/>
                  </a:lnTo>
                  <a:lnTo>
                    <a:pt x="671146" y="1275178"/>
                  </a:lnTo>
                  <a:lnTo>
                    <a:pt x="738261" y="1208063"/>
                  </a:lnTo>
                  <a:lnTo>
                    <a:pt x="805375" y="1140948"/>
                  </a:lnTo>
                  <a:lnTo>
                    <a:pt x="872490" y="1073834"/>
                  </a:lnTo>
                  <a:lnTo>
                    <a:pt x="939605" y="1006719"/>
                  </a:lnTo>
                  <a:lnTo>
                    <a:pt x="1006719" y="939605"/>
                  </a:lnTo>
                  <a:lnTo>
                    <a:pt x="1073834" y="872490"/>
                  </a:lnTo>
                  <a:lnTo>
                    <a:pt x="1140948" y="805375"/>
                  </a:lnTo>
                  <a:lnTo>
                    <a:pt x="1208063" y="738261"/>
                  </a:lnTo>
                  <a:lnTo>
                    <a:pt x="1275178" y="671146"/>
                  </a:lnTo>
                  <a:lnTo>
                    <a:pt x="1342292" y="604031"/>
                  </a:lnTo>
                  <a:lnTo>
                    <a:pt x="1409407" y="536917"/>
                  </a:lnTo>
                  <a:lnTo>
                    <a:pt x="1476522" y="469802"/>
                  </a:lnTo>
                  <a:lnTo>
                    <a:pt x="1543636" y="402687"/>
                  </a:lnTo>
                  <a:lnTo>
                    <a:pt x="1610751" y="335573"/>
                  </a:lnTo>
                  <a:lnTo>
                    <a:pt x="1677866" y="268458"/>
                  </a:lnTo>
                  <a:lnTo>
                    <a:pt x="1744980" y="201343"/>
                  </a:lnTo>
                  <a:lnTo>
                    <a:pt x="1812095" y="134229"/>
                  </a:lnTo>
                  <a:lnTo>
                    <a:pt x="1879210" y="67114"/>
                  </a:lnTo>
                  <a:lnTo>
                    <a:pt x="194632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037438" y="3715631"/>
              <a:ext cx="2752518" cy="0"/>
            </a:xfrm>
            <a:custGeom>
              <a:avLst/>
              <a:pathLst>
                <a:path w="2752518" h="0">
                  <a:moveTo>
                    <a:pt x="0" y="0"/>
                  </a:moveTo>
                  <a:lnTo>
                    <a:pt x="94914" y="0"/>
                  </a:lnTo>
                  <a:lnTo>
                    <a:pt x="189828" y="0"/>
                  </a:lnTo>
                  <a:lnTo>
                    <a:pt x="284743" y="0"/>
                  </a:lnTo>
                  <a:lnTo>
                    <a:pt x="379657" y="0"/>
                  </a:lnTo>
                  <a:lnTo>
                    <a:pt x="474572" y="0"/>
                  </a:lnTo>
                  <a:lnTo>
                    <a:pt x="569486" y="0"/>
                  </a:lnTo>
                  <a:lnTo>
                    <a:pt x="664401" y="0"/>
                  </a:lnTo>
                  <a:lnTo>
                    <a:pt x="759315" y="0"/>
                  </a:lnTo>
                  <a:lnTo>
                    <a:pt x="854229" y="0"/>
                  </a:lnTo>
                  <a:lnTo>
                    <a:pt x="949144" y="0"/>
                  </a:lnTo>
                  <a:lnTo>
                    <a:pt x="1044058" y="0"/>
                  </a:lnTo>
                  <a:lnTo>
                    <a:pt x="1138973" y="0"/>
                  </a:lnTo>
                  <a:lnTo>
                    <a:pt x="1233887" y="0"/>
                  </a:lnTo>
                  <a:lnTo>
                    <a:pt x="1328802" y="0"/>
                  </a:lnTo>
                  <a:lnTo>
                    <a:pt x="1423716" y="0"/>
                  </a:lnTo>
                  <a:lnTo>
                    <a:pt x="1518631" y="0"/>
                  </a:lnTo>
                  <a:lnTo>
                    <a:pt x="1613545" y="0"/>
                  </a:lnTo>
                  <a:lnTo>
                    <a:pt x="1708459" y="0"/>
                  </a:lnTo>
                  <a:lnTo>
                    <a:pt x="1803374" y="0"/>
                  </a:lnTo>
                  <a:lnTo>
                    <a:pt x="1898288" y="0"/>
                  </a:lnTo>
                  <a:lnTo>
                    <a:pt x="1993203" y="0"/>
                  </a:lnTo>
                  <a:lnTo>
                    <a:pt x="2088117" y="0"/>
                  </a:lnTo>
                  <a:lnTo>
                    <a:pt x="2183032" y="0"/>
                  </a:lnTo>
                  <a:lnTo>
                    <a:pt x="2277946" y="0"/>
                  </a:lnTo>
                  <a:lnTo>
                    <a:pt x="2372861" y="0"/>
                  </a:lnTo>
                  <a:lnTo>
                    <a:pt x="2467775" y="0"/>
                  </a:lnTo>
                  <a:lnTo>
                    <a:pt x="2562689" y="0"/>
                  </a:lnTo>
                  <a:lnTo>
                    <a:pt x="2657604" y="0"/>
                  </a:lnTo>
                  <a:lnTo>
                    <a:pt x="275251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037438" y="3715631"/>
              <a:ext cx="1946324" cy="1946324"/>
            </a:xfrm>
            <a:custGeom>
              <a:avLst/>
              <a:pathLst>
                <a:path w="1946324" h="1946324">
                  <a:moveTo>
                    <a:pt x="0" y="0"/>
                  </a:moveTo>
                  <a:lnTo>
                    <a:pt x="67114" y="67114"/>
                  </a:lnTo>
                  <a:lnTo>
                    <a:pt x="134229" y="134229"/>
                  </a:lnTo>
                  <a:lnTo>
                    <a:pt x="201343" y="201343"/>
                  </a:lnTo>
                  <a:lnTo>
                    <a:pt x="268458" y="268458"/>
                  </a:lnTo>
                  <a:lnTo>
                    <a:pt x="335573" y="335573"/>
                  </a:lnTo>
                  <a:lnTo>
                    <a:pt x="402687" y="402687"/>
                  </a:lnTo>
                  <a:lnTo>
                    <a:pt x="469802" y="469802"/>
                  </a:lnTo>
                  <a:lnTo>
                    <a:pt x="536917" y="536917"/>
                  </a:lnTo>
                  <a:lnTo>
                    <a:pt x="604031" y="604031"/>
                  </a:lnTo>
                  <a:lnTo>
                    <a:pt x="671146" y="671146"/>
                  </a:lnTo>
                  <a:lnTo>
                    <a:pt x="738261" y="738261"/>
                  </a:lnTo>
                  <a:lnTo>
                    <a:pt x="805375" y="805375"/>
                  </a:lnTo>
                  <a:lnTo>
                    <a:pt x="872490" y="872490"/>
                  </a:lnTo>
                  <a:lnTo>
                    <a:pt x="939605" y="939605"/>
                  </a:lnTo>
                  <a:lnTo>
                    <a:pt x="1006719" y="1006719"/>
                  </a:lnTo>
                  <a:lnTo>
                    <a:pt x="1073834" y="1073834"/>
                  </a:lnTo>
                  <a:lnTo>
                    <a:pt x="1140948" y="1140948"/>
                  </a:lnTo>
                  <a:lnTo>
                    <a:pt x="1208063" y="1208063"/>
                  </a:lnTo>
                  <a:lnTo>
                    <a:pt x="1275178" y="1275178"/>
                  </a:lnTo>
                  <a:lnTo>
                    <a:pt x="1342292" y="1342292"/>
                  </a:lnTo>
                  <a:lnTo>
                    <a:pt x="1409407" y="1409407"/>
                  </a:lnTo>
                  <a:lnTo>
                    <a:pt x="1476522" y="1476522"/>
                  </a:lnTo>
                  <a:lnTo>
                    <a:pt x="1543636" y="1543636"/>
                  </a:lnTo>
                  <a:lnTo>
                    <a:pt x="1610751" y="1610751"/>
                  </a:lnTo>
                  <a:lnTo>
                    <a:pt x="1677866" y="1677866"/>
                  </a:lnTo>
                  <a:lnTo>
                    <a:pt x="1744980" y="1744980"/>
                  </a:lnTo>
                  <a:lnTo>
                    <a:pt x="1812095" y="1812095"/>
                  </a:lnTo>
                  <a:lnTo>
                    <a:pt x="1879210" y="1879210"/>
                  </a:lnTo>
                  <a:lnTo>
                    <a:pt x="1946324" y="194632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037438" y="3715631"/>
              <a:ext cx="0" cy="2752518"/>
            </a:xfrm>
            <a:custGeom>
              <a:avLst/>
              <a:pathLst>
                <a:path w="0" h="2752518">
                  <a:moveTo>
                    <a:pt x="0" y="0"/>
                  </a:moveTo>
                  <a:lnTo>
                    <a:pt x="0" y="94914"/>
                  </a:lnTo>
                  <a:lnTo>
                    <a:pt x="0" y="189828"/>
                  </a:lnTo>
                  <a:lnTo>
                    <a:pt x="0" y="284743"/>
                  </a:lnTo>
                  <a:lnTo>
                    <a:pt x="0" y="379657"/>
                  </a:lnTo>
                  <a:lnTo>
                    <a:pt x="0" y="474572"/>
                  </a:lnTo>
                  <a:lnTo>
                    <a:pt x="0" y="569486"/>
                  </a:lnTo>
                  <a:lnTo>
                    <a:pt x="0" y="664401"/>
                  </a:lnTo>
                  <a:lnTo>
                    <a:pt x="0" y="759315"/>
                  </a:lnTo>
                  <a:lnTo>
                    <a:pt x="0" y="854229"/>
                  </a:lnTo>
                  <a:lnTo>
                    <a:pt x="0" y="949144"/>
                  </a:lnTo>
                  <a:lnTo>
                    <a:pt x="0" y="1044058"/>
                  </a:lnTo>
                  <a:lnTo>
                    <a:pt x="0" y="1138973"/>
                  </a:lnTo>
                  <a:lnTo>
                    <a:pt x="0" y="1233887"/>
                  </a:lnTo>
                  <a:lnTo>
                    <a:pt x="0" y="1328802"/>
                  </a:lnTo>
                  <a:lnTo>
                    <a:pt x="0" y="1423716"/>
                  </a:lnTo>
                  <a:lnTo>
                    <a:pt x="0" y="1518631"/>
                  </a:lnTo>
                  <a:lnTo>
                    <a:pt x="0" y="1613545"/>
                  </a:lnTo>
                  <a:lnTo>
                    <a:pt x="0" y="1708459"/>
                  </a:lnTo>
                  <a:lnTo>
                    <a:pt x="0" y="1803374"/>
                  </a:lnTo>
                  <a:lnTo>
                    <a:pt x="0" y="1898288"/>
                  </a:lnTo>
                  <a:lnTo>
                    <a:pt x="0" y="1993203"/>
                  </a:lnTo>
                  <a:lnTo>
                    <a:pt x="0" y="2088117"/>
                  </a:lnTo>
                  <a:lnTo>
                    <a:pt x="0" y="2183032"/>
                  </a:lnTo>
                  <a:lnTo>
                    <a:pt x="0" y="2277946"/>
                  </a:lnTo>
                  <a:lnTo>
                    <a:pt x="0" y="2372861"/>
                  </a:lnTo>
                  <a:lnTo>
                    <a:pt x="0" y="2467775"/>
                  </a:lnTo>
                  <a:lnTo>
                    <a:pt x="0" y="2562689"/>
                  </a:lnTo>
                  <a:lnTo>
                    <a:pt x="0" y="2657604"/>
                  </a:lnTo>
                  <a:lnTo>
                    <a:pt x="0" y="275251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091113" y="3715631"/>
              <a:ext cx="1946324" cy="1946324"/>
            </a:xfrm>
            <a:custGeom>
              <a:avLst/>
              <a:pathLst>
                <a:path w="1946324" h="1946324">
                  <a:moveTo>
                    <a:pt x="1946324" y="0"/>
                  </a:moveTo>
                  <a:lnTo>
                    <a:pt x="1879210" y="67114"/>
                  </a:lnTo>
                  <a:lnTo>
                    <a:pt x="1812095" y="134229"/>
                  </a:lnTo>
                  <a:lnTo>
                    <a:pt x="1744980" y="201343"/>
                  </a:lnTo>
                  <a:lnTo>
                    <a:pt x="1677866" y="268458"/>
                  </a:lnTo>
                  <a:lnTo>
                    <a:pt x="1610751" y="335573"/>
                  </a:lnTo>
                  <a:lnTo>
                    <a:pt x="1543636" y="402687"/>
                  </a:lnTo>
                  <a:lnTo>
                    <a:pt x="1476522" y="469802"/>
                  </a:lnTo>
                  <a:lnTo>
                    <a:pt x="1409407" y="536917"/>
                  </a:lnTo>
                  <a:lnTo>
                    <a:pt x="1342292" y="604031"/>
                  </a:lnTo>
                  <a:lnTo>
                    <a:pt x="1275178" y="671146"/>
                  </a:lnTo>
                  <a:lnTo>
                    <a:pt x="1208063" y="738261"/>
                  </a:lnTo>
                  <a:lnTo>
                    <a:pt x="1140948" y="805375"/>
                  </a:lnTo>
                  <a:lnTo>
                    <a:pt x="1073834" y="872490"/>
                  </a:lnTo>
                  <a:lnTo>
                    <a:pt x="1006719" y="939605"/>
                  </a:lnTo>
                  <a:lnTo>
                    <a:pt x="939605" y="1006719"/>
                  </a:lnTo>
                  <a:lnTo>
                    <a:pt x="872490" y="1073834"/>
                  </a:lnTo>
                  <a:lnTo>
                    <a:pt x="805375" y="1140948"/>
                  </a:lnTo>
                  <a:lnTo>
                    <a:pt x="738261" y="1208063"/>
                  </a:lnTo>
                  <a:lnTo>
                    <a:pt x="671146" y="1275178"/>
                  </a:lnTo>
                  <a:lnTo>
                    <a:pt x="604031" y="1342292"/>
                  </a:lnTo>
                  <a:lnTo>
                    <a:pt x="536917" y="1409407"/>
                  </a:lnTo>
                  <a:lnTo>
                    <a:pt x="469802" y="1476522"/>
                  </a:lnTo>
                  <a:lnTo>
                    <a:pt x="402687" y="1543636"/>
                  </a:lnTo>
                  <a:lnTo>
                    <a:pt x="335573" y="1610751"/>
                  </a:lnTo>
                  <a:lnTo>
                    <a:pt x="268458" y="1677866"/>
                  </a:lnTo>
                  <a:lnTo>
                    <a:pt x="201343" y="1744980"/>
                  </a:lnTo>
                  <a:lnTo>
                    <a:pt x="134229" y="1812095"/>
                  </a:lnTo>
                  <a:lnTo>
                    <a:pt x="67114" y="1879210"/>
                  </a:lnTo>
                  <a:lnTo>
                    <a:pt x="0" y="194632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84919" y="3715631"/>
              <a:ext cx="2752518" cy="0"/>
            </a:xfrm>
            <a:custGeom>
              <a:avLst/>
              <a:pathLst>
                <a:path w="2752518" h="0">
                  <a:moveTo>
                    <a:pt x="2752518" y="0"/>
                  </a:moveTo>
                  <a:lnTo>
                    <a:pt x="2657604" y="0"/>
                  </a:lnTo>
                  <a:lnTo>
                    <a:pt x="2562689" y="0"/>
                  </a:lnTo>
                  <a:lnTo>
                    <a:pt x="2467775" y="0"/>
                  </a:lnTo>
                  <a:lnTo>
                    <a:pt x="2372861" y="0"/>
                  </a:lnTo>
                  <a:lnTo>
                    <a:pt x="2277946" y="0"/>
                  </a:lnTo>
                  <a:lnTo>
                    <a:pt x="2183032" y="0"/>
                  </a:lnTo>
                  <a:lnTo>
                    <a:pt x="2088117" y="0"/>
                  </a:lnTo>
                  <a:lnTo>
                    <a:pt x="1993203" y="0"/>
                  </a:lnTo>
                  <a:lnTo>
                    <a:pt x="1898288" y="0"/>
                  </a:lnTo>
                  <a:lnTo>
                    <a:pt x="1803374" y="0"/>
                  </a:lnTo>
                  <a:lnTo>
                    <a:pt x="1708459" y="0"/>
                  </a:lnTo>
                  <a:lnTo>
                    <a:pt x="1613545" y="0"/>
                  </a:lnTo>
                  <a:lnTo>
                    <a:pt x="1518631" y="0"/>
                  </a:lnTo>
                  <a:lnTo>
                    <a:pt x="1423716" y="0"/>
                  </a:lnTo>
                  <a:lnTo>
                    <a:pt x="1328802" y="0"/>
                  </a:lnTo>
                  <a:lnTo>
                    <a:pt x="1233887" y="0"/>
                  </a:lnTo>
                  <a:lnTo>
                    <a:pt x="1138973" y="0"/>
                  </a:lnTo>
                  <a:lnTo>
                    <a:pt x="1044058" y="0"/>
                  </a:lnTo>
                  <a:lnTo>
                    <a:pt x="949144" y="0"/>
                  </a:lnTo>
                  <a:lnTo>
                    <a:pt x="854229" y="0"/>
                  </a:lnTo>
                  <a:lnTo>
                    <a:pt x="759315" y="0"/>
                  </a:lnTo>
                  <a:lnTo>
                    <a:pt x="664401" y="0"/>
                  </a:lnTo>
                  <a:lnTo>
                    <a:pt x="569486" y="0"/>
                  </a:lnTo>
                  <a:lnTo>
                    <a:pt x="474572" y="0"/>
                  </a:lnTo>
                  <a:lnTo>
                    <a:pt x="379657" y="0"/>
                  </a:lnTo>
                  <a:lnTo>
                    <a:pt x="284743" y="0"/>
                  </a:lnTo>
                  <a:lnTo>
                    <a:pt x="189828" y="0"/>
                  </a:lnTo>
                  <a:lnTo>
                    <a:pt x="94914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091113" y="1769307"/>
              <a:ext cx="1946324" cy="1946324"/>
            </a:xfrm>
            <a:custGeom>
              <a:avLst/>
              <a:pathLst>
                <a:path w="1946324" h="1946324">
                  <a:moveTo>
                    <a:pt x="1946324" y="1946324"/>
                  </a:moveTo>
                  <a:lnTo>
                    <a:pt x="1879210" y="1879210"/>
                  </a:lnTo>
                  <a:lnTo>
                    <a:pt x="1812095" y="1812095"/>
                  </a:lnTo>
                  <a:lnTo>
                    <a:pt x="1744980" y="1744980"/>
                  </a:lnTo>
                  <a:lnTo>
                    <a:pt x="1677866" y="1677866"/>
                  </a:lnTo>
                  <a:lnTo>
                    <a:pt x="1610751" y="1610751"/>
                  </a:lnTo>
                  <a:lnTo>
                    <a:pt x="1543636" y="1543636"/>
                  </a:lnTo>
                  <a:lnTo>
                    <a:pt x="1476522" y="1476522"/>
                  </a:lnTo>
                  <a:lnTo>
                    <a:pt x="1409407" y="1409407"/>
                  </a:lnTo>
                  <a:lnTo>
                    <a:pt x="1342292" y="1342292"/>
                  </a:lnTo>
                  <a:lnTo>
                    <a:pt x="1275178" y="1275178"/>
                  </a:lnTo>
                  <a:lnTo>
                    <a:pt x="1208063" y="1208063"/>
                  </a:lnTo>
                  <a:lnTo>
                    <a:pt x="1140948" y="1140948"/>
                  </a:lnTo>
                  <a:lnTo>
                    <a:pt x="1073834" y="1073834"/>
                  </a:lnTo>
                  <a:lnTo>
                    <a:pt x="1006719" y="1006719"/>
                  </a:lnTo>
                  <a:lnTo>
                    <a:pt x="939605" y="939605"/>
                  </a:lnTo>
                  <a:lnTo>
                    <a:pt x="872490" y="872490"/>
                  </a:lnTo>
                  <a:lnTo>
                    <a:pt x="805375" y="805375"/>
                  </a:lnTo>
                  <a:lnTo>
                    <a:pt x="738261" y="738261"/>
                  </a:lnTo>
                  <a:lnTo>
                    <a:pt x="671146" y="671146"/>
                  </a:lnTo>
                  <a:lnTo>
                    <a:pt x="604031" y="604031"/>
                  </a:lnTo>
                  <a:lnTo>
                    <a:pt x="536917" y="536917"/>
                  </a:lnTo>
                  <a:lnTo>
                    <a:pt x="469802" y="469802"/>
                  </a:lnTo>
                  <a:lnTo>
                    <a:pt x="402687" y="402687"/>
                  </a:lnTo>
                  <a:lnTo>
                    <a:pt x="335573" y="335573"/>
                  </a:lnTo>
                  <a:lnTo>
                    <a:pt x="268458" y="268458"/>
                  </a:lnTo>
                  <a:lnTo>
                    <a:pt x="201343" y="201343"/>
                  </a:lnTo>
                  <a:lnTo>
                    <a:pt x="134229" y="134229"/>
                  </a:lnTo>
                  <a:lnTo>
                    <a:pt x="67114" y="67114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3868137" y="573556"/>
              <a:ext cx="33860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930559" y="1480525"/>
              <a:ext cx="59298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99834" y="3670140"/>
              <a:ext cx="26837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5920044" y="5859755"/>
              <a:ext cx="61401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857621" y="6766724"/>
              <a:ext cx="35963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526777" y="5859755"/>
              <a:ext cx="64209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90207" y="3670140"/>
              <a:ext cx="30129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537293" y="1480525"/>
              <a:ext cx="62106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84690" y="3683810"/>
              <a:ext cx="4946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35221" y="3148384"/>
              <a:ext cx="9893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35221" y="2612958"/>
              <a:ext cx="9893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35221" y="2077532"/>
              <a:ext cx="9893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85752" y="1542106"/>
              <a:ext cx="14840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85752" y="1006679"/>
              <a:ext cx="14840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125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56168" y="69589"/>
              <a:ext cx="496254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Scenario 1 — Resident + Breeding (BOTW 2024) · reference = nearest edge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2026-05-11T20:58:19Z</dcterms:modified>
  <cp:category/>
</cp:coreProperties>
</file>