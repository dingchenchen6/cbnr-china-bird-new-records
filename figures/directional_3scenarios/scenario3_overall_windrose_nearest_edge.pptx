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7863840" cy="7315200"/>
            <a:chOff x="0" y="0"/>
            <a:chExt cx="786384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7863839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16163" y="0"/>
              <a:ext cx="7231512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96790" y="274983"/>
              <a:ext cx="6881296" cy="68812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37438" y="619048"/>
              <a:ext cx="0" cy="3096583"/>
            </a:xfrm>
            <a:custGeom>
              <a:avLst/>
              <a:pathLst>
                <a:path w="0" h="3096583">
                  <a:moveTo>
                    <a:pt x="0" y="309658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37438" y="1526016"/>
              <a:ext cx="2189615" cy="2189615"/>
            </a:xfrm>
            <a:custGeom>
              <a:avLst/>
              <a:pathLst>
                <a:path w="2189615" h="2189615">
                  <a:moveTo>
                    <a:pt x="0" y="2189615"/>
                  </a:moveTo>
                  <a:lnTo>
                    <a:pt x="21896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37438" y="3715631"/>
              <a:ext cx="3096583" cy="0"/>
            </a:xfrm>
            <a:custGeom>
              <a:avLst/>
              <a:pathLst>
                <a:path w="3096583" h="0">
                  <a:moveTo>
                    <a:pt x="0" y="0"/>
                  </a:moveTo>
                  <a:lnTo>
                    <a:pt x="30965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37438" y="3715631"/>
              <a:ext cx="2189615" cy="2189615"/>
            </a:xfrm>
            <a:custGeom>
              <a:avLst/>
              <a:pathLst>
                <a:path w="2189615" h="2189615">
                  <a:moveTo>
                    <a:pt x="0" y="0"/>
                  </a:moveTo>
                  <a:lnTo>
                    <a:pt x="2189615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37438" y="3715631"/>
              <a:ext cx="0" cy="3096583"/>
            </a:xfrm>
            <a:custGeom>
              <a:avLst/>
              <a:pathLst>
                <a:path w="0" h="3096583">
                  <a:moveTo>
                    <a:pt x="0" y="0"/>
                  </a:moveTo>
                  <a:lnTo>
                    <a:pt x="0" y="3096583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47823" y="3715631"/>
              <a:ext cx="2189615" cy="2189615"/>
            </a:xfrm>
            <a:custGeom>
              <a:avLst/>
              <a:pathLst>
                <a:path w="2189615" h="2189615">
                  <a:moveTo>
                    <a:pt x="2189615" y="0"/>
                  </a:moveTo>
                  <a:lnTo>
                    <a:pt x="0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0855" y="3715631"/>
              <a:ext cx="3096583" cy="0"/>
            </a:xfrm>
            <a:custGeom>
              <a:avLst/>
              <a:pathLst>
                <a:path w="3096583" h="0">
                  <a:moveTo>
                    <a:pt x="3096583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47823" y="1526016"/>
              <a:ext cx="2189615" cy="2189615"/>
            </a:xfrm>
            <a:custGeom>
              <a:avLst/>
              <a:pathLst>
                <a:path w="2189615" h="2189615">
                  <a:moveTo>
                    <a:pt x="2189615" y="21896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37438" y="37156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120781" y="2798859"/>
              <a:ext cx="1833314" cy="1833084"/>
            </a:xfrm>
            <a:custGeom>
              <a:avLst/>
              <a:pathLst>
                <a:path w="1833314" h="1833084">
                  <a:moveTo>
                    <a:pt x="916657" y="0"/>
                  </a:moveTo>
                  <a:lnTo>
                    <a:pt x="974802" y="1845"/>
                  </a:lnTo>
                  <a:lnTo>
                    <a:pt x="1032713" y="7375"/>
                  </a:lnTo>
                  <a:lnTo>
                    <a:pt x="1090157" y="16567"/>
                  </a:lnTo>
                  <a:lnTo>
                    <a:pt x="1146903" y="29383"/>
                  </a:lnTo>
                  <a:lnTo>
                    <a:pt x="1202721" y="45773"/>
                  </a:lnTo>
                  <a:lnTo>
                    <a:pt x="1257387" y="65670"/>
                  </a:lnTo>
                  <a:lnTo>
                    <a:pt x="1310681" y="88994"/>
                  </a:lnTo>
                  <a:lnTo>
                    <a:pt x="1362389" y="115651"/>
                  </a:lnTo>
                  <a:lnTo>
                    <a:pt x="1412302" y="145534"/>
                  </a:lnTo>
                  <a:lnTo>
                    <a:pt x="1460219" y="178522"/>
                  </a:lnTo>
                  <a:lnTo>
                    <a:pt x="1505947" y="214484"/>
                  </a:lnTo>
                  <a:lnTo>
                    <a:pt x="1549303" y="253273"/>
                  </a:lnTo>
                  <a:lnTo>
                    <a:pt x="1590111" y="294733"/>
                  </a:lnTo>
                  <a:lnTo>
                    <a:pt x="1628207" y="338699"/>
                  </a:lnTo>
                  <a:lnTo>
                    <a:pt x="1663438" y="384992"/>
                  </a:lnTo>
                  <a:lnTo>
                    <a:pt x="1695662" y="433426"/>
                  </a:lnTo>
                  <a:lnTo>
                    <a:pt x="1724749" y="483807"/>
                  </a:lnTo>
                  <a:lnTo>
                    <a:pt x="1750583" y="535931"/>
                  </a:lnTo>
                  <a:lnTo>
                    <a:pt x="1773058" y="589589"/>
                  </a:lnTo>
                  <a:lnTo>
                    <a:pt x="1792085" y="644564"/>
                  </a:lnTo>
                  <a:lnTo>
                    <a:pt x="1807587" y="700635"/>
                  </a:lnTo>
                  <a:lnTo>
                    <a:pt x="1819502" y="757576"/>
                  </a:lnTo>
                  <a:lnTo>
                    <a:pt x="1827781" y="815159"/>
                  </a:lnTo>
                  <a:lnTo>
                    <a:pt x="1832391" y="873151"/>
                  </a:lnTo>
                  <a:lnTo>
                    <a:pt x="1833314" y="931318"/>
                  </a:lnTo>
                  <a:lnTo>
                    <a:pt x="1830546" y="989427"/>
                  </a:lnTo>
                  <a:lnTo>
                    <a:pt x="1824098" y="1047243"/>
                  </a:lnTo>
                  <a:lnTo>
                    <a:pt x="1813996" y="1104534"/>
                  </a:lnTo>
                  <a:lnTo>
                    <a:pt x="1800281" y="1161068"/>
                  </a:lnTo>
                  <a:lnTo>
                    <a:pt x="1783008" y="1216619"/>
                  </a:lnTo>
                  <a:lnTo>
                    <a:pt x="1762246" y="1270963"/>
                  </a:lnTo>
                  <a:lnTo>
                    <a:pt x="1738080" y="1323881"/>
                  </a:lnTo>
                  <a:lnTo>
                    <a:pt x="1710606" y="1375159"/>
                  </a:lnTo>
                  <a:lnTo>
                    <a:pt x="1679934" y="1424591"/>
                  </a:lnTo>
                  <a:lnTo>
                    <a:pt x="1646190" y="1471979"/>
                  </a:lnTo>
                  <a:lnTo>
                    <a:pt x="1609508" y="1517131"/>
                  </a:lnTo>
                  <a:lnTo>
                    <a:pt x="1570036" y="1559865"/>
                  </a:lnTo>
                  <a:lnTo>
                    <a:pt x="1527933" y="1600011"/>
                  </a:lnTo>
                  <a:lnTo>
                    <a:pt x="1483368" y="1637404"/>
                  </a:lnTo>
                  <a:lnTo>
                    <a:pt x="1436522" y="1671897"/>
                  </a:lnTo>
                  <a:lnTo>
                    <a:pt x="1387582" y="1703348"/>
                  </a:lnTo>
                  <a:lnTo>
                    <a:pt x="1336747" y="1731633"/>
                  </a:lnTo>
                  <a:lnTo>
                    <a:pt x="1284219" y="1756636"/>
                  </a:lnTo>
                  <a:lnTo>
                    <a:pt x="1230212" y="1778257"/>
                  </a:lnTo>
                  <a:lnTo>
                    <a:pt x="1174942" y="1796409"/>
                  </a:lnTo>
                  <a:lnTo>
                    <a:pt x="1118632" y="1811020"/>
                  </a:lnTo>
                  <a:lnTo>
                    <a:pt x="1061508" y="1822029"/>
                  </a:lnTo>
                  <a:lnTo>
                    <a:pt x="1003802" y="1829394"/>
                  </a:lnTo>
                  <a:lnTo>
                    <a:pt x="945744" y="1833084"/>
                  </a:lnTo>
                  <a:lnTo>
                    <a:pt x="887570" y="1833084"/>
                  </a:lnTo>
                  <a:lnTo>
                    <a:pt x="829512" y="1829394"/>
                  </a:lnTo>
                  <a:lnTo>
                    <a:pt x="771806" y="1822029"/>
                  </a:lnTo>
                  <a:lnTo>
                    <a:pt x="714682" y="1811020"/>
                  </a:lnTo>
                  <a:lnTo>
                    <a:pt x="658372" y="1796409"/>
                  </a:lnTo>
                  <a:lnTo>
                    <a:pt x="603102" y="1778257"/>
                  </a:lnTo>
                  <a:lnTo>
                    <a:pt x="549095" y="1756636"/>
                  </a:lnTo>
                  <a:lnTo>
                    <a:pt x="496567" y="1731633"/>
                  </a:lnTo>
                  <a:lnTo>
                    <a:pt x="445731" y="1703348"/>
                  </a:lnTo>
                  <a:lnTo>
                    <a:pt x="396792" y="1671897"/>
                  </a:lnTo>
                  <a:lnTo>
                    <a:pt x="349946" y="1637404"/>
                  </a:lnTo>
                  <a:lnTo>
                    <a:pt x="305381" y="1600011"/>
                  </a:lnTo>
                  <a:lnTo>
                    <a:pt x="263278" y="1559865"/>
                  </a:lnTo>
                  <a:lnTo>
                    <a:pt x="223806" y="1517131"/>
                  </a:lnTo>
                  <a:lnTo>
                    <a:pt x="187124" y="1471979"/>
                  </a:lnTo>
                  <a:lnTo>
                    <a:pt x="153380" y="1424591"/>
                  </a:lnTo>
                  <a:lnTo>
                    <a:pt x="122708" y="1375159"/>
                  </a:lnTo>
                  <a:lnTo>
                    <a:pt x="95234" y="1323881"/>
                  </a:lnTo>
                  <a:lnTo>
                    <a:pt x="71068" y="1270963"/>
                  </a:lnTo>
                  <a:lnTo>
                    <a:pt x="50306" y="1216619"/>
                  </a:lnTo>
                  <a:lnTo>
                    <a:pt x="33033" y="1161068"/>
                  </a:lnTo>
                  <a:lnTo>
                    <a:pt x="19317" y="1104534"/>
                  </a:lnTo>
                  <a:lnTo>
                    <a:pt x="9216" y="1047243"/>
                  </a:lnTo>
                  <a:lnTo>
                    <a:pt x="2768" y="989427"/>
                  </a:lnTo>
                  <a:lnTo>
                    <a:pt x="0" y="931318"/>
                  </a:lnTo>
                  <a:lnTo>
                    <a:pt x="922" y="873151"/>
                  </a:lnTo>
                  <a:lnTo>
                    <a:pt x="5533" y="815159"/>
                  </a:lnTo>
                  <a:lnTo>
                    <a:pt x="13812" y="757576"/>
                  </a:lnTo>
                  <a:lnTo>
                    <a:pt x="25726" y="700635"/>
                  </a:lnTo>
                  <a:lnTo>
                    <a:pt x="41229" y="644564"/>
                  </a:lnTo>
                  <a:lnTo>
                    <a:pt x="60256" y="589589"/>
                  </a:lnTo>
                  <a:lnTo>
                    <a:pt x="82731" y="535931"/>
                  </a:lnTo>
                  <a:lnTo>
                    <a:pt x="108564" y="483807"/>
                  </a:lnTo>
                  <a:lnTo>
                    <a:pt x="137652" y="433426"/>
                  </a:lnTo>
                  <a:lnTo>
                    <a:pt x="169876" y="384992"/>
                  </a:lnTo>
                  <a:lnTo>
                    <a:pt x="205107" y="338699"/>
                  </a:lnTo>
                  <a:lnTo>
                    <a:pt x="243203" y="294733"/>
                  </a:lnTo>
                  <a:lnTo>
                    <a:pt x="284011" y="253273"/>
                  </a:lnTo>
                  <a:lnTo>
                    <a:pt x="327367" y="214484"/>
                  </a:lnTo>
                  <a:lnTo>
                    <a:pt x="373095" y="178522"/>
                  </a:lnTo>
                  <a:lnTo>
                    <a:pt x="421012" y="145534"/>
                  </a:lnTo>
                  <a:lnTo>
                    <a:pt x="470925" y="115651"/>
                  </a:lnTo>
                  <a:lnTo>
                    <a:pt x="522633" y="88994"/>
                  </a:lnTo>
                  <a:lnTo>
                    <a:pt x="575927" y="65670"/>
                  </a:lnTo>
                  <a:lnTo>
                    <a:pt x="630593" y="45773"/>
                  </a:lnTo>
                  <a:lnTo>
                    <a:pt x="686411" y="29383"/>
                  </a:lnTo>
                  <a:lnTo>
                    <a:pt x="743157" y="16567"/>
                  </a:lnTo>
                  <a:lnTo>
                    <a:pt x="800600" y="7375"/>
                  </a:lnTo>
                  <a:lnTo>
                    <a:pt x="858512" y="1845"/>
                  </a:lnTo>
                  <a:lnTo>
                    <a:pt x="91665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204123" y="1882086"/>
              <a:ext cx="3666629" cy="3666168"/>
            </a:xfrm>
            <a:custGeom>
              <a:avLst/>
              <a:pathLst>
                <a:path w="3666629" h="3666168">
                  <a:moveTo>
                    <a:pt x="1833314" y="0"/>
                  </a:moveTo>
                  <a:lnTo>
                    <a:pt x="1949605" y="3691"/>
                  </a:lnTo>
                  <a:lnTo>
                    <a:pt x="2065427" y="14751"/>
                  </a:lnTo>
                  <a:lnTo>
                    <a:pt x="2180315" y="33134"/>
                  </a:lnTo>
                  <a:lnTo>
                    <a:pt x="2293806" y="58767"/>
                  </a:lnTo>
                  <a:lnTo>
                    <a:pt x="2405442" y="91546"/>
                  </a:lnTo>
                  <a:lnTo>
                    <a:pt x="2514774" y="131340"/>
                  </a:lnTo>
                  <a:lnTo>
                    <a:pt x="2621363" y="177988"/>
                  </a:lnTo>
                  <a:lnTo>
                    <a:pt x="2724778" y="231302"/>
                  </a:lnTo>
                  <a:lnTo>
                    <a:pt x="2824604" y="291068"/>
                  </a:lnTo>
                  <a:lnTo>
                    <a:pt x="2920438" y="357045"/>
                  </a:lnTo>
                  <a:lnTo>
                    <a:pt x="3011895" y="428968"/>
                  </a:lnTo>
                  <a:lnTo>
                    <a:pt x="3098606" y="506546"/>
                  </a:lnTo>
                  <a:lnTo>
                    <a:pt x="3180222" y="589467"/>
                  </a:lnTo>
                  <a:lnTo>
                    <a:pt x="3256414" y="677398"/>
                  </a:lnTo>
                  <a:lnTo>
                    <a:pt x="3326877" y="769984"/>
                  </a:lnTo>
                  <a:lnTo>
                    <a:pt x="3391325" y="866853"/>
                  </a:lnTo>
                  <a:lnTo>
                    <a:pt x="3449499" y="967615"/>
                  </a:lnTo>
                  <a:lnTo>
                    <a:pt x="3501166" y="1071863"/>
                  </a:lnTo>
                  <a:lnTo>
                    <a:pt x="3546117" y="1179178"/>
                  </a:lnTo>
                  <a:lnTo>
                    <a:pt x="3584171" y="1289128"/>
                  </a:lnTo>
                  <a:lnTo>
                    <a:pt x="3615175" y="1401270"/>
                  </a:lnTo>
                  <a:lnTo>
                    <a:pt x="3639004" y="1515153"/>
                  </a:lnTo>
                  <a:lnTo>
                    <a:pt x="3655563" y="1630318"/>
                  </a:lnTo>
                  <a:lnTo>
                    <a:pt x="3664783" y="1746302"/>
                  </a:lnTo>
                  <a:lnTo>
                    <a:pt x="3666629" y="1862636"/>
                  </a:lnTo>
                  <a:lnTo>
                    <a:pt x="3661093" y="1978854"/>
                  </a:lnTo>
                  <a:lnTo>
                    <a:pt x="3648197" y="2094486"/>
                  </a:lnTo>
                  <a:lnTo>
                    <a:pt x="3627993" y="2209068"/>
                  </a:lnTo>
                  <a:lnTo>
                    <a:pt x="3600563" y="2322137"/>
                  </a:lnTo>
                  <a:lnTo>
                    <a:pt x="3566017" y="2433239"/>
                  </a:lnTo>
                  <a:lnTo>
                    <a:pt x="3524493" y="2541927"/>
                  </a:lnTo>
                  <a:lnTo>
                    <a:pt x="3476160" y="2647762"/>
                  </a:lnTo>
                  <a:lnTo>
                    <a:pt x="3421212" y="2750318"/>
                  </a:lnTo>
                  <a:lnTo>
                    <a:pt x="3359869" y="2849183"/>
                  </a:lnTo>
                  <a:lnTo>
                    <a:pt x="3292380" y="2943958"/>
                  </a:lnTo>
                  <a:lnTo>
                    <a:pt x="3219016" y="3034262"/>
                  </a:lnTo>
                  <a:lnTo>
                    <a:pt x="3140072" y="3119731"/>
                  </a:lnTo>
                  <a:lnTo>
                    <a:pt x="3055866" y="3200022"/>
                  </a:lnTo>
                  <a:lnTo>
                    <a:pt x="2966737" y="3274809"/>
                  </a:lnTo>
                  <a:lnTo>
                    <a:pt x="2873045" y="3343794"/>
                  </a:lnTo>
                  <a:lnTo>
                    <a:pt x="2775165" y="3406697"/>
                  </a:lnTo>
                  <a:lnTo>
                    <a:pt x="2673494" y="3463266"/>
                  </a:lnTo>
                  <a:lnTo>
                    <a:pt x="2568439" y="3513272"/>
                  </a:lnTo>
                  <a:lnTo>
                    <a:pt x="2460424" y="3556515"/>
                  </a:lnTo>
                  <a:lnTo>
                    <a:pt x="2349884" y="3592819"/>
                  </a:lnTo>
                  <a:lnTo>
                    <a:pt x="2237264" y="3622040"/>
                  </a:lnTo>
                  <a:lnTo>
                    <a:pt x="2123017" y="3644059"/>
                  </a:lnTo>
                  <a:lnTo>
                    <a:pt x="2007604" y="3658788"/>
                  </a:lnTo>
                  <a:lnTo>
                    <a:pt x="1891489" y="3666168"/>
                  </a:lnTo>
                  <a:lnTo>
                    <a:pt x="1775140" y="3666168"/>
                  </a:lnTo>
                  <a:lnTo>
                    <a:pt x="1659025" y="3658788"/>
                  </a:lnTo>
                  <a:lnTo>
                    <a:pt x="1543612" y="3644059"/>
                  </a:lnTo>
                  <a:lnTo>
                    <a:pt x="1429365" y="3622040"/>
                  </a:lnTo>
                  <a:lnTo>
                    <a:pt x="1316745" y="3592819"/>
                  </a:lnTo>
                  <a:lnTo>
                    <a:pt x="1206205" y="3556515"/>
                  </a:lnTo>
                  <a:lnTo>
                    <a:pt x="1098190" y="3513272"/>
                  </a:lnTo>
                  <a:lnTo>
                    <a:pt x="993135" y="3463266"/>
                  </a:lnTo>
                  <a:lnTo>
                    <a:pt x="891463" y="3406697"/>
                  </a:lnTo>
                  <a:lnTo>
                    <a:pt x="793584" y="3343794"/>
                  </a:lnTo>
                  <a:lnTo>
                    <a:pt x="699892" y="3274809"/>
                  </a:lnTo>
                  <a:lnTo>
                    <a:pt x="610763" y="3200022"/>
                  </a:lnTo>
                  <a:lnTo>
                    <a:pt x="526557" y="3119731"/>
                  </a:lnTo>
                  <a:lnTo>
                    <a:pt x="447613" y="3034262"/>
                  </a:lnTo>
                  <a:lnTo>
                    <a:pt x="374249" y="2943958"/>
                  </a:lnTo>
                  <a:lnTo>
                    <a:pt x="306760" y="2849183"/>
                  </a:lnTo>
                  <a:lnTo>
                    <a:pt x="245417" y="2750318"/>
                  </a:lnTo>
                  <a:lnTo>
                    <a:pt x="190469" y="2647762"/>
                  </a:lnTo>
                  <a:lnTo>
                    <a:pt x="142136" y="2541927"/>
                  </a:lnTo>
                  <a:lnTo>
                    <a:pt x="100612" y="2433239"/>
                  </a:lnTo>
                  <a:lnTo>
                    <a:pt x="66066" y="2322137"/>
                  </a:lnTo>
                  <a:lnTo>
                    <a:pt x="38635" y="2209068"/>
                  </a:lnTo>
                  <a:lnTo>
                    <a:pt x="18432" y="2094486"/>
                  </a:lnTo>
                  <a:lnTo>
                    <a:pt x="5536" y="1978854"/>
                  </a:lnTo>
                  <a:lnTo>
                    <a:pt x="0" y="1862636"/>
                  </a:lnTo>
                  <a:lnTo>
                    <a:pt x="1845" y="1746302"/>
                  </a:lnTo>
                  <a:lnTo>
                    <a:pt x="11066" y="1630318"/>
                  </a:lnTo>
                  <a:lnTo>
                    <a:pt x="27624" y="1515153"/>
                  </a:lnTo>
                  <a:lnTo>
                    <a:pt x="51453" y="1401270"/>
                  </a:lnTo>
                  <a:lnTo>
                    <a:pt x="82458" y="1289128"/>
                  </a:lnTo>
                  <a:lnTo>
                    <a:pt x="120512" y="1179178"/>
                  </a:lnTo>
                  <a:lnTo>
                    <a:pt x="165463" y="1071863"/>
                  </a:lnTo>
                  <a:lnTo>
                    <a:pt x="217129" y="967615"/>
                  </a:lnTo>
                  <a:lnTo>
                    <a:pt x="275304" y="866853"/>
                  </a:lnTo>
                  <a:lnTo>
                    <a:pt x="339752" y="769984"/>
                  </a:lnTo>
                  <a:lnTo>
                    <a:pt x="410214" y="677398"/>
                  </a:lnTo>
                  <a:lnTo>
                    <a:pt x="486407" y="589467"/>
                  </a:lnTo>
                  <a:lnTo>
                    <a:pt x="568023" y="506546"/>
                  </a:lnTo>
                  <a:lnTo>
                    <a:pt x="654734" y="428968"/>
                  </a:lnTo>
                  <a:lnTo>
                    <a:pt x="746191" y="357045"/>
                  </a:lnTo>
                  <a:lnTo>
                    <a:pt x="842025" y="291068"/>
                  </a:lnTo>
                  <a:lnTo>
                    <a:pt x="941850" y="231302"/>
                  </a:lnTo>
                  <a:lnTo>
                    <a:pt x="1045266" y="177988"/>
                  </a:lnTo>
                  <a:lnTo>
                    <a:pt x="1151854" y="131340"/>
                  </a:lnTo>
                  <a:lnTo>
                    <a:pt x="1261187" y="91546"/>
                  </a:lnTo>
                  <a:lnTo>
                    <a:pt x="1372823" y="58767"/>
                  </a:lnTo>
                  <a:lnTo>
                    <a:pt x="1486314" y="33134"/>
                  </a:lnTo>
                  <a:lnTo>
                    <a:pt x="1601201" y="14751"/>
                  </a:lnTo>
                  <a:lnTo>
                    <a:pt x="1717024" y="3691"/>
                  </a:lnTo>
                  <a:lnTo>
                    <a:pt x="183331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87466" y="965313"/>
              <a:ext cx="5499944" cy="5499252"/>
            </a:xfrm>
            <a:custGeom>
              <a:avLst/>
              <a:pathLst>
                <a:path w="5499944" h="5499252">
                  <a:moveTo>
                    <a:pt x="2749972" y="0"/>
                  </a:moveTo>
                  <a:lnTo>
                    <a:pt x="2924408" y="5537"/>
                  </a:lnTo>
                  <a:lnTo>
                    <a:pt x="3098141" y="22126"/>
                  </a:lnTo>
                  <a:lnTo>
                    <a:pt x="3270473" y="49701"/>
                  </a:lnTo>
                  <a:lnTo>
                    <a:pt x="3440709" y="88151"/>
                  </a:lnTo>
                  <a:lnTo>
                    <a:pt x="3608163" y="137320"/>
                  </a:lnTo>
                  <a:lnTo>
                    <a:pt x="3772162" y="197011"/>
                  </a:lnTo>
                  <a:lnTo>
                    <a:pt x="3932045" y="266982"/>
                  </a:lnTo>
                  <a:lnTo>
                    <a:pt x="4087168" y="346954"/>
                  </a:lnTo>
                  <a:lnTo>
                    <a:pt x="4236906" y="436603"/>
                  </a:lnTo>
                  <a:lnTo>
                    <a:pt x="4380657" y="535568"/>
                  </a:lnTo>
                  <a:lnTo>
                    <a:pt x="4517843" y="643452"/>
                  </a:lnTo>
                  <a:lnTo>
                    <a:pt x="4647909" y="759819"/>
                  </a:lnTo>
                  <a:lnTo>
                    <a:pt x="4770333" y="884201"/>
                  </a:lnTo>
                  <a:lnTo>
                    <a:pt x="4884622" y="1016097"/>
                  </a:lnTo>
                  <a:lnTo>
                    <a:pt x="4990315" y="1154977"/>
                  </a:lnTo>
                  <a:lnTo>
                    <a:pt x="5086987" y="1300280"/>
                  </a:lnTo>
                  <a:lnTo>
                    <a:pt x="5174249" y="1451422"/>
                  </a:lnTo>
                  <a:lnTo>
                    <a:pt x="5251750" y="1607794"/>
                  </a:lnTo>
                  <a:lnTo>
                    <a:pt x="5319176" y="1768767"/>
                  </a:lnTo>
                  <a:lnTo>
                    <a:pt x="5376257" y="1933692"/>
                  </a:lnTo>
                  <a:lnTo>
                    <a:pt x="5422763" y="2101906"/>
                  </a:lnTo>
                  <a:lnTo>
                    <a:pt x="5458507" y="2272730"/>
                  </a:lnTo>
                  <a:lnTo>
                    <a:pt x="5483344" y="2445478"/>
                  </a:lnTo>
                  <a:lnTo>
                    <a:pt x="5497175" y="2619453"/>
                  </a:lnTo>
                  <a:lnTo>
                    <a:pt x="5499944" y="2793954"/>
                  </a:lnTo>
                  <a:lnTo>
                    <a:pt x="5491640" y="2968281"/>
                  </a:lnTo>
                  <a:lnTo>
                    <a:pt x="5472296" y="3141729"/>
                  </a:lnTo>
                  <a:lnTo>
                    <a:pt x="5441990" y="3313602"/>
                  </a:lnTo>
                  <a:lnTo>
                    <a:pt x="5400845" y="3483206"/>
                  </a:lnTo>
                  <a:lnTo>
                    <a:pt x="5349025" y="3649859"/>
                  </a:lnTo>
                  <a:lnTo>
                    <a:pt x="5286740" y="3812890"/>
                  </a:lnTo>
                  <a:lnTo>
                    <a:pt x="5214240" y="3971643"/>
                  </a:lnTo>
                  <a:lnTo>
                    <a:pt x="5131818" y="4125477"/>
                  </a:lnTo>
                  <a:lnTo>
                    <a:pt x="5039804" y="4273775"/>
                  </a:lnTo>
                  <a:lnTo>
                    <a:pt x="4938570" y="4415938"/>
                  </a:lnTo>
                  <a:lnTo>
                    <a:pt x="4828524" y="4551394"/>
                  </a:lnTo>
                  <a:lnTo>
                    <a:pt x="4710108" y="4679597"/>
                  </a:lnTo>
                  <a:lnTo>
                    <a:pt x="4583799" y="4800033"/>
                  </a:lnTo>
                  <a:lnTo>
                    <a:pt x="4450106" y="4912214"/>
                  </a:lnTo>
                  <a:lnTo>
                    <a:pt x="4309567" y="5015691"/>
                  </a:lnTo>
                  <a:lnTo>
                    <a:pt x="4162748" y="5110046"/>
                  </a:lnTo>
                  <a:lnTo>
                    <a:pt x="4010241" y="5194899"/>
                  </a:lnTo>
                  <a:lnTo>
                    <a:pt x="3852659" y="5269908"/>
                  </a:lnTo>
                  <a:lnTo>
                    <a:pt x="3690636" y="5334772"/>
                  </a:lnTo>
                  <a:lnTo>
                    <a:pt x="3524826" y="5389229"/>
                  </a:lnTo>
                  <a:lnTo>
                    <a:pt x="3355896" y="5433061"/>
                  </a:lnTo>
                  <a:lnTo>
                    <a:pt x="3184526" y="5466089"/>
                  </a:lnTo>
                  <a:lnTo>
                    <a:pt x="3011406" y="5488183"/>
                  </a:lnTo>
                  <a:lnTo>
                    <a:pt x="2837234" y="5499252"/>
                  </a:lnTo>
                  <a:lnTo>
                    <a:pt x="2662710" y="5499252"/>
                  </a:lnTo>
                  <a:lnTo>
                    <a:pt x="2488537" y="5488183"/>
                  </a:lnTo>
                  <a:lnTo>
                    <a:pt x="2315418" y="5466089"/>
                  </a:lnTo>
                  <a:lnTo>
                    <a:pt x="2144048" y="5433061"/>
                  </a:lnTo>
                  <a:lnTo>
                    <a:pt x="1975118" y="5389229"/>
                  </a:lnTo>
                  <a:lnTo>
                    <a:pt x="1809307" y="5334772"/>
                  </a:lnTo>
                  <a:lnTo>
                    <a:pt x="1647285" y="5269908"/>
                  </a:lnTo>
                  <a:lnTo>
                    <a:pt x="1489703" y="5194899"/>
                  </a:lnTo>
                  <a:lnTo>
                    <a:pt x="1337195" y="5110046"/>
                  </a:lnTo>
                  <a:lnTo>
                    <a:pt x="1190377" y="5015691"/>
                  </a:lnTo>
                  <a:lnTo>
                    <a:pt x="1049838" y="4912214"/>
                  </a:lnTo>
                  <a:lnTo>
                    <a:pt x="916145" y="4800033"/>
                  </a:lnTo>
                  <a:lnTo>
                    <a:pt x="789836" y="4679597"/>
                  </a:lnTo>
                  <a:lnTo>
                    <a:pt x="671420" y="4551394"/>
                  </a:lnTo>
                  <a:lnTo>
                    <a:pt x="561373" y="4415938"/>
                  </a:lnTo>
                  <a:lnTo>
                    <a:pt x="460140" y="4273775"/>
                  </a:lnTo>
                  <a:lnTo>
                    <a:pt x="368126" y="4125477"/>
                  </a:lnTo>
                  <a:lnTo>
                    <a:pt x="285704" y="3971643"/>
                  </a:lnTo>
                  <a:lnTo>
                    <a:pt x="213204" y="3812890"/>
                  </a:lnTo>
                  <a:lnTo>
                    <a:pt x="150919" y="3649859"/>
                  </a:lnTo>
                  <a:lnTo>
                    <a:pt x="99099" y="3483206"/>
                  </a:lnTo>
                  <a:lnTo>
                    <a:pt x="57953" y="3313602"/>
                  </a:lnTo>
                  <a:lnTo>
                    <a:pt x="27648" y="3141729"/>
                  </a:lnTo>
                  <a:lnTo>
                    <a:pt x="8304" y="2968281"/>
                  </a:lnTo>
                  <a:lnTo>
                    <a:pt x="0" y="2793954"/>
                  </a:lnTo>
                  <a:lnTo>
                    <a:pt x="2768" y="2619453"/>
                  </a:lnTo>
                  <a:lnTo>
                    <a:pt x="16599" y="2445478"/>
                  </a:lnTo>
                  <a:lnTo>
                    <a:pt x="41437" y="2272730"/>
                  </a:lnTo>
                  <a:lnTo>
                    <a:pt x="77180" y="2101906"/>
                  </a:lnTo>
                  <a:lnTo>
                    <a:pt x="123687" y="1933692"/>
                  </a:lnTo>
                  <a:lnTo>
                    <a:pt x="180768" y="1768767"/>
                  </a:lnTo>
                  <a:lnTo>
                    <a:pt x="248194" y="1607794"/>
                  </a:lnTo>
                  <a:lnTo>
                    <a:pt x="325694" y="1451422"/>
                  </a:lnTo>
                  <a:lnTo>
                    <a:pt x="412956" y="1300280"/>
                  </a:lnTo>
                  <a:lnTo>
                    <a:pt x="509629" y="1154977"/>
                  </a:lnTo>
                  <a:lnTo>
                    <a:pt x="615322" y="1016097"/>
                  </a:lnTo>
                  <a:lnTo>
                    <a:pt x="729611" y="884201"/>
                  </a:lnTo>
                  <a:lnTo>
                    <a:pt x="852035" y="759819"/>
                  </a:lnTo>
                  <a:lnTo>
                    <a:pt x="982101" y="643452"/>
                  </a:lnTo>
                  <a:lnTo>
                    <a:pt x="1119286" y="535568"/>
                  </a:lnTo>
                  <a:lnTo>
                    <a:pt x="1263037" y="436603"/>
                  </a:lnTo>
                  <a:lnTo>
                    <a:pt x="1412776" y="346954"/>
                  </a:lnTo>
                  <a:lnTo>
                    <a:pt x="1567899" y="266982"/>
                  </a:lnTo>
                  <a:lnTo>
                    <a:pt x="1727782" y="197011"/>
                  </a:lnTo>
                  <a:lnTo>
                    <a:pt x="1891780" y="137320"/>
                  </a:lnTo>
                  <a:lnTo>
                    <a:pt x="2059235" y="88151"/>
                  </a:lnTo>
                  <a:lnTo>
                    <a:pt x="2229471" y="49701"/>
                  </a:lnTo>
                  <a:lnTo>
                    <a:pt x="2401802" y="22126"/>
                  </a:lnTo>
                  <a:lnTo>
                    <a:pt x="2575536" y="5537"/>
                  </a:lnTo>
                  <a:lnTo>
                    <a:pt x="274997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41244" y="619048"/>
              <a:ext cx="6192387" cy="6191608"/>
            </a:xfrm>
            <a:custGeom>
              <a:avLst/>
              <a:pathLst>
                <a:path w="6192387" h="6191608">
                  <a:moveTo>
                    <a:pt x="3096193" y="0"/>
                  </a:moveTo>
                  <a:lnTo>
                    <a:pt x="3292591" y="6234"/>
                  </a:lnTo>
                  <a:lnTo>
                    <a:pt x="3488197" y="24912"/>
                  </a:lnTo>
                  <a:lnTo>
                    <a:pt x="3682226" y="55959"/>
                  </a:lnTo>
                  <a:lnTo>
                    <a:pt x="3873894" y="99249"/>
                  </a:lnTo>
                  <a:lnTo>
                    <a:pt x="4062431" y="154608"/>
                  </a:lnTo>
                  <a:lnTo>
                    <a:pt x="4247077" y="221814"/>
                  </a:lnTo>
                  <a:lnTo>
                    <a:pt x="4427089" y="300596"/>
                  </a:lnTo>
                  <a:lnTo>
                    <a:pt x="4601742" y="390635"/>
                  </a:lnTo>
                  <a:lnTo>
                    <a:pt x="4770333" y="491571"/>
                  </a:lnTo>
                  <a:lnTo>
                    <a:pt x="4932182" y="602996"/>
                  </a:lnTo>
                  <a:lnTo>
                    <a:pt x="5086639" y="724462"/>
                  </a:lnTo>
                  <a:lnTo>
                    <a:pt x="5233081" y="855480"/>
                  </a:lnTo>
                  <a:lnTo>
                    <a:pt x="5370918" y="995522"/>
                  </a:lnTo>
                  <a:lnTo>
                    <a:pt x="5499596" y="1144024"/>
                  </a:lnTo>
                  <a:lnTo>
                    <a:pt x="5618596" y="1300388"/>
                  </a:lnTo>
                  <a:lnTo>
                    <a:pt x="5727439" y="1463985"/>
                  </a:lnTo>
                  <a:lnTo>
                    <a:pt x="5825687" y="1634156"/>
                  </a:lnTo>
                  <a:lnTo>
                    <a:pt x="5912945" y="1810216"/>
                  </a:lnTo>
                  <a:lnTo>
                    <a:pt x="5988860" y="1991455"/>
                  </a:lnTo>
                  <a:lnTo>
                    <a:pt x="6053128" y="2177144"/>
                  </a:lnTo>
                  <a:lnTo>
                    <a:pt x="6105489" y="2366536"/>
                  </a:lnTo>
                  <a:lnTo>
                    <a:pt x="6145733" y="2558867"/>
                  </a:lnTo>
                  <a:lnTo>
                    <a:pt x="6173697" y="2753363"/>
                  </a:lnTo>
                  <a:lnTo>
                    <a:pt x="6189270" y="2949242"/>
                  </a:lnTo>
                  <a:lnTo>
                    <a:pt x="6192387" y="3145713"/>
                  </a:lnTo>
                  <a:lnTo>
                    <a:pt x="6183038" y="3341987"/>
                  </a:lnTo>
                  <a:lnTo>
                    <a:pt x="6161258" y="3537273"/>
                  </a:lnTo>
                  <a:lnTo>
                    <a:pt x="6127137" y="3730784"/>
                  </a:lnTo>
                  <a:lnTo>
                    <a:pt x="6080811" y="3921742"/>
                  </a:lnTo>
                  <a:lnTo>
                    <a:pt x="6022467" y="4109376"/>
                  </a:lnTo>
                  <a:lnTo>
                    <a:pt x="5952341" y="4292933"/>
                  </a:lnTo>
                  <a:lnTo>
                    <a:pt x="5870713" y="4471673"/>
                  </a:lnTo>
                  <a:lnTo>
                    <a:pt x="5777913" y="4644875"/>
                  </a:lnTo>
                  <a:lnTo>
                    <a:pt x="5674316" y="4811843"/>
                  </a:lnTo>
                  <a:lnTo>
                    <a:pt x="5560336" y="4971904"/>
                  </a:lnTo>
                  <a:lnTo>
                    <a:pt x="5436435" y="5124414"/>
                  </a:lnTo>
                  <a:lnTo>
                    <a:pt x="5303110" y="5268759"/>
                  </a:lnTo>
                  <a:lnTo>
                    <a:pt x="5160899" y="5404357"/>
                  </a:lnTo>
                  <a:lnTo>
                    <a:pt x="5010374" y="5530662"/>
                  </a:lnTo>
                  <a:lnTo>
                    <a:pt x="4852142" y="5647167"/>
                  </a:lnTo>
                  <a:lnTo>
                    <a:pt x="4686838" y="5753401"/>
                  </a:lnTo>
                  <a:lnTo>
                    <a:pt x="4515130" y="5848936"/>
                  </a:lnTo>
                  <a:lnTo>
                    <a:pt x="4337708" y="5933390"/>
                  </a:lnTo>
                  <a:lnTo>
                    <a:pt x="4155287" y="6006420"/>
                  </a:lnTo>
                  <a:lnTo>
                    <a:pt x="3968602" y="6067733"/>
                  </a:lnTo>
                  <a:lnTo>
                    <a:pt x="3778403" y="6117083"/>
                  </a:lnTo>
                  <a:lnTo>
                    <a:pt x="3585458" y="6154270"/>
                  </a:lnTo>
                  <a:lnTo>
                    <a:pt x="3390542" y="6179145"/>
                  </a:lnTo>
                  <a:lnTo>
                    <a:pt x="3194442" y="6191608"/>
                  </a:lnTo>
                  <a:lnTo>
                    <a:pt x="2997945" y="6191608"/>
                  </a:lnTo>
                  <a:lnTo>
                    <a:pt x="2801844" y="6179145"/>
                  </a:lnTo>
                  <a:lnTo>
                    <a:pt x="2606929" y="6154270"/>
                  </a:lnTo>
                  <a:lnTo>
                    <a:pt x="2413983" y="6117083"/>
                  </a:lnTo>
                  <a:lnTo>
                    <a:pt x="2223785" y="6067733"/>
                  </a:lnTo>
                  <a:lnTo>
                    <a:pt x="2037099" y="6006420"/>
                  </a:lnTo>
                  <a:lnTo>
                    <a:pt x="1854678" y="5933390"/>
                  </a:lnTo>
                  <a:lnTo>
                    <a:pt x="1677257" y="5848936"/>
                  </a:lnTo>
                  <a:lnTo>
                    <a:pt x="1505548" y="5753401"/>
                  </a:lnTo>
                  <a:lnTo>
                    <a:pt x="1340245" y="5647167"/>
                  </a:lnTo>
                  <a:lnTo>
                    <a:pt x="1182012" y="5530662"/>
                  </a:lnTo>
                  <a:lnTo>
                    <a:pt x="1031487" y="5404357"/>
                  </a:lnTo>
                  <a:lnTo>
                    <a:pt x="889276" y="5268759"/>
                  </a:lnTo>
                  <a:lnTo>
                    <a:pt x="755952" y="5124414"/>
                  </a:lnTo>
                  <a:lnTo>
                    <a:pt x="632050" y="4971904"/>
                  </a:lnTo>
                  <a:lnTo>
                    <a:pt x="518071" y="4811843"/>
                  </a:lnTo>
                  <a:lnTo>
                    <a:pt x="414473" y="4644875"/>
                  </a:lnTo>
                  <a:lnTo>
                    <a:pt x="321674" y="4471673"/>
                  </a:lnTo>
                  <a:lnTo>
                    <a:pt x="240046" y="4292933"/>
                  </a:lnTo>
                  <a:lnTo>
                    <a:pt x="169919" y="4109376"/>
                  </a:lnTo>
                  <a:lnTo>
                    <a:pt x="111576" y="3921742"/>
                  </a:lnTo>
                  <a:lnTo>
                    <a:pt x="65250" y="3730784"/>
                  </a:lnTo>
                  <a:lnTo>
                    <a:pt x="31128" y="3537273"/>
                  </a:lnTo>
                  <a:lnTo>
                    <a:pt x="9349" y="3341987"/>
                  </a:lnTo>
                  <a:lnTo>
                    <a:pt x="0" y="3145713"/>
                  </a:lnTo>
                  <a:lnTo>
                    <a:pt x="3117" y="2949242"/>
                  </a:lnTo>
                  <a:lnTo>
                    <a:pt x="18689" y="2753363"/>
                  </a:lnTo>
                  <a:lnTo>
                    <a:pt x="46654" y="2558867"/>
                  </a:lnTo>
                  <a:lnTo>
                    <a:pt x="86898" y="2366536"/>
                  </a:lnTo>
                  <a:lnTo>
                    <a:pt x="139259" y="2177144"/>
                  </a:lnTo>
                  <a:lnTo>
                    <a:pt x="203526" y="1991455"/>
                  </a:lnTo>
                  <a:lnTo>
                    <a:pt x="279442" y="1810216"/>
                  </a:lnTo>
                  <a:lnTo>
                    <a:pt x="366699" y="1634156"/>
                  </a:lnTo>
                  <a:lnTo>
                    <a:pt x="464947" y="1463985"/>
                  </a:lnTo>
                  <a:lnTo>
                    <a:pt x="573791" y="1300388"/>
                  </a:lnTo>
                  <a:lnTo>
                    <a:pt x="692791" y="1144024"/>
                  </a:lnTo>
                  <a:lnTo>
                    <a:pt x="821469" y="995522"/>
                  </a:lnTo>
                  <a:lnTo>
                    <a:pt x="959306" y="855480"/>
                  </a:lnTo>
                  <a:lnTo>
                    <a:pt x="1105748" y="724462"/>
                  </a:lnTo>
                  <a:lnTo>
                    <a:pt x="1260204" y="602996"/>
                  </a:lnTo>
                  <a:lnTo>
                    <a:pt x="1422054" y="491571"/>
                  </a:lnTo>
                  <a:lnTo>
                    <a:pt x="1590644" y="390635"/>
                  </a:lnTo>
                  <a:lnTo>
                    <a:pt x="1765297" y="300596"/>
                  </a:lnTo>
                  <a:lnTo>
                    <a:pt x="1945309" y="221814"/>
                  </a:lnTo>
                  <a:lnTo>
                    <a:pt x="2129956" y="154608"/>
                  </a:lnTo>
                  <a:lnTo>
                    <a:pt x="2318493" y="99249"/>
                  </a:lnTo>
                  <a:lnTo>
                    <a:pt x="2510161" y="55959"/>
                  </a:lnTo>
                  <a:lnTo>
                    <a:pt x="2704189" y="24912"/>
                  </a:lnTo>
                  <a:lnTo>
                    <a:pt x="2899796" y="6234"/>
                  </a:lnTo>
                  <a:lnTo>
                    <a:pt x="309619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2615491" y="1167003"/>
              <a:ext cx="3601633" cy="4348662"/>
            </a:xfrm>
            <a:custGeom>
              <a:avLst/>
              <a:pathLst>
                <a:path w="3601633" h="4348662">
                  <a:moveTo>
                    <a:pt x="1421947" y="0"/>
                  </a:moveTo>
                  <a:lnTo>
                    <a:pt x="1516753" y="14869"/>
                  </a:lnTo>
                  <a:lnTo>
                    <a:pt x="1610449" y="33246"/>
                  </a:lnTo>
                  <a:lnTo>
                    <a:pt x="1702904" y="55068"/>
                  </a:lnTo>
                  <a:lnTo>
                    <a:pt x="1793992" y="80267"/>
                  </a:lnTo>
                  <a:lnTo>
                    <a:pt x="1883592" y="108773"/>
                  </a:lnTo>
                  <a:lnTo>
                    <a:pt x="1971584" y="140509"/>
                  </a:lnTo>
                  <a:lnTo>
                    <a:pt x="2057853" y="175395"/>
                  </a:lnTo>
                  <a:lnTo>
                    <a:pt x="2142286" y="213347"/>
                  </a:lnTo>
                  <a:lnTo>
                    <a:pt x="2224775" y="254276"/>
                  </a:lnTo>
                  <a:lnTo>
                    <a:pt x="2305218" y="298091"/>
                  </a:lnTo>
                  <a:lnTo>
                    <a:pt x="2383513" y="344695"/>
                  </a:lnTo>
                  <a:lnTo>
                    <a:pt x="2459566" y="393990"/>
                  </a:lnTo>
                  <a:lnTo>
                    <a:pt x="2533285" y="445874"/>
                  </a:lnTo>
                  <a:lnTo>
                    <a:pt x="2604584" y="500241"/>
                  </a:lnTo>
                  <a:lnTo>
                    <a:pt x="2673381" y="556983"/>
                  </a:lnTo>
                  <a:lnTo>
                    <a:pt x="2739598" y="615989"/>
                  </a:lnTo>
                  <a:lnTo>
                    <a:pt x="2803163" y="677147"/>
                  </a:lnTo>
                  <a:lnTo>
                    <a:pt x="2864008" y="740340"/>
                  </a:lnTo>
                  <a:lnTo>
                    <a:pt x="2922071" y="805452"/>
                  </a:lnTo>
                  <a:lnTo>
                    <a:pt x="2977293" y="872363"/>
                  </a:lnTo>
                  <a:lnTo>
                    <a:pt x="3029623" y="940952"/>
                  </a:lnTo>
                  <a:lnTo>
                    <a:pt x="3067426" y="1040824"/>
                  </a:lnTo>
                  <a:lnTo>
                    <a:pt x="3099637" y="1140879"/>
                  </a:lnTo>
                  <a:lnTo>
                    <a:pt x="3126311" y="1240823"/>
                  </a:lnTo>
                  <a:lnTo>
                    <a:pt x="3147524" y="1340366"/>
                  </a:lnTo>
                  <a:lnTo>
                    <a:pt x="3163361" y="1439225"/>
                  </a:lnTo>
                  <a:lnTo>
                    <a:pt x="3173927" y="1537122"/>
                  </a:lnTo>
                  <a:lnTo>
                    <a:pt x="3179335" y="1633789"/>
                  </a:lnTo>
                  <a:lnTo>
                    <a:pt x="3179716" y="1728967"/>
                  </a:lnTo>
                  <a:lnTo>
                    <a:pt x="3175211" y="1822402"/>
                  </a:lnTo>
                  <a:lnTo>
                    <a:pt x="3165975" y="1913854"/>
                  </a:lnTo>
                  <a:lnTo>
                    <a:pt x="3152172" y="2003090"/>
                  </a:lnTo>
                  <a:lnTo>
                    <a:pt x="3133980" y="2089890"/>
                  </a:lnTo>
                  <a:lnTo>
                    <a:pt x="3111587" y="2174044"/>
                  </a:lnTo>
                  <a:lnTo>
                    <a:pt x="3085188" y="2255354"/>
                  </a:lnTo>
                  <a:lnTo>
                    <a:pt x="3054991" y="2333634"/>
                  </a:lnTo>
                  <a:lnTo>
                    <a:pt x="3021209" y="2408711"/>
                  </a:lnTo>
                  <a:lnTo>
                    <a:pt x="2984066" y="2480424"/>
                  </a:lnTo>
                  <a:lnTo>
                    <a:pt x="2943790" y="2548628"/>
                  </a:lnTo>
                  <a:lnTo>
                    <a:pt x="2924397" y="2633004"/>
                  </a:lnTo>
                  <a:lnTo>
                    <a:pt x="2900383" y="2715208"/>
                  </a:lnTo>
                  <a:lnTo>
                    <a:pt x="2871932" y="2794990"/>
                  </a:lnTo>
                  <a:lnTo>
                    <a:pt x="2839238" y="2872116"/>
                  </a:lnTo>
                  <a:lnTo>
                    <a:pt x="2802510" y="2946361"/>
                  </a:lnTo>
                  <a:lnTo>
                    <a:pt x="2761967" y="3017521"/>
                  </a:lnTo>
                  <a:lnTo>
                    <a:pt x="2717838" y="3085404"/>
                  </a:lnTo>
                  <a:lnTo>
                    <a:pt x="2670362" y="3149833"/>
                  </a:lnTo>
                  <a:lnTo>
                    <a:pt x="2619787" y="3210651"/>
                  </a:lnTo>
                  <a:lnTo>
                    <a:pt x="2566367" y="3267715"/>
                  </a:lnTo>
                  <a:lnTo>
                    <a:pt x="2510361" y="3320899"/>
                  </a:lnTo>
                  <a:lnTo>
                    <a:pt x="2452036" y="3370097"/>
                  </a:lnTo>
                  <a:lnTo>
                    <a:pt x="2391660" y="3415217"/>
                  </a:lnTo>
                  <a:lnTo>
                    <a:pt x="2329506" y="3456187"/>
                  </a:lnTo>
                  <a:lnTo>
                    <a:pt x="2257123" y="3500964"/>
                  </a:lnTo>
                  <a:lnTo>
                    <a:pt x="2182818" y="3540214"/>
                  </a:lnTo>
                  <a:lnTo>
                    <a:pt x="2106998" y="3573879"/>
                  </a:lnTo>
                  <a:lnTo>
                    <a:pt x="2030073" y="3601933"/>
                  </a:lnTo>
                  <a:lnTo>
                    <a:pt x="1952448" y="3624377"/>
                  </a:lnTo>
                  <a:lnTo>
                    <a:pt x="1874522" y="3641242"/>
                  </a:lnTo>
                  <a:lnTo>
                    <a:pt x="1796690" y="3652587"/>
                  </a:lnTo>
                  <a:lnTo>
                    <a:pt x="1719336" y="3658498"/>
                  </a:lnTo>
                  <a:lnTo>
                    <a:pt x="1642831" y="3659087"/>
                  </a:lnTo>
                  <a:lnTo>
                    <a:pt x="1567537" y="3654492"/>
                  </a:lnTo>
                  <a:lnTo>
                    <a:pt x="1493799" y="3644875"/>
                  </a:lnTo>
                  <a:lnTo>
                    <a:pt x="1421947" y="3630420"/>
                  </a:lnTo>
                  <a:lnTo>
                    <a:pt x="1340092" y="3588699"/>
                  </a:lnTo>
                  <a:lnTo>
                    <a:pt x="1264764" y="3541040"/>
                  </a:lnTo>
                  <a:lnTo>
                    <a:pt x="1196374" y="3488208"/>
                  </a:lnTo>
                  <a:lnTo>
                    <a:pt x="1135249" y="3430994"/>
                  </a:lnTo>
                  <a:lnTo>
                    <a:pt x="1081638" y="3370206"/>
                  </a:lnTo>
                  <a:lnTo>
                    <a:pt x="1035708" y="3306665"/>
                  </a:lnTo>
                  <a:lnTo>
                    <a:pt x="997542" y="3241194"/>
                  </a:lnTo>
                  <a:lnTo>
                    <a:pt x="967144" y="3174610"/>
                  </a:lnTo>
                  <a:lnTo>
                    <a:pt x="944439" y="3107718"/>
                  </a:lnTo>
                  <a:lnTo>
                    <a:pt x="929272" y="3041303"/>
                  </a:lnTo>
                  <a:lnTo>
                    <a:pt x="872601" y="3009584"/>
                  </a:lnTo>
                  <a:lnTo>
                    <a:pt x="817828" y="2971637"/>
                  </a:lnTo>
                  <a:lnTo>
                    <a:pt x="765616" y="2927561"/>
                  </a:lnTo>
                  <a:lnTo>
                    <a:pt x="716623" y="2877526"/>
                  </a:lnTo>
                  <a:lnTo>
                    <a:pt x="671498" y="2821769"/>
                  </a:lnTo>
                  <a:lnTo>
                    <a:pt x="630869" y="2760597"/>
                  </a:lnTo>
                  <a:lnTo>
                    <a:pt x="595342" y="2694381"/>
                  </a:lnTo>
                  <a:lnTo>
                    <a:pt x="565489" y="2623558"/>
                  </a:lnTo>
                  <a:lnTo>
                    <a:pt x="541845" y="2548628"/>
                  </a:lnTo>
                  <a:lnTo>
                    <a:pt x="514160" y="2483702"/>
                  </a:lnTo>
                  <a:lnTo>
                    <a:pt x="491407" y="2414837"/>
                  </a:lnTo>
                  <a:lnTo>
                    <a:pt x="474005" y="2342416"/>
                  </a:lnTo>
                  <a:lnTo>
                    <a:pt x="462343" y="2266863"/>
                  </a:lnTo>
                  <a:lnTo>
                    <a:pt x="456777" y="2188638"/>
                  </a:lnTo>
                  <a:lnTo>
                    <a:pt x="457625" y="2108237"/>
                  </a:lnTo>
                  <a:lnTo>
                    <a:pt x="465166" y="2026186"/>
                  </a:lnTo>
                  <a:lnTo>
                    <a:pt x="479634" y="1943040"/>
                  </a:lnTo>
                  <a:lnTo>
                    <a:pt x="501218" y="1859379"/>
                  </a:lnTo>
                  <a:lnTo>
                    <a:pt x="530059" y="1775803"/>
                  </a:lnTo>
                  <a:lnTo>
                    <a:pt x="566249" y="1692930"/>
                  </a:lnTo>
                  <a:lnTo>
                    <a:pt x="520096" y="1725221"/>
                  </a:lnTo>
                  <a:lnTo>
                    <a:pt x="475128" y="1759953"/>
                  </a:lnTo>
                  <a:lnTo>
                    <a:pt x="431471" y="1797086"/>
                  </a:lnTo>
                  <a:lnTo>
                    <a:pt x="389250" y="1836570"/>
                  </a:lnTo>
                  <a:lnTo>
                    <a:pt x="348591" y="1878352"/>
                  </a:lnTo>
                  <a:lnTo>
                    <a:pt x="309616" y="1922369"/>
                  </a:lnTo>
                  <a:lnTo>
                    <a:pt x="272443" y="1968554"/>
                  </a:lnTo>
                  <a:lnTo>
                    <a:pt x="237190" y="2016834"/>
                  </a:lnTo>
                  <a:lnTo>
                    <a:pt x="203971" y="2067129"/>
                  </a:lnTo>
                  <a:lnTo>
                    <a:pt x="172897" y="2119352"/>
                  </a:lnTo>
                  <a:lnTo>
                    <a:pt x="144074" y="2173411"/>
                  </a:lnTo>
                  <a:lnTo>
                    <a:pt x="117606" y="2229209"/>
                  </a:lnTo>
                  <a:lnTo>
                    <a:pt x="93591" y="2286642"/>
                  </a:lnTo>
                  <a:lnTo>
                    <a:pt x="72124" y="2345602"/>
                  </a:lnTo>
                  <a:lnTo>
                    <a:pt x="53293" y="2405974"/>
                  </a:lnTo>
                  <a:lnTo>
                    <a:pt x="37183" y="2467641"/>
                  </a:lnTo>
                  <a:lnTo>
                    <a:pt x="23872" y="2530477"/>
                  </a:lnTo>
                  <a:lnTo>
                    <a:pt x="13435" y="2594357"/>
                  </a:lnTo>
                  <a:lnTo>
                    <a:pt x="5937" y="2659146"/>
                  </a:lnTo>
                  <a:lnTo>
                    <a:pt x="1441" y="2724708"/>
                  </a:lnTo>
                  <a:lnTo>
                    <a:pt x="0" y="2790905"/>
                  </a:lnTo>
                  <a:lnTo>
                    <a:pt x="1662" y="2857592"/>
                  </a:lnTo>
                  <a:lnTo>
                    <a:pt x="6470" y="2924623"/>
                  </a:lnTo>
                  <a:lnTo>
                    <a:pt x="14458" y="2991850"/>
                  </a:lnTo>
                  <a:lnTo>
                    <a:pt x="25653" y="3059120"/>
                  </a:lnTo>
                  <a:lnTo>
                    <a:pt x="40075" y="3126280"/>
                  </a:lnTo>
                  <a:lnTo>
                    <a:pt x="57736" y="3193174"/>
                  </a:lnTo>
                  <a:lnTo>
                    <a:pt x="78643" y="3259648"/>
                  </a:lnTo>
                  <a:lnTo>
                    <a:pt x="102793" y="3325541"/>
                  </a:lnTo>
                  <a:lnTo>
                    <a:pt x="130175" y="3390697"/>
                  </a:lnTo>
                  <a:lnTo>
                    <a:pt x="160773" y="3454956"/>
                  </a:lnTo>
                  <a:lnTo>
                    <a:pt x="194560" y="3518161"/>
                  </a:lnTo>
                  <a:lnTo>
                    <a:pt x="231503" y="3580153"/>
                  </a:lnTo>
                  <a:lnTo>
                    <a:pt x="271562" y="3640775"/>
                  </a:lnTo>
                  <a:lnTo>
                    <a:pt x="314687" y="3699872"/>
                  </a:lnTo>
                  <a:lnTo>
                    <a:pt x="360822" y="3757289"/>
                  </a:lnTo>
                  <a:lnTo>
                    <a:pt x="409902" y="3812875"/>
                  </a:lnTo>
                  <a:lnTo>
                    <a:pt x="461856" y="3866478"/>
                  </a:lnTo>
                  <a:lnTo>
                    <a:pt x="516604" y="3917954"/>
                  </a:lnTo>
                  <a:lnTo>
                    <a:pt x="574058" y="3967157"/>
                  </a:lnTo>
                  <a:lnTo>
                    <a:pt x="634126" y="4013947"/>
                  </a:lnTo>
                  <a:lnTo>
                    <a:pt x="696704" y="4058189"/>
                  </a:lnTo>
                  <a:lnTo>
                    <a:pt x="761685" y="4099750"/>
                  </a:lnTo>
                  <a:lnTo>
                    <a:pt x="828954" y="4138503"/>
                  </a:lnTo>
                  <a:lnTo>
                    <a:pt x="898388" y="4174326"/>
                  </a:lnTo>
                  <a:lnTo>
                    <a:pt x="969859" y="4207101"/>
                  </a:lnTo>
                  <a:lnTo>
                    <a:pt x="1043233" y="4236717"/>
                  </a:lnTo>
                  <a:lnTo>
                    <a:pt x="1118370" y="4263069"/>
                  </a:lnTo>
                  <a:lnTo>
                    <a:pt x="1195122" y="4286057"/>
                  </a:lnTo>
                  <a:lnTo>
                    <a:pt x="1273339" y="4305589"/>
                  </a:lnTo>
                  <a:lnTo>
                    <a:pt x="1352864" y="4321579"/>
                  </a:lnTo>
                  <a:lnTo>
                    <a:pt x="1433535" y="4333949"/>
                  </a:lnTo>
                  <a:lnTo>
                    <a:pt x="1515188" y="4342627"/>
                  </a:lnTo>
                  <a:lnTo>
                    <a:pt x="1597652" y="4347550"/>
                  </a:lnTo>
                  <a:lnTo>
                    <a:pt x="1680753" y="4348662"/>
                  </a:lnTo>
                  <a:lnTo>
                    <a:pt x="1764314" y="4345915"/>
                  </a:lnTo>
                  <a:lnTo>
                    <a:pt x="1848156" y="4339271"/>
                  </a:lnTo>
                  <a:lnTo>
                    <a:pt x="1932096" y="4328698"/>
                  </a:lnTo>
                  <a:lnTo>
                    <a:pt x="2015949" y="4314174"/>
                  </a:lnTo>
                  <a:lnTo>
                    <a:pt x="2099528" y="4295686"/>
                  </a:lnTo>
                  <a:lnTo>
                    <a:pt x="2182645" y="4273228"/>
                  </a:lnTo>
                  <a:lnTo>
                    <a:pt x="2265112" y="4246804"/>
                  </a:lnTo>
                  <a:lnTo>
                    <a:pt x="2346738" y="4216429"/>
                  </a:lnTo>
                  <a:lnTo>
                    <a:pt x="2427335" y="4182123"/>
                  </a:lnTo>
                  <a:lnTo>
                    <a:pt x="2506711" y="4143919"/>
                  </a:lnTo>
                  <a:lnTo>
                    <a:pt x="2584680" y="4101858"/>
                  </a:lnTo>
                  <a:lnTo>
                    <a:pt x="2661053" y="4055988"/>
                  </a:lnTo>
                  <a:lnTo>
                    <a:pt x="2735645" y="4006369"/>
                  </a:lnTo>
                  <a:lnTo>
                    <a:pt x="2808272" y="3953068"/>
                  </a:lnTo>
                  <a:lnTo>
                    <a:pt x="2878752" y="3896162"/>
                  </a:lnTo>
                  <a:lnTo>
                    <a:pt x="2946908" y="3835737"/>
                  </a:lnTo>
                  <a:lnTo>
                    <a:pt x="3012564" y="3771888"/>
                  </a:lnTo>
                  <a:lnTo>
                    <a:pt x="3075550" y="3704717"/>
                  </a:lnTo>
                  <a:lnTo>
                    <a:pt x="3135698" y="3634336"/>
                  </a:lnTo>
                  <a:lnTo>
                    <a:pt x="3192846" y="3560865"/>
                  </a:lnTo>
                  <a:lnTo>
                    <a:pt x="3246838" y="3484433"/>
                  </a:lnTo>
                  <a:lnTo>
                    <a:pt x="3297522" y="3405174"/>
                  </a:lnTo>
                  <a:lnTo>
                    <a:pt x="3344752" y="3323234"/>
                  </a:lnTo>
                  <a:lnTo>
                    <a:pt x="3388388" y="3238763"/>
                  </a:lnTo>
                  <a:lnTo>
                    <a:pt x="3428299" y="3151919"/>
                  </a:lnTo>
                  <a:lnTo>
                    <a:pt x="3464357" y="3062868"/>
                  </a:lnTo>
                  <a:lnTo>
                    <a:pt x="3496445" y="2971780"/>
                  </a:lnTo>
                  <a:lnTo>
                    <a:pt x="3524452" y="2878835"/>
                  </a:lnTo>
                  <a:lnTo>
                    <a:pt x="3548274" y="2784215"/>
                  </a:lnTo>
                  <a:lnTo>
                    <a:pt x="3567819" y="2688110"/>
                  </a:lnTo>
                  <a:lnTo>
                    <a:pt x="3583000" y="2590715"/>
                  </a:lnTo>
                  <a:lnTo>
                    <a:pt x="3593739" y="2492228"/>
                  </a:lnTo>
                  <a:lnTo>
                    <a:pt x="3599970" y="2392853"/>
                  </a:lnTo>
                  <a:lnTo>
                    <a:pt x="3601633" y="2292797"/>
                  </a:lnTo>
                  <a:lnTo>
                    <a:pt x="3598680" y="2192271"/>
                  </a:lnTo>
                  <a:lnTo>
                    <a:pt x="3591072" y="2091489"/>
                  </a:lnTo>
                  <a:lnTo>
                    <a:pt x="3578779" y="1990667"/>
                  </a:lnTo>
                  <a:lnTo>
                    <a:pt x="3561782" y="1890025"/>
                  </a:lnTo>
                  <a:lnTo>
                    <a:pt x="3540073" y="1789781"/>
                  </a:lnTo>
                  <a:lnTo>
                    <a:pt x="3513654" y="1690157"/>
                  </a:lnTo>
                  <a:lnTo>
                    <a:pt x="3482535" y="1591376"/>
                  </a:lnTo>
                  <a:lnTo>
                    <a:pt x="3446739" y="1493660"/>
                  </a:lnTo>
                  <a:lnTo>
                    <a:pt x="3406300" y="1397229"/>
                  </a:lnTo>
                  <a:lnTo>
                    <a:pt x="3361261" y="1302307"/>
                  </a:lnTo>
                  <a:lnTo>
                    <a:pt x="3311675" y="1209111"/>
                  </a:lnTo>
                  <a:lnTo>
                    <a:pt x="3257608" y="1117860"/>
                  </a:lnTo>
                  <a:lnTo>
                    <a:pt x="3199134" y="1028771"/>
                  </a:lnTo>
                  <a:lnTo>
                    <a:pt x="3136339" y="942054"/>
                  </a:lnTo>
                  <a:lnTo>
                    <a:pt x="3069318" y="857921"/>
                  </a:lnTo>
                  <a:lnTo>
                    <a:pt x="2998176" y="776576"/>
                  </a:lnTo>
                  <a:lnTo>
                    <a:pt x="2923031" y="698221"/>
                  </a:lnTo>
                  <a:lnTo>
                    <a:pt x="2844006" y="623052"/>
                  </a:lnTo>
                  <a:lnTo>
                    <a:pt x="2761238" y="551261"/>
                  </a:lnTo>
                  <a:lnTo>
                    <a:pt x="2674871" y="483033"/>
                  </a:lnTo>
                  <a:lnTo>
                    <a:pt x="2585059" y="418547"/>
                  </a:lnTo>
                  <a:lnTo>
                    <a:pt x="2491964" y="357976"/>
                  </a:lnTo>
                  <a:lnTo>
                    <a:pt x="2395757" y="301487"/>
                  </a:lnTo>
                  <a:lnTo>
                    <a:pt x="2296619" y="249236"/>
                  </a:lnTo>
                  <a:lnTo>
                    <a:pt x="2194736" y="201373"/>
                  </a:lnTo>
                  <a:lnTo>
                    <a:pt x="2090303" y="158042"/>
                  </a:lnTo>
                  <a:lnTo>
                    <a:pt x="1983522" y="119374"/>
                  </a:lnTo>
                  <a:lnTo>
                    <a:pt x="1874604" y="85495"/>
                  </a:lnTo>
                  <a:lnTo>
                    <a:pt x="1763763" y="56518"/>
                  </a:lnTo>
                  <a:lnTo>
                    <a:pt x="1651221" y="32548"/>
                  </a:lnTo>
                  <a:lnTo>
                    <a:pt x="1537205" y="13680"/>
                  </a:lnTo>
                  <a:close/>
                </a:path>
              </a:pathLst>
            </a:custGeom>
            <a:solidFill>
              <a:srgbClr val="4477AA">
                <a:alpha val="25882"/>
              </a:srgbClr>
            </a:solidFill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072268" y="1167003"/>
              <a:ext cx="2722939" cy="3659087"/>
            </a:xfrm>
            <a:custGeom>
              <a:avLst/>
              <a:pathLst>
                <a:path w="2722939" h="3659087">
                  <a:moveTo>
                    <a:pt x="965169" y="0"/>
                  </a:moveTo>
                  <a:lnTo>
                    <a:pt x="1059976" y="14869"/>
                  </a:lnTo>
                  <a:lnTo>
                    <a:pt x="1153671" y="33246"/>
                  </a:lnTo>
                  <a:lnTo>
                    <a:pt x="1246126" y="55068"/>
                  </a:lnTo>
                  <a:lnTo>
                    <a:pt x="1337215" y="80267"/>
                  </a:lnTo>
                  <a:lnTo>
                    <a:pt x="1426815" y="108773"/>
                  </a:lnTo>
                  <a:lnTo>
                    <a:pt x="1514807" y="140509"/>
                  </a:lnTo>
                  <a:lnTo>
                    <a:pt x="1601075" y="175395"/>
                  </a:lnTo>
                  <a:lnTo>
                    <a:pt x="1685508" y="213347"/>
                  </a:lnTo>
                  <a:lnTo>
                    <a:pt x="1767998" y="254276"/>
                  </a:lnTo>
                  <a:lnTo>
                    <a:pt x="1848440" y="298091"/>
                  </a:lnTo>
                  <a:lnTo>
                    <a:pt x="1926736" y="344695"/>
                  </a:lnTo>
                  <a:lnTo>
                    <a:pt x="2002788" y="393990"/>
                  </a:lnTo>
                  <a:lnTo>
                    <a:pt x="2076508" y="445874"/>
                  </a:lnTo>
                  <a:lnTo>
                    <a:pt x="2147806" y="500241"/>
                  </a:lnTo>
                  <a:lnTo>
                    <a:pt x="2216603" y="556983"/>
                  </a:lnTo>
                  <a:lnTo>
                    <a:pt x="2282820" y="615989"/>
                  </a:lnTo>
                  <a:lnTo>
                    <a:pt x="2346386" y="677147"/>
                  </a:lnTo>
                  <a:lnTo>
                    <a:pt x="2407231" y="740340"/>
                  </a:lnTo>
                  <a:lnTo>
                    <a:pt x="2465294" y="805452"/>
                  </a:lnTo>
                  <a:lnTo>
                    <a:pt x="2520516" y="872363"/>
                  </a:lnTo>
                  <a:lnTo>
                    <a:pt x="2572845" y="940952"/>
                  </a:lnTo>
                  <a:lnTo>
                    <a:pt x="2610649" y="1040824"/>
                  </a:lnTo>
                  <a:lnTo>
                    <a:pt x="2642859" y="1140879"/>
                  </a:lnTo>
                  <a:lnTo>
                    <a:pt x="2669534" y="1240823"/>
                  </a:lnTo>
                  <a:lnTo>
                    <a:pt x="2690746" y="1340366"/>
                  </a:lnTo>
                  <a:lnTo>
                    <a:pt x="2706584" y="1439225"/>
                  </a:lnTo>
                  <a:lnTo>
                    <a:pt x="2717149" y="1537122"/>
                  </a:lnTo>
                  <a:lnTo>
                    <a:pt x="2722558" y="1633789"/>
                  </a:lnTo>
                  <a:lnTo>
                    <a:pt x="2722939" y="1728967"/>
                  </a:lnTo>
                  <a:lnTo>
                    <a:pt x="2718434" y="1822402"/>
                  </a:lnTo>
                  <a:lnTo>
                    <a:pt x="2709197" y="1913854"/>
                  </a:lnTo>
                  <a:lnTo>
                    <a:pt x="2695395" y="2003090"/>
                  </a:lnTo>
                  <a:lnTo>
                    <a:pt x="2677203" y="2089890"/>
                  </a:lnTo>
                  <a:lnTo>
                    <a:pt x="2654809" y="2174044"/>
                  </a:lnTo>
                  <a:lnTo>
                    <a:pt x="2628411" y="2255354"/>
                  </a:lnTo>
                  <a:lnTo>
                    <a:pt x="2598213" y="2333634"/>
                  </a:lnTo>
                  <a:lnTo>
                    <a:pt x="2564432" y="2408711"/>
                  </a:lnTo>
                  <a:lnTo>
                    <a:pt x="2527288" y="2480424"/>
                  </a:lnTo>
                  <a:lnTo>
                    <a:pt x="2487012" y="2548628"/>
                  </a:lnTo>
                  <a:lnTo>
                    <a:pt x="2467619" y="2633004"/>
                  </a:lnTo>
                  <a:lnTo>
                    <a:pt x="2443606" y="2715208"/>
                  </a:lnTo>
                  <a:lnTo>
                    <a:pt x="2415155" y="2794990"/>
                  </a:lnTo>
                  <a:lnTo>
                    <a:pt x="2382461" y="2872116"/>
                  </a:lnTo>
                  <a:lnTo>
                    <a:pt x="2345733" y="2946361"/>
                  </a:lnTo>
                  <a:lnTo>
                    <a:pt x="2305190" y="3017521"/>
                  </a:lnTo>
                  <a:lnTo>
                    <a:pt x="2261061" y="3085404"/>
                  </a:lnTo>
                  <a:lnTo>
                    <a:pt x="2213585" y="3149833"/>
                  </a:lnTo>
                  <a:lnTo>
                    <a:pt x="2163010" y="3210651"/>
                  </a:lnTo>
                  <a:lnTo>
                    <a:pt x="2109589" y="3267715"/>
                  </a:lnTo>
                  <a:lnTo>
                    <a:pt x="2053584" y="3320899"/>
                  </a:lnTo>
                  <a:lnTo>
                    <a:pt x="1995259" y="3370097"/>
                  </a:lnTo>
                  <a:lnTo>
                    <a:pt x="1934883" y="3415217"/>
                  </a:lnTo>
                  <a:lnTo>
                    <a:pt x="1872728" y="3456187"/>
                  </a:lnTo>
                  <a:lnTo>
                    <a:pt x="1800346" y="3500964"/>
                  </a:lnTo>
                  <a:lnTo>
                    <a:pt x="1726040" y="3540214"/>
                  </a:lnTo>
                  <a:lnTo>
                    <a:pt x="1650221" y="3573879"/>
                  </a:lnTo>
                  <a:lnTo>
                    <a:pt x="1573295" y="3601933"/>
                  </a:lnTo>
                  <a:lnTo>
                    <a:pt x="1495670" y="3624377"/>
                  </a:lnTo>
                  <a:lnTo>
                    <a:pt x="1417745" y="3641242"/>
                  </a:lnTo>
                  <a:lnTo>
                    <a:pt x="1339913" y="3652587"/>
                  </a:lnTo>
                  <a:lnTo>
                    <a:pt x="1262558" y="3658498"/>
                  </a:lnTo>
                  <a:lnTo>
                    <a:pt x="1186054" y="3659087"/>
                  </a:lnTo>
                  <a:lnTo>
                    <a:pt x="1110759" y="3654492"/>
                  </a:lnTo>
                  <a:lnTo>
                    <a:pt x="1037021" y="3644875"/>
                  </a:lnTo>
                  <a:lnTo>
                    <a:pt x="965169" y="3630420"/>
                  </a:lnTo>
                  <a:lnTo>
                    <a:pt x="883314" y="3588699"/>
                  </a:lnTo>
                  <a:lnTo>
                    <a:pt x="807987" y="3541040"/>
                  </a:lnTo>
                  <a:lnTo>
                    <a:pt x="739596" y="3488208"/>
                  </a:lnTo>
                  <a:lnTo>
                    <a:pt x="678472" y="3430994"/>
                  </a:lnTo>
                  <a:lnTo>
                    <a:pt x="624861" y="3370206"/>
                  </a:lnTo>
                  <a:lnTo>
                    <a:pt x="578930" y="3306665"/>
                  </a:lnTo>
                  <a:lnTo>
                    <a:pt x="540764" y="3241194"/>
                  </a:lnTo>
                  <a:lnTo>
                    <a:pt x="510367" y="3174610"/>
                  </a:lnTo>
                  <a:lnTo>
                    <a:pt x="487662" y="3107718"/>
                  </a:lnTo>
                  <a:lnTo>
                    <a:pt x="472495" y="3041303"/>
                  </a:lnTo>
                  <a:lnTo>
                    <a:pt x="415824" y="3009584"/>
                  </a:lnTo>
                  <a:lnTo>
                    <a:pt x="361051" y="2971637"/>
                  </a:lnTo>
                  <a:lnTo>
                    <a:pt x="308839" y="2927561"/>
                  </a:lnTo>
                  <a:lnTo>
                    <a:pt x="259846" y="2877526"/>
                  </a:lnTo>
                  <a:lnTo>
                    <a:pt x="214721" y="2821769"/>
                  </a:lnTo>
                  <a:lnTo>
                    <a:pt x="174092" y="2760597"/>
                  </a:lnTo>
                  <a:lnTo>
                    <a:pt x="138565" y="2694381"/>
                  </a:lnTo>
                  <a:lnTo>
                    <a:pt x="108712" y="2623558"/>
                  </a:lnTo>
                  <a:lnTo>
                    <a:pt x="85068" y="2548628"/>
                  </a:lnTo>
                  <a:lnTo>
                    <a:pt x="57383" y="2483702"/>
                  </a:lnTo>
                  <a:lnTo>
                    <a:pt x="34630" y="2414837"/>
                  </a:lnTo>
                  <a:lnTo>
                    <a:pt x="17227" y="2342416"/>
                  </a:lnTo>
                  <a:lnTo>
                    <a:pt x="5565" y="2266863"/>
                  </a:lnTo>
                  <a:lnTo>
                    <a:pt x="0" y="2188638"/>
                  </a:lnTo>
                  <a:lnTo>
                    <a:pt x="848" y="2108237"/>
                  </a:lnTo>
                  <a:lnTo>
                    <a:pt x="8389" y="2026186"/>
                  </a:lnTo>
                  <a:lnTo>
                    <a:pt x="22856" y="1943040"/>
                  </a:lnTo>
                  <a:lnTo>
                    <a:pt x="44440" y="1859379"/>
                  </a:lnTo>
                  <a:lnTo>
                    <a:pt x="73282" y="1775803"/>
                  </a:lnTo>
                  <a:lnTo>
                    <a:pt x="109471" y="1692930"/>
                  </a:lnTo>
                </a:path>
              </a:pathLst>
            </a:custGeom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001772" y="1131336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609447" y="2072289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23615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909331" y="4587524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001772" y="4761757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509097" y="4172640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121670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146073" y="2824267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037438" y="963113"/>
              <a:ext cx="0" cy="2752518"/>
            </a:xfrm>
            <a:custGeom>
              <a:avLst/>
              <a:pathLst>
                <a:path w="0" h="2752518">
                  <a:moveTo>
                    <a:pt x="0" y="2752518"/>
                  </a:moveTo>
                  <a:lnTo>
                    <a:pt x="0" y="2657604"/>
                  </a:lnTo>
                  <a:lnTo>
                    <a:pt x="0" y="2562689"/>
                  </a:lnTo>
                  <a:lnTo>
                    <a:pt x="0" y="2467775"/>
                  </a:lnTo>
                  <a:lnTo>
                    <a:pt x="0" y="2372861"/>
                  </a:lnTo>
                  <a:lnTo>
                    <a:pt x="0" y="2277946"/>
                  </a:lnTo>
                  <a:lnTo>
                    <a:pt x="0" y="2183032"/>
                  </a:lnTo>
                  <a:lnTo>
                    <a:pt x="0" y="2088117"/>
                  </a:lnTo>
                  <a:lnTo>
                    <a:pt x="0" y="1993203"/>
                  </a:lnTo>
                  <a:lnTo>
                    <a:pt x="0" y="1898288"/>
                  </a:lnTo>
                  <a:lnTo>
                    <a:pt x="0" y="1803374"/>
                  </a:lnTo>
                  <a:lnTo>
                    <a:pt x="0" y="1708459"/>
                  </a:lnTo>
                  <a:lnTo>
                    <a:pt x="0" y="1613545"/>
                  </a:lnTo>
                  <a:lnTo>
                    <a:pt x="0" y="1518631"/>
                  </a:lnTo>
                  <a:lnTo>
                    <a:pt x="0" y="1423716"/>
                  </a:lnTo>
                  <a:lnTo>
                    <a:pt x="0" y="1328802"/>
                  </a:lnTo>
                  <a:lnTo>
                    <a:pt x="0" y="1233887"/>
                  </a:lnTo>
                  <a:lnTo>
                    <a:pt x="0" y="1138973"/>
                  </a:lnTo>
                  <a:lnTo>
                    <a:pt x="0" y="1044058"/>
                  </a:lnTo>
                  <a:lnTo>
                    <a:pt x="0" y="949144"/>
                  </a:lnTo>
                  <a:lnTo>
                    <a:pt x="0" y="854229"/>
                  </a:lnTo>
                  <a:lnTo>
                    <a:pt x="0" y="759315"/>
                  </a:lnTo>
                  <a:lnTo>
                    <a:pt x="0" y="664401"/>
                  </a:lnTo>
                  <a:lnTo>
                    <a:pt x="0" y="569486"/>
                  </a:lnTo>
                  <a:lnTo>
                    <a:pt x="0" y="474572"/>
                  </a:lnTo>
                  <a:lnTo>
                    <a:pt x="0" y="379657"/>
                  </a:lnTo>
                  <a:lnTo>
                    <a:pt x="0" y="284743"/>
                  </a:lnTo>
                  <a:lnTo>
                    <a:pt x="0" y="189828"/>
                  </a:lnTo>
                  <a:lnTo>
                    <a:pt x="0" y="949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037438" y="1769307"/>
              <a:ext cx="1946324" cy="1946324"/>
            </a:xfrm>
            <a:custGeom>
              <a:avLst/>
              <a:pathLst>
                <a:path w="1946324" h="1946324">
                  <a:moveTo>
                    <a:pt x="0" y="1946324"/>
                  </a:moveTo>
                  <a:lnTo>
                    <a:pt x="67114" y="1879210"/>
                  </a:lnTo>
                  <a:lnTo>
                    <a:pt x="134229" y="1812095"/>
                  </a:lnTo>
                  <a:lnTo>
                    <a:pt x="201343" y="1744980"/>
                  </a:lnTo>
                  <a:lnTo>
                    <a:pt x="268458" y="1677866"/>
                  </a:lnTo>
                  <a:lnTo>
                    <a:pt x="335573" y="1610751"/>
                  </a:lnTo>
                  <a:lnTo>
                    <a:pt x="402687" y="1543636"/>
                  </a:lnTo>
                  <a:lnTo>
                    <a:pt x="469802" y="1476522"/>
                  </a:lnTo>
                  <a:lnTo>
                    <a:pt x="536917" y="1409407"/>
                  </a:lnTo>
                  <a:lnTo>
                    <a:pt x="604031" y="1342292"/>
                  </a:lnTo>
                  <a:lnTo>
                    <a:pt x="671146" y="1275178"/>
                  </a:lnTo>
                  <a:lnTo>
                    <a:pt x="738261" y="1208063"/>
                  </a:lnTo>
                  <a:lnTo>
                    <a:pt x="805375" y="1140948"/>
                  </a:lnTo>
                  <a:lnTo>
                    <a:pt x="872490" y="1073834"/>
                  </a:lnTo>
                  <a:lnTo>
                    <a:pt x="939605" y="1006719"/>
                  </a:lnTo>
                  <a:lnTo>
                    <a:pt x="1006719" y="939605"/>
                  </a:lnTo>
                  <a:lnTo>
                    <a:pt x="1073834" y="872490"/>
                  </a:lnTo>
                  <a:lnTo>
                    <a:pt x="1140948" y="805375"/>
                  </a:lnTo>
                  <a:lnTo>
                    <a:pt x="1208063" y="738261"/>
                  </a:lnTo>
                  <a:lnTo>
                    <a:pt x="1275178" y="671146"/>
                  </a:lnTo>
                  <a:lnTo>
                    <a:pt x="1342292" y="604031"/>
                  </a:lnTo>
                  <a:lnTo>
                    <a:pt x="1409407" y="536917"/>
                  </a:lnTo>
                  <a:lnTo>
                    <a:pt x="1476522" y="469802"/>
                  </a:lnTo>
                  <a:lnTo>
                    <a:pt x="1543636" y="402687"/>
                  </a:lnTo>
                  <a:lnTo>
                    <a:pt x="1610751" y="335573"/>
                  </a:lnTo>
                  <a:lnTo>
                    <a:pt x="1677866" y="268458"/>
                  </a:lnTo>
                  <a:lnTo>
                    <a:pt x="1744980" y="201343"/>
                  </a:lnTo>
                  <a:lnTo>
                    <a:pt x="1812095" y="134229"/>
                  </a:lnTo>
                  <a:lnTo>
                    <a:pt x="1879210" y="67114"/>
                  </a:lnTo>
                  <a:lnTo>
                    <a:pt x="194632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37438" y="3715631"/>
              <a:ext cx="2752518" cy="0"/>
            </a:xfrm>
            <a:custGeom>
              <a:avLst/>
              <a:pathLst>
                <a:path w="2752518" h="0">
                  <a:moveTo>
                    <a:pt x="0" y="0"/>
                  </a:moveTo>
                  <a:lnTo>
                    <a:pt x="94914" y="0"/>
                  </a:lnTo>
                  <a:lnTo>
                    <a:pt x="189828" y="0"/>
                  </a:lnTo>
                  <a:lnTo>
                    <a:pt x="284743" y="0"/>
                  </a:lnTo>
                  <a:lnTo>
                    <a:pt x="379657" y="0"/>
                  </a:lnTo>
                  <a:lnTo>
                    <a:pt x="474572" y="0"/>
                  </a:lnTo>
                  <a:lnTo>
                    <a:pt x="569486" y="0"/>
                  </a:lnTo>
                  <a:lnTo>
                    <a:pt x="664401" y="0"/>
                  </a:lnTo>
                  <a:lnTo>
                    <a:pt x="759315" y="0"/>
                  </a:lnTo>
                  <a:lnTo>
                    <a:pt x="854229" y="0"/>
                  </a:lnTo>
                  <a:lnTo>
                    <a:pt x="949144" y="0"/>
                  </a:lnTo>
                  <a:lnTo>
                    <a:pt x="1044058" y="0"/>
                  </a:lnTo>
                  <a:lnTo>
                    <a:pt x="1138973" y="0"/>
                  </a:lnTo>
                  <a:lnTo>
                    <a:pt x="1233887" y="0"/>
                  </a:lnTo>
                  <a:lnTo>
                    <a:pt x="1328802" y="0"/>
                  </a:lnTo>
                  <a:lnTo>
                    <a:pt x="1423716" y="0"/>
                  </a:lnTo>
                  <a:lnTo>
                    <a:pt x="1518631" y="0"/>
                  </a:lnTo>
                  <a:lnTo>
                    <a:pt x="1613545" y="0"/>
                  </a:lnTo>
                  <a:lnTo>
                    <a:pt x="1708459" y="0"/>
                  </a:lnTo>
                  <a:lnTo>
                    <a:pt x="1803374" y="0"/>
                  </a:lnTo>
                  <a:lnTo>
                    <a:pt x="1898288" y="0"/>
                  </a:lnTo>
                  <a:lnTo>
                    <a:pt x="1993203" y="0"/>
                  </a:lnTo>
                  <a:lnTo>
                    <a:pt x="2088117" y="0"/>
                  </a:lnTo>
                  <a:lnTo>
                    <a:pt x="2183032" y="0"/>
                  </a:lnTo>
                  <a:lnTo>
                    <a:pt x="2277946" y="0"/>
                  </a:lnTo>
                  <a:lnTo>
                    <a:pt x="2372861" y="0"/>
                  </a:lnTo>
                  <a:lnTo>
                    <a:pt x="2467775" y="0"/>
                  </a:lnTo>
                  <a:lnTo>
                    <a:pt x="2562689" y="0"/>
                  </a:lnTo>
                  <a:lnTo>
                    <a:pt x="2657604" y="0"/>
                  </a:lnTo>
                  <a:lnTo>
                    <a:pt x="275251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037438" y="3715631"/>
              <a:ext cx="1946324" cy="1946324"/>
            </a:xfrm>
            <a:custGeom>
              <a:avLst/>
              <a:pathLst>
                <a:path w="1946324" h="1946324">
                  <a:moveTo>
                    <a:pt x="0" y="0"/>
                  </a:moveTo>
                  <a:lnTo>
                    <a:pt x="67114" y="67114"/>
                  </a:lnTo>
                  <a:lnTo>
                    <a:pt x="134229" y="134229"/>
                  </a:lnTo>
                  <a:lnTo>
                    <a:pt x="201343" y="201343"/>
                  </a:lnTo>
                  <a:lnTo>
                    <a:pt x="268458" y="268458"/>
                  </a:lnTo>
                  <a:lnTo>
                    <a:pt x="335573" y="335573"/>
                  </a:lnTo>
                  <a:lnTo>
                    <a:pt x="402687" y="402687"/>
                  </a:lnTo>
                  <a:lnTo>
                    <a:pt x="469802" y="469802"/>
                  </a:lnTo>
                  <a:lnTo>
                    <a:pt x="536917" y="536917"/>
                  </a:lnTo>
                  <a:lnTo>
                    <a:pt x="604031" y="604031"/>
                  </a:lnTo>
                  <a:lnTo>
                    <a:pt x="671146" y="671146"/>
                  </a:lnTo>
                  <a:lnTo>
                    <a:pt x="738261" y="738261"/>
                  </a:lnTo>
                  <a:lnTo>
                    <a:pt x="805375" y="805375"/>
                  </a:lnTo>
                  <a:lnTo>
                    <a:pt x="872490" y="872490"/>
                  </a:lnTo>
                  <a:lnTo>
                    <a:pt x="939605" y="939605"/>
                  </a:lnTo>
                  <a:lnTo>
                    <a:pt x="1006719" y="1006719"/>
                  </a:lnTo>
                  <a:lnTo>
                    <a:pt x="1073834" y="1073834"/>
                  </a:lnTo>
                  <a:lnTo>
                    <a:pt x="1140948" y="1140948"/>
                  </a:lnTo>
                  <a:lnTo>
                    <a:pt x="1208063" y="1208063"/>
                  </a:lnTo>
                  <a:lnTo>
                    <a:pt x="1275178" y="1275178"/>
                  </a:lnTo>
                  <a:lnTo>
                    <a:pt x="1342292" y="1342292"/>
                  </a:lnTo>
                  <a:lnTo>
                    <a:pt x="1409407" y="1409407"/>
                  </a:lnTo>
                  <a:lnTo>
                    <a:pt x="1476522" y="1476522"/>
                  </a:lnTo>
                  <a:lnTo>
                    <a:pt x="1543636" y="1543636"/>
                  </a:lnTo>
                  <a:lnTo>
                    <a:pt x="1610751" y="1610751"/>
                  </a:lnTo>
                  <a:lnTo>
                    <a:pt x="1677866" y="1677866"/>
                  </a:lnTo>
                  <a:lnTo>
                    <a:pt x="1744980" y="1744980"/>
                  </a:lnTo>
                  <a:lnTo>
                    <a:pt x="1812095" y="1812095"/>
                  </a:lnTo>
                  <a:lnTo>
                    <a:pt x="1879210" y="1879210"/>
                  </a:lnTo>
                  <a:lnTo>
                    <a:pt x="1946324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037438" y="3715631"/>
              <a:ext cx="0" cy="2752518"/>
            </a:xfrm>
            <a:custGeom>
              <a:avLst/>
              <a:pathLst>
                <a:path w="0" h="2752518">
                  <a:moveTo>
                    <a:pt x="0" y="0"/>
                  </a:moveTo>
                  <a:lnTo>
                    <a:pt x="0" y="94914"/>
                  </a:lnTo>
                  <a:lnTo>
                    <a:pt x="0" y="189828"/>
                  </a:lnTo>
                  <a:lnTo>
                    <a:pt x="0" y="284743"/>
                  </a:lnTo>
                  <a:lnTo>
                    <a:pt x="0" y="379657"/>
                  </a:lnTo>
                  <a:lnTo>
                    <a:pt x="0" y="474572"/>
                  </a:lnTo>
                  <a:lnTo>
                    <a:pt x="0" y="569486"/>
                  </a:lnTo>
                  <a:lnTo>
                    <a:pt x="0" y="664401"/>
                  </a:lnTo>
                  <a:lnTo>
                    <a:pt x="0" y="759315"/>
                  </a:lnTo>
                  <a:lnTo>
                    <a:pt x="0" y="854229"/>
                  </a:lnTo>
                  <a:lnTo>
                    <a:pt x="0" y="949144"/>
                  </a:lnTo>
                  <a:lnTo>
                    <a:pt x="0" y="1044058"/>
                  </a:lnTo>
                  <a:lnTo>
                    <a:pt x="0" y="1138973"/>
                  </a:lnTo>
                  <a:lnTo>
                    <a:pt x="0" y="1233887"/>
                  </a:lnTo>
                  <a:lnTo>
                    <a:pt x="0" y="1328802"/>
                  </a:lnTo>
                  <a:lnTo>
                    <a:pt x="0" y="1423716"/>
                  </a:lnTo>
                  <a:lnTo>
                    <a:pt x="0" y="1518631"/>
                  </a:lnTo>
                  <a:lnTo>
                    <a:pt x="0" y="1613545"/>
                  </a:lnTo>
                  <a:lnTo>
                    <a:pt x="0" y="1708459"/>
                  </a:lnTo>
                  <a:lnTo>
                    <a:pt x="0" y="1803374"/>
                  </a:lnTo>
                  <a:lnTo>
                    <a:pt x="0" y="1898288"/>
                  </a:lnTo>
                  <a:lnTo>
                    <a:pt x="0" y="1993203"/>
                  </a:lnTo>
                  <a:lnTo>
                    <a:pt x="0" y="2088117"/>
                  </a:lnTo>
                  <a:lnTo>
                    <a:pt x="0" y="2183032"/>
                  </a:lnTo>
                  <a:lnTo>
                    <a:pt x="0" y="2277946"/>
                  </a:lnTo>
                  <a:lnTo>
                    <a:pt x="0" y="2372861"/>
                  </a:lnTo>
                  <a:lnTo>
                    <a:pt x="0" y="2467775"/>
                  </a:lnTo>
                  <a:lnTo>
                    <a:pt x="0" y="2562689"/>
                  </a:lnTo>
                  <a:lnTo>
                    <a:pt x="0" y="2657604"/>
                  </a:lnTo>
                  <a:lnTo>
                    <a:pt x="0" y="275251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091113" y="3715631"/>
              <a:ext cx="1946324" cy="1946324"/>
            </a:xfrm>
            <a:custGeom>
              <a:avLst/>
              <a:pathLst>
                <a:path w="1946324" h="1946324">
                  <a:moveTo>
                    <a:pt x="1946324" y="0"/>
                  </a:moveTo>
                  <a:lnTo>
                    <a:pt x="1879210" y="67114"/>
                  </a:lnTo>
                  <a:lnTo>
                    <a:pt x="1812095" y="134229"/>
                  </a:lnTo>
                  <a:lnTo>
                    <a:pt x="1744980" y="201343"/>
                  </a:lnTo>
                  <a:lnTo>
                    <a:pt x="1677866" y="268458"/>
                  </a:lnTo>
                  <a:lnTo>
                    <a:pt x="1610751" y="335573"/>
                  </a:lnTo>
                  <a:lnTo>
                    <a:pt x="1543636" y="402687"/>
                  </a:lnTo>
                  <a:lnTo>
                    <a:pt x="1476522" y="469802"/>
                  </a:lnTo>
                  <a:lnTo>
                    <a:pt x="1409407" y="536917"/>
                  </a:lnTo>
                  <a:lnTo>
                    <a:pt x="1342292" y="604031"/>
                  </a:lnTo>
                  <a:lnTo>
                    <a:pt x="1275178" y="671146"/>
                  </a:lnTo>
                  <a:lnTo>
                    <a:pt x="1208063" y="738261"/>
                  </a:lnTo>
                  <a:lnTo>
                    <a:pt x="1140948" y="805375"/>
                  </a:lnTo>
                  <a:lnTo>
                    <a:pt x="1073834" y="872490"/>
                  </a:lnTo>
                  <a:lnTo>
                    <a:pt x="1006719" y="939605"/>
                  </a:lnTo>
                  <a:lnTo>
                    <a:pt x="939605" y="1006719"/>
                  </a:lnTo>
                  <a:lnTo>
                    <a:pt x="872490" y="1073834"/>
                  </a:lnTo>
                  <a:lnTo>
                    <a:pt x="805375" y="1140948"/>
                  </a:lnTo>
                  <a:lnTo>
                    <a:pt x="738261" y="1208063"/>
                  </a:lnTo>
                  <a:lnTo>
                    <a:pt x="671146" y="1275178"/>
                  </a:lnTo>
                  <a:lnTo>
                    <a:pt x="604031" y="1342292"/>
                  </a:lnTo>
                  <a:lnTo>
                    <a:pt x="536917" y="1409407"/>
                  </a:lnTo>
                  <a:lnTo>
                    <a:pt x="469802" y="1476522"/>
                  </a:lnTo>
                  <a:lnTo>
                    <a:pt x="402687" y="1543636"/>
                  </a:lnTo>
                  <a:lnTo>
                    <a:pt x="335573" y="1610751"/>
                  </a:lnTo>
                  <a:lnTo>
                    <a:pt x="268458" y="1677866"/>
                  </a:lnTo>
                  <a:lnTo>
                    <a:pt x="201343" y="1744980"/>
                  </a:lnTo>
                  <a:lnTo>
                    <a:pt x="134229" y="1812095"/>
                  </a:lnTo>
                  <a:lnTo>
                    <a:pt x="67114" y="1879210"/>
                  </a:lnTo>
                  <a:lnTo>
                    <a:pt x="0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84919" y="3715631"/>
              <a:ext cx="2752518" cy="0"/>
            </a:xfrm>
            <a:custGeom>
              <a:avLst/>
              <a:pathLst>
                <a:path w="2752518" h="0">
                  <a:moveTo>
                    <a:pt x="2752518" y="0"/>
                  </a:moveTo>
                  <a:lnTo>
                    <a:pt x="2657604" y="0"/>
                  </a:lnTo>
                  <a:lnTo>
                    <a:pt x="2562689" y="0"/>
                  </a:lnTo>
                  <a:lnTo>
                    <a:pt x="2467775" y="0"/>
                  </a:lnTo>
                  <a:lnTo>
                    <a:pt x="2372861" y="0"/>
                  </a:lnTo>
                  <a:lnTo>
                    <a:pt x="2277946" y="0"/>
                  </a:lnTo>
                  <a:lnTo>
                    <a:pt x="2183032" y="0"/>
                  </a:lnTo>
                  <a:lnTo>
                    <a:pt x="2088117" y="0"/>
                  </a:lnTo>
                  <a:lnTo>
                    <a:pt x="1993203" y="0"/>
                  </a:lnTo>
                  <a:lnTo>
                    <a:pt x="1898288" y="0"/>
                  </a:lnTo>
                  <a:lnTo>
                    <a:pt x="1803374" y="0"/>
                  </a:lnTo>
                  <a:lnTo>
                    <a:pt x="1708459" y="0"/>
                  </a:lnTo>
                  <a:lnTo>
                    <a:pt x="1613545" y="0"/>
                  </a:lnTo>
                  <a:lnTo>
                    <a:pt x="1518631" y="0"/>
                  </a:lnTo>
                  <a:lnTo>
                    <a:pt x="1423716" y="0"/>
                  </a:lnTo>
                  <a:lnTo>
                    <a:pt x="1328802" y="0"/>
                  </a:lnTo>
                  <a:lnTo>
                    <a:pt x="1233887" y="0"/>
                  </a:lnTo>
                  <a:lnTo>
                    <a:pt x="1138973" y="0"/>
                  </a:lnTo>
                  <a:lnTo>
                    <a:pt x="1044058" y="0"/>
                  </a:lnTo>
                  <a:lnTo>
                    <a:pt x="949144" y="0"/>
                  </a:lnTo>
                  <a:lnTo>
                    <a:pt x="854229" y="0"/>
                  </a:lnTo>
                  <a:lnTo>
                    <a:pt x="759315" y="0"/>
                  </a:lnTo>
                  <a:lnTo>
                    <a:pt x="664401" y="0"/>
                  </a:lnTo>
                  <a:lnTo>
                    <a:pt x="569486" y="0"/>
                  </a:lnTo>
                  <a:lnTo>
                    <a:pt x="474572" y="0"/>
                  </a:lnTo>
                  <a:lnTo>
                    <a:pt x="379657" y="0"/>
                  </a:lnTo>
                  <a:lnTo>
                    <a:pt x="284743" y="0"/>
                  </a:lnTo>
                  <a:lnTo>
                    <a:pt x="189828" y="0"/>
                  </a:lnTo>
                  <a:lnTo>
                    <a:pt x="94914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091113" y="1769307"/>
              <a:ext cx="1946324" cy="1946324"/>
            </a:xfrm>
            <a:custGeom>
              <a:avLst/>
              <a:pathLst>
                <a:path w="1946324" h="1946324">
                  <a:moveTo>
                    <a:pt x="1946324" y="1946324"/>
                  </a:moveTo>
                  <a:lnTo>
                    <a:pt x="1879210" y="1879210"/>
                  </a:lnTo>
                  <a:lnTo>
                    <a:pt x="1812095" y="1812095"/>
                  </a:lnTo>
                  <a:lnTo>
                    <a:pt x="1744980" y="1744980"/>
                  </a:lnTo>
                  <a:lnTo>
                    <a:pt x="1677866" y="1677866"/>
                  </a:lnTo>
                  <a:lnTo>
                    <a:pt x="1610751" y="1610751"/>
                  </a:lnTo>
                  <a:lnTo>
                    <a:pt x="1543636" y="1543636"/>
                  </a:lnTo>
                  <a:lnTo>
                    <a:pt x="1476522" y="1476522"/>
                  </a:lnTo>
                  <a:lnTo>
                    <a:pt x="1409407" y="1409407"/>
                  </a:lnTo>
                  <a:lnTo>
                    <a:pt x="1342292" y="1342292"/>
                  </a:lnTo>
                  <a:lnTo>
                    <a:pt x="1275178" y="1275178"/>
                  </a:lnTo>
                  <a:lnTo>
                    <a:pt x="1208063" y="1208063"/>
                  </a:lnTo>
                  <a:lnTo>
                    <a:pt x="1140948" y="1140948"/>
                  </a:lnTo>
                  <a:lnTo>
                    <a:pt x="1073834" y="1073834"/>
                  </a:lnTo>
                  <a:lnTo>
                    <a:pt x="1006719" y="1006719"/>
                  </a:lnTo>
                  <a:lnTo>
                    <a:pt x="939605" y="939605"/>
                  </a:lnTo>
                  <a:lnTo>
                    <a:pt x="872490" y="872490"/>
                  </a:lnTo>
                  <a:lnTo>
                    <a:pt x="805375" y="805375"/>
                  </a:lnTo>
                  <a:lnTo>
                    <a:pt x="738261" y="738261"/>
                  </a:lnTo>
                  <a:lnTo>
                    <a:pt x="671146" y="671146"/>
                  </a:lnTo>
                  <a:lnTo>
                    <a:pt x="604031" y="604031"/>
                  </a:lnTo>
                  <a:lnTo>
                    <a:pt x="536917" y="536917"/>
                  </a:lnTo>
                  <a:lnTo>
                    <a:pt x="469802" y="469802"/>
                  </a:lnTo>
                  <a:lnTo>
                    <a:pt x="402687" y="402687"/>
                  </a:lnTo>
                  <a:lnTo>
                    <a:pt x="335573" y="335573"/>
                  </a:lnTo>
                  <a:lnTo>
                    <a:pt x="268458" y="268458"/>
                  </a:lnTo>
                  <a:lnTo>
                    <a:pt x="201343" y="201343"/>
                  </a:lnTo>
                  <a:lnTo>
                    <a:pt x="134229" y="134229"/>
                  </a:lnTo>
                  <a:lnTo>
                    <a:pt x="67114" y="671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868137" y="573556"/>
              <a:ext cx="3386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930559" y="1480525"/>
              <a:ext cx="59298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99834" y="3670140"/>
              <a:ext cx="26837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920044" y="5859755"/>
              <a:ext cx="614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857621" y="6766724"/>
              <a:ext cx="3596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26777" y="5859755"/>
              <a:ext cx="64209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90207" y="3670140"/>
              <a:ext cx="30129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37293" y="1480525"/>
              <a:ext cx="62106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84690" y="3683810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35221" y="2767037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5752" y="1850265"/>
              <a:ext cx="1484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85752" y="933492"/>
              <a:ext cx="1484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840135" y="69589"/>
              <a:ext cx="439460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Scenario 3 — All Seasons (BOTW 2024) · reference = nearest edge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2026-05-11T20:59:17Z</dcterms:modified>
  <cp:category/>
</cp:coreProperties>
</file>