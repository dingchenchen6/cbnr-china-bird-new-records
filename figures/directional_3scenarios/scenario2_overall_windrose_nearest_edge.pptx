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7863840" cy="7315200"/>
            <a:chOff x="0" y="0"/>
            <a:chExt cx="7863840" cy="73152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7863839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40898" y="0"/>
              <a:ext cx="7182043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72055" y="274983"/>
              <a:ext cx="6881296" cy="68812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12704" y="619048"/>
              <a:ext cx="0" cy="3096583"/>
            </a:xfrm>
            <a:custGeom>
              <a:avLst/>
              <a:pathLst>
                <a:path w="0" h="3096583">
                  <a:moveTo>
                    <a:pt x="0" y="309658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12704" y="1526016"/>
              <a:ext cx="2189615" cy="2189615"/>
            </a:xfrm>
            <a:custGeom>
              <a:avLst/>
              <a:pathLst>
                <a:path w="2189615" h="2189615">
                  <a:moveTo>
                    <a:pt x="0" y="2189615"/>
                  </a:moveTo>
                  <a:lnTo>
                    <a:pt x="21896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12704" y="3715631"/>
              <a:ext cx="3096583" cy="0"/>
            </a:xfrm>
            <a:custGeom>
              <a:avLst/>
              <a:pathLst>
                <a:path w="3096583" h="0">
                  <a:moveTo>
                    <a:pt x="0" y="0"/>
                  </a:moveTo>
                  <a:lnTo>
                    <a:pt x="30965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12704" y="3715631"/>
              <a:ext cx="2189615" cy="2189615"/>
            </a:xfrm>
            <a:custGeom>
              <a:avLst/>
              <a:pathLst>
                <a:path w="2189615" h="2189615">
                  <a:moveTo>
                    <a:pt x="0" y="0"/>
                  </a:moveTo>
                  <a:lnTo>
                    <a:pt x="2189615" y="21896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12704" y="3715631"/>
              <a:ext cx="0" cy="3096583"/>
            </a:xfrm>
            <a:custGeom>
              <a:avLst/>
              <a:pathLst>
                <a:path w="0" h="3096583">
                  <a:moveTo>
                    <a:pt x="0" y="0"/>
                  </a:moveTo>
                  <a:lnTo>
                    <a:pt x="0" y="3096583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23088" y="3715631"/>
              <a:ext cx="2189615" cy="2189615"/>
            </a:xfrm>
            <a:custGeom>
              <a:avLst/>
              <a:pathLst>
                <a:path w="2189615" h="2189615">
                  <a:moveTo>
                    <a:pt x="2189615" y="0"/>
                  </a:moveTo>
                  <a:lnTo>
                    <a:pt x="0" y="21896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6120" y="3715631"/>
              <a:ext cx="3096583" cy="0"/>
            </a:xfrm>
            <a:custGeom>
              <a:avLst/>
              <a:pathLst>
                <a:path w="3096583" h="0">
                  <a:moveTo>
                    <a:pt x="3096583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23088" y="1526016"/>
              <a:ext cx="2189615" cy="2189615"/>
            </a:xfrm>
            <a:custGeom>
              <a:avLst/>
              <a:pathLst>
                <a:path w="2189615" h="2189615">
                  <a:moveTo>
                    <a:pt x="2189615" y="21896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12704" y="37156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23972" y="3026813"/>
              <a:ext cx="1377463" cy="1377290"/>
            </a:xfrm>
            <a:custGeom>
              <a:avLst/>
              <a:pathLst>
                <a:path w="1377463" h="1377290">
                  <a:moveTo>
                    <a:pt x="688731" y="0"/>
                  </a:moveTo>
                  <a:lnTo>
                    <a:pt x="732419" y="1386"/>
                  </a:lnTo>
                  <a:lnTo>
                    <a:pt x="775931" y="5541"/>
                  </a:lnTo>
                  <a:lnTo>
                    <a:pt x="819091" y="12447"/>
                  </a:lnTo>
                  <a:lnTo>
                    <a:pt x="861727" y="22077"/>
                  </a:lnTo>
                  <a:lnTo>
                    <a:pt x="903666" y="34391"/>
                  </a:lnTo>
                  <a:lnTo>
                    <a:pt x="944739" y="49341"/>
                  </a:lnTo>
                  <a:lnTo>
                    <a:pt x="984782" y="66865"/>
                  </a:lnTo>
                  <a:lnTo>
                    <a:pt x="1023633" y="86894"/>
                  </a:lnTo>
                  <a:lnTo>
                    <a:pt x="1061135" y="109347"/>
                  </a:lnTo>
                  <a:lnTo>
                    <a:pt x="1097137" y="134133"/>
                  </a:lnTo>
                  <a:lnTo>
                    <a:pt x="1131495" y="161152"/>
                  </a:lnTo>
                  <a:lnTo>
                    <a:pt x="1164071" y="190297"/>
                  </a:lnTo>
                  <a:lnTo>
                    <a:pt x="1194732" y="221448"/>
                  </a:lnTo>
                  <a:lnTo>
                    <a:pt x="1223355" y="254482"/>
                  </a:lnTo>
                  <a:lnTo>
                    <a:pt x="1249826" y="289264"/>
                  </a:lnTo>
                  <a:lnTo>
                    <a:pt x="1274038" y="325655"/>
                  </a:lnTo>
                  <a:lnTo>
                    <a:pt x="1295893" y="363509"/>
                  </a:lnTo>
                  <a:lnTo>
                    <a:pt x="1315303" y="402672"/>
                  </a:lnTo>
                  <a:lnTo>
                    <a:pt x="1332190" y="442988"/>
                  </a:lnTo>
                  <a:lnTo>
                    <a:pt x="1346486" y="484294"/>
                  </a:lnTo>
                  <a:lnTo>
                    <a:pt x="1358133" y="526423"/>
                  </a:lnTo>
                  <a:lnTo>
                    <a:pt x="1367085" y="569206"/>
                  </a:lnTo>
                  <a:lnTo>
                    <a:pt x="1373306" y="612471"/>
                  </a:lnTo>
                  <a:lnTo>
                    <a:pt x="1376770" y="656043"/>
                  </a:lnTo>
                  <a:lnTo>
                    <a:pt x="1377463" y="699747"/>
                  </a:lnTo>
                  <a:lnTo>
                    <a:pt x="1375383" y="743407"/>
                  </a:lnTo>
                  <a:lnTo>
                    <a:pt x="1370539" y="786847"/>
                  </a:lnTo>
                  <a:lnTo>
                    <a:pt x="1362949" y="829893"/>
                  </a:lnTo>
                  <a:lnTo>
                    <a:pt x="1352644" y="872370"/>
                  </a:lnTo>
                  <a:lnTo>
                    <a:pt x="1339665" y="914108"/>
                  </a:lnTo>
                  <a:lnTo>
                    <a:pt x="1324066" y="954940"/>
                  </a:lnTo>
                  <a:lnTo>
                    <a:pt x="1305908" y="994699"/>
                  </a:lnTo>
                  <a:lnTo>
                    <a:pt x="1285266" y="1033227"/>
                  </a:lnTo>
                  <a:lnTo>
                    <a:pt x="1262221" y="1070368"/>
                  </a:lnTo>
                  <a:lnTo>
                    <a:pt x="1236867" y="1105973"/>
                  </a:lnTo>
                  <a:lnTo>
                    <a:pt x="1209306" y="1139898"/>
                  </a:lnTo>
                  <a:lnTo>
                    <a:pt x="1179648" y="1172007"/>
                  </a:lnTo>
                  <a:lnTo>
                    <a:pt x="1148014" y="1202170"/>
                  </a:lnTo>
                  <a:lnTo>
                    <a:pt x="1114531" y="1230266"/>
                  </a:lnTo>
                  <a:lnTo>
                    <a:pt x="1079333" y="1256182"/>
                  </a:lnTo>
                  <a:lnTo>
                    <a:pt x="1042562" y="1279813"/>
                  </a:lnTo>
                  <a:lnTo>
                    <a:pt x="1004366" y="1301064"/>
                  </a:lnTo>
                  <a:lnTo>
                    <a:pt x="964900" y="1319850"/>
                  </a:lnTo>
                  <a:lnTo>
                    <a:pt x="924321" y="1336096"/>
                  </a:lnTo>
                  <a:lnTo>
                    <a:pt x="882794" y="1349735"/>
                  </a:lnTo>
                  <a:lnTo>
                    <a:pt x="840485" y="1360712"/>
                  </a:lnTo>
                  <a:lnTo>
                    <a:pt x="797566" y="1368984"/>
                  </a:lnTo>
                  <a:lnTo>
                    <a:pt x="754208" y="1374518"/>
                  </a:lnTo>
                  <a:lnTo>
                    <a:pt x="710586" y="1377290"/>
                  </a:lnTo>
                  <a:lnTo>
                    <a:pt x="666877" y="1377290"/>
                  </a:lnTo>
                  <a:lnTo>
                    <a:pt x="623255" y="1374518"/>
                  </a:lnTo>
                  <a:lnTo>
                    <a:pt x="579897" y="1368984"/>
                  </a:lnTo>
                  <a:lnTo>
                    <a:pt x="536977" y="1360712"/>
                  </a:lnTo>
                  <a:lnTo>
                    <a:pt x="494669" y="1349735"/>
                  </a:lnTo>
                  <a:lnTo>
                    <a:pt x="453142" y="1336096"/>
                  </a:lnTo>
                  <a:lnTo>
                    <a:pt x="412563" y="1319850"/>
                  </a:lnTo>
                  <a:lnTo>
                    <a:pt x="373096" y="1301064"/>
                  </a:lnTo>
                  <a:lnTo>
                    <a:pt x="334901" y="1279813"/>
                  </a:lnTo>
                  <a:lnTo>
                    <a:pt x="298130" y="1256182"/>
                  </a:lnTo>
                  <a:lnTo>
                    <a:pt x="262932" y="1230266"/>
                  </a:lnTo>
                  <a:lnTo>
                    <a:pt x="229448" y="1202170"/>
                  </a:lnTo>
                  <a:lnTo>
                    <a:pt x="197814" y="1172007"/>
                  </a:lnTo>
                  <a:lnTo>
                    <a:pt x="168157" y="1139898"/>
                  </a:lnTo>
                  <a:lnTo>
                    <a:pt x="140596" y="1105973"/>
                  </a:lnTo>
                  <a:lnTo>
                    <a:pt x="115242" y="1070368"/>
                  </a:lnTo>
                  <a:lnTo>
                    <a:pt x="92197" y="1033227"/>
                  </a:lnTo>
                  <a:lnTo>
                    <a:pt x="71554" y="994699"/>
                  </a:lnTo>
                  <a:lnTo>
                    <a:pt x="53397" y="954940"/>
                  </a:lnTo>
                  <a:lnTo>
                    <a:pt x="37797" y="914108"/>
                  </a:lnTo>
                  <a:lnTo>
                    <a:pt x="24819" y="872370"/>
                  </a:lnTo>
                  <a:lnTo>
                    <a:pt x="14514" y="829893"/>
                  </a:lnTo>
                  <a:lnTo>
                    <a:pt x="6924" y="786847"/>
                  </a:lnTo>
                  <a:lnTo>
                    <a:pt x="2079" y="743407"/>
                  </a:lnTo>
                  <a:lnTo>
                    <a:pt x="0" y="699747"/>
                  </a:lnTo>
                  <a:lnTo>
                    <a:pt x="693" y="656043"/>
                  </a:lnTo>
                  <a:lnTo>
                    <a:pt x="4157" y="612471"/>
                  </a:lnTo>
                  <a:lnTo>
                    <a:pt x="10377" y="569206"/>
                  </a:lnTo>
                  <a:lnTo>
                    <a:pt x="19330" y="526423"/>
                  </a:lnTo>
                  <a:lnTo>
                    <a:pt x="30977" y="484294"/>
                  </a:lnTo>
                  <a:lnTo>
                    <a:pt x="45273" y="442988"/>
                  </a:lnTo>
                  <a:lnTo>
                    <a:pt x="62160" y="402672"/>
                  </a:lnTo>
                  <a:lnTo>
                    <a:pt x="81570" y="363509"/>
                  </a:lnTo>
                  <a:lnTo>
                    <a:pt x="103425" y="325655"/>
                  </a:lnTo>
                  <a:lnTo>
                    <a:pt x="127636" y="289264"/>
                  </a:lnTo>
                  <a:lnTo>
                    <a:pt x="154107" y="254482"/>
                  </a:lnTo>
                  <a:lnTo>
                    <a:pt x="182731" y="221448"/>
                  </a:lnTo>
                  <a:lnTo>
                    <a:pt x="213392" y="190297"/>
                  </a:lnTo>
                  <a:lnTo>
                    <a:pt x="245967" y="161152"/>
                  </a:lnTo>
                  <a:lnTo>
                    <a:pt x="280325" y="134133"/>
                  </a:lnTo>
                  <a:lnTo>
                    <a:pt x="316328" y="109347"/>
                  </a:lnTo>
                  <a:lnTo>
                    <a:pt x="353830" y="86894"/>
                  </a:lnTo>
                  <a:lnTo>
                    <a:pt x="392681" y="66865"/>
                  </a:lnTo>
                  <a:lnTo>
                    <a:pt x="432723" y="49341"/>
                  </a:lnTo>
                  <a:lnTo>
                    <a:pt x="473797" y="34391"/>
                  </a:lnTo>
                  <a:lnTo>
                    <a:pt x="515736" y="22077"/>
                  </a:lnTo>
                  <a:lnTo>
                    <a:pt x="558372" y="12447"/>
                  </a:lnTo>
                  <a:lnTo>
                    <a:pt x="601532" y="5541"/>
                  </a:lnTo>
                  <a:lnTo>
                    <a:pt x="645044" y="1386"/>
                  </a:lnTo>
                  <a:lnTo>
                    <a:pt x="68873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635240" y="2337994"/>
              <a:ext cx="2754927" cy="2754580"/>
            </a:xfrm>
            <a:custGeom>
              <a:avLst/>
              <a:pathLst>
                <a:path w="2754927" h="2754580">
                  <a:moveTo>
                    <a:pt x="1377463" y="0"/>
                  </a:moveTo>
                  <a:lnTo>
                    <a:pt x="1464838" y="2773"/>
                  </a:lnTo>
                  <a:lnTo>
                    <a:pt x="1551862" y="11083"/>
                  </a:lnTo>
                  <a:lnTo>
                    <a:pt x="1638183" y="24895"/>
                  </a:lnTo>
                  <a:lnTo>
                    <a:pt x="1723454" y="44155"/>
                  </a:lnTo>
                  <a:lnTo>
                    <a:pt x="1807332" y="68783"/>
                  </a:lnTo>
                  <a:lnTo>
                    <a:pt x="1889479" y="98682"/>
                  </a:lnTo>
                  <a:lnTo>
                    <a:pt x="1969565" y="133731"/>
                  </a:lnTo>
                  <a:lnTo>
                    <a:pt x="2047266" y="173789"/>
                  </a:lnTo>
                  <a:lnTo>
                    <a:pt x="2122270" y="218695"/>
                  </a:lnTo>
                  <a:lnTo>
                    <a:pt x="2194275" y="268266"/>
                  </a:lnTo>
                  <a:lnTo>
                    <a:pt x="2262991" y="322305"/>
                  </a:lnTo>
                  <a:lnTo>
                    <a:pt x="2328142" y="380594"/>
                  </a:lnTo>
                  <a:lnTo>
                    <a:pt x="2389464" y="442897"/>
                  </a:lnTo>
                  <a:lnTo>
                    <a:pt x="2446711" y="508964"/>
                  </a:lnTo>
                  <a:lnTo>
                    <a:pt x="2499653" y="578529"/>
                  </a:lnTo>
                  <a:lnTo>
                    <a:pt x="2548076" y="651311"/>
                  </a:lnTo>
                  <a:lnTo>
                    <a:pt x="2591786" y="727018"/>
                  </a:lnTo>
                  <a:lnTo>
                    <a:pt x="2630606" y="805345"/>
                  </a:lnTo>
                  <a:lnTo>
                    <a:pt x="2664380" y="885977"/>
                  </a:lnTo>
                  <a:lnTo>
                    <a:pt x="2692972" y="968588"/>
                  </a:lnTo>
                  <a:lnTo>
                    <a:pt x="2716267" y="1052846"/>
                  </a:lnTo>
                  <a:lnTo>
                    <a:pt x="2734171" y="1138412"/>
                  </a:lnTo>
                  <a:lnTo>
                    <a:pt x="2746612" y="1224942"/>
                  </a:lnTo>
                  <a:lnTo>
                    <a:pt x="2753540" y="1312086"/>
                  </a:lnTo>
                  <a:lnTo>
                    <a:pt x="2754927" y="1399494"/>
                  </a:lnTo>
                  <a:lnTo>
                    <a:pt x="2750767" y="1486814"/>
                  </a:lnTo>
                  <a:lnTo>
                    <a:pt x="2741078" y="1573695"/>
                  </a:lnTo>
                  <a:lnTo>
                    <a:pt x="2725898" y="1659786"/>
                  </a:lnTo>
                  <a:lnTo>
                    <a:pt x="2705288" y="1744741"/>
                  </a:lnTo>
                  <a:lnTo>
                    <a:pt x="2679331" y="1828217"/>
                  </a:lnTo>
                  <a:lnTo>
                    <a:pt x="2648133" y="1909880"/>
                  </a:lnTo>
                  <a:lnTo>
                    <a:pt x="2611817" y="1989399"/>
                  </a:lnTo>
                  <a:lnTo>
                    <a:pt x="2570532" y="2066455"/>
                  </a:lnTo>
                  <a:lnTo>
                    <a:pt x="2524442" y="2140737"/>
                  </a:lnTo>
                  <a:lnTo>
                    <a:pt x="2473734" y="2211947"/>
                  </a:lnTo>
                  <a:lnTo>
                    <a:pt x="2418612" y="2279797"/>
                  </a:lnTo>
                  <a:lnTo>
                    <a:pt x="2359297" y="2344014"/>
                  </a:lnTo>
                  <a:lnTo>
                    <a:pt x="2296029" y="2404340"/>
                  </a:lnTo>
                  <a:lnTo>
                    <a:pt x="2229062" y="2460532"/>
                  </a:lnTo>
                  <a:lnTo>
                    <a:pt x="2158666" y="2512364"/>
                  </a:lnTo>
                  <a:lnTo>
                    <a:pt x="2085124" y="2559626"/>
                  </a:lnTo>
                  <a:lnTo>
                    <a:pt x="2008733" y="2602129"/>
                  </a:lnTo>
                  <a:lnTo>
                    <a:pt x="1929800" y="2639701"/>
                  </a:lnTo>
                  <a:lnTo>
                    <a:pt x="1848643" y="2672192"/>
                  </a:lnTo>
                  <a:lnTo>
                    <a:pt x="1765588" y="2699470"/>
                  </a:lnTo>
                  <a:lnTo>
                    <a:pt x="1680971" y="2721425"/>
                  </a:lnTo>
                  <a:lnTo>
                    <a:pt x="1595132" y="2737969"/>
                  </a:lnTo>
                  <a:lnTo>
                    <a:pt x="1508416" y="2749036"/>
                  </a:lnTo>
                  <a:lnTo>
                    <a:pt x="1421173" y="2754580"/>
                  </a:lnTo>
                  <a:lnTo>
                    <a:pt x="1333754" y="2754580"/>
                  </a:lnTo>
                  <a:lnTo>
                    <a:pt x="1246510" y="2749036"/>
                  </a:lnTo>
                  <a:lnTo>
                    <a:pt x="1159795" y="2737969"/>
                  </a:lnTo>
                  <a:lnTo>
                    <a:pt x="1073955" y="2721425"/>
                  </a:lnTo>
                  <a:lnTo>
                    <a:pt x="989338" y="2699470"/>
                  </a:lnTo>
                  <a:lnTo>
                    <a:pt x="906284" y="2672192"/>
                  </a:lnTo>
                  <a:lnTo>
                    <a:pt x="825126" y="2639701"/>
                  </a:lnTo>
                  <a:lnTo>
                    <a:pt x="746193" y="2602129"/>
                  </a:lnTo>
                  <a:lnTo>
                    <a:pt x="669802" y="2559626"/>
                  </a:lnTo>
                  <a:lnTo>
                    <a:pt x="596260" y="2512364"/>
                  </a:lnTo>
                  <a:lnTo>
                    <a:pt x="525864" y="2460532"/>
                  </a:lnTo>
                  <a:lnTo>
                    <a:pt x="458897" y="2404340"/>
                  </a:lnTo>
                  <a:lnTo>
                    <a:pt x="395629" y="2344014"/>
                  </a:lnTo>
                  <a:lnTo>
                    <a:pt x="336315" y="2279797"/>
                  </a:lnTo>
                  <a:lnTo>
                    <a:pt x="281192" y="2211947"/>
                  </a:lnTo>
                  <a:lnTo>
                    <a:pt x="230484" y="2140737"/>
                  </a:lnTo>
                  <a:lnTo>
                    <a:pt x="184394" y="2066455"/>
                  </a:lnTo>
                  <a:lnTo>
                    <a:pt x="143109" y="1989399"/>
                  </a:lnTo>
                  <a:lnTo>
                    <a:pt x="106794" y="1909880"/>
                  </a:lnTo>
                  <a:lnTo>
                    <a:pt x="75595" y="1828217"/>
                  </a:lnTo>
                  <a:lnTo>
                    <a:pt x="49638" y="1744741"/>
                  </a:lnTo>
                  <a:lnTo>
                    <a:pt x="29029" y="1659786"/>
                  </a:lnTo>
                  <a:lnTo>
                    <a:pt x="13848" y="1573695"/>
                  </a:lnTo>
                  <a:lnTo>
                    <a:pt x="4159" y="1486814"/>
                  </a:lnTo>
                  <a:lnTo>
                    <a:pt x="0" y="1399494"/>
                  </a:lnTo>
                  <a:lnTo>
                    <a:pt x="1386" y="1312086"/>
                  </a:lnTo>
                  <a:lnTo>
                    <a:pt x="8314" y="1224942"/>
                  </a:lnTo>
                  <a:lnTo>
                    <a:pt x="20755" y="1138412"/>
                  </a:lnTo>
                  <a:lnTo>
                    <a:pt x="38660" y="1052846"/>
                  </a:lnTo>
                  <a:lnTo>
                    <a:pt x="61954" y="968588"/>
                  </a:lnTo>
                  <a:lnTo>
                    <a:pt x="90546" y="885977"/>
                  </a:lnTo>
                  <a:lnTo>
                    <a:pt x="124320" y="805345"/>
                  </a:lnTo>
                  <a:lnTo>
                    <a:pt x="163140" y="727018"/>
                  </a:lnTo>
                  <a:lnTo>
                    <a:pt x="206850" y="651311"/>
                  </a:lnTo>
                  <a:lnTo>
                    <a:pt x="255273" y="578529"/>
                  </a:lnTo>
                  <a:lnTo>
                    <a:pt x="308215" y="508964"/>
                  </a:lnTo>
                  <a:lnTo>
                    <a:pt x="365462" y="442897"/>
                  </a:lnTo>
                  <a:lnTo>
                    <a:pt x="426785" y="380594"/>
                  </a:lnTo>
                  <a:lnTo>
                    <a:pt x="491935" y="322305"/>
                  </a:lnTo>
                  <a:lnTo>
                    <a:pt x="560651" y="268266"/>
                  </a:lnTo>
                  <a:lnTo>
                    <a:pt x="632656" y="218695"/>
                  </a:lnTo>
                  <a:lnTo>
                    <a:pt x="707660" y="173789"/>
                  </a:lnTo>
                  <a:lnTo>
                    <a:pt x="785362" y="133731"/>
                  </a:lnTo>
                  <a:lnTo>
                    <a:pt x="865447" y="98682"/>
                  </a:lnTo>
                  <a:lnTo>
                    <a:pt x="947594" y="68783"/>
                  </a:lnTo>
                  <a:lnTo>
                    <a:pt x="1031472" y="44155"/>
                  </a:lnTo>
                  <a:lnTo>
                    <a:pt x="1116744" y="24895"/>
                  </a:lnTo>
                  <a:lnTo>
                    <a:pt x="1203065" y="11083"/>
                  </a:lnTo>
                  <a:lnTo>
                    <a:pt x="1290088" y="2773"/>
                  </a:lnTo>
                  <a:lnTo>
                    <a:pt x="137746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946508" y="1649176"/>
              <a:ext cx="4132390" cy="4131870"/>
            </a:xfrm>
            <a:custGeom>
              <a:avLst/>
              <a:pathLst>
                <a:path w="4132390" h="4131870">
                  <a:moveTo>
                    <a:pt x="2066195" y="0"/>
                  </a:moveTo>
                  <a:lnTo>
                    <a:pt x="2197258" y="4160"/>
                  </a:lnTo>
                  <a:lnTo>
                    <a:pt x="2327793" y="16625"/>
                  </a:lnTo>
                  <a:lnTo>
                    <a:pt x="2457274" y="37343"/>
                  </a:lnTo>
                  <a:lnTo>
                    <a:pt x="2585181" y="66232"/>
                  </a:lnTo>
                  <a:lnTo>
                    <a:pt x="2710998" y="103175"/>
                  </a:lnTo>
                  <a:lnTo>
                    <a:pt x="2834219" y="148024"/>
                  </a:lnTo>
                  <a:lnTo>
                    <a:pt x="2954347" y="200597"/>
                  </a:lnTo>
                  <a:lnTo>
                    <a:pt x="3070899" y="260684"/>
                  </a:lnTo>
                  <a:lnTo>
                    <a:pt x="3183405" y="328042"/>
                  </a:lnTo>
                  <a:lnTo>
                    <a:pt x="3291413" y="402400"/>
                  </a:lnTo>
                  <a:lnTo>
                    <a:pt x="3394487" y="483458"/>
                  </a:lnTo>
                  <a:lnTo>
                    <a:pt x="3492213" y="570891"/>
                  </a:lnTo>
                  <a:lnTo>
                    <a:pt x="3584196" y="664346"/>
                  </a:lnTo>
                  <a:lnTo>
                    <a:pt x="3670067" y="763446"/>
                  </a:lnTo>
                  <a:lnTo>
                    <a:pt x="3749480" y="867793"/>
                  </a:lnTo>
                  <a:lnTo>
                    <a:pt x="3822115" y="976967"/>
                  </a:lnTo>
                  <a:lnTo>
                    <a:pt x="3887679" y="1090528"/>
                  </a:lnTo>
                  <a:lnTo>
                    <a:pt x="3945909" y="1208018"/>
                  </a:lnTo>
                  <a:lnTo>
                    <a:pt x="3996570" y="1328966"/>
                  </a:lnTo>
                  <a:lnTo>
                    <a:pt x="4039458" y="1452882"/>
                  </a:lnTo>
                  <a:lnTo>
                    <a:pt x="4074400" y="1579270"/>
                  </a:lnTo>
                  <a:lnTo>
                    <a:pt x="4101256" y="1707619"/>
                  </a:lnTo>
                  <a:lnTo>
                    <a:pt x="4119918" y="1837413"/>
                  </a:lnTo>
                  <a:lnTo>
                    <a:pt x="4130310" y="1968129"/>
                  </a:lnTo>
                  <a:lnTo>
                    <a:pt x="4132390" y="2099241"/>
                  </a:lnTo>
                  <a:lnTo>
                    <a:pt x="4126151" y="2230222"/>
                  </a:lnTo>
                  <a:lnTo>
                    <a:pt x="4111617" y="2360542"/>
                  </a:lnTo>
                  <a:lnTo>
                    <a:pt x="4088847" y="2489679"/>
                  </a:lnTo>
                  <a:lnTo>
                    <a:pt x="4057932" y="2617111"/>
                  </a:lnTo>
                  <a:lnTo>
                    <a:pt x="4018997" y="2742326"/>
                  </a:lnTo>
                  <a:lnTo>
                    <a:pt x="3972199" y="2864820"/>
                  </a:lnTo>
                  <a:lnTo>
                    <a:pt x="3917726" y="2984099"/>
                  </a:lnTo>
                  <a:lnTo>
                    <a:pt x="3855798" y="3099683"/>
                  </a:lnTo>
                  <a:lnTo>
                    <a:pt x="3786664" y="3211106"/>
                  </a:lnTo>
                  <a:lnTo>
                    <a:pt x="3710601" y="3317921"/>
                  </a:lnTo>
                  <a:lnTo>
                    <a:pt x="3627918" y="3419696"/>
                  </a:lnTo>
                  <a:lnTo>
                    <a:pt x="3538946" y="3516022"/>
                  </a:lnTo>
                  <a:lnTo>
                    <a:pt x="3444043" y="3606511"/>
                  </a:lnTo>
                  <a:lnTo>
                    <a:pt x="3343593" y="3690799"/>
                  </a:lnTo>
                  <a:lnTo>
                    <a:pt x="3237999" y="3768546"/>
                  </a:lnTo>
                  <a:lnTo>
                    <a:pt x="3127686" y="3839440"/>
                  </a:lnTo>
                  <a:lnTo>
                    <a:pt x="3013100" y="3903194"/>
                  </a:lnTo>
                  <a:lnTo>
                    <a:pt x="2894700" y="3959552"/>
                  </a:lnTo>
                  <a:lnTo>
                    <a:pt x="2772964" y="4008288"/>
                  </a:lnTo>
                  <a:lnTo>
                    <a:pt x="2648383" y="4049205"/>
                  </a:lnTo>
                  <a:lnTo>
                    <a:pt x="2521457" y="4082137"/>
                  </a:lnTo>
                  <a:lnTo>
                    <a:pt x="2392698" y="4106954"/>
                  </a:lnTo>
                  <a:lnTo>
                    <a:pt x="2262624" y="4123554"/>
                  </a:lnTo>
                  <a:lnTo>
                    <a:pt x="2131759" y="4131870"/>
                  </a:lnTo>
                  <a:lnTo>
                    <a:pt x="2000631" y="4131870"/>
                  </a:lnTo>
                  <a:lnTo>
                    <a:pt x="1869766" y="4123554"/>
                  </a:lnTo>
                  <a:lnTo>
                    <a:pt x="1739692" y="4106954"/>
                  </a:lnTo>
                  <a:lnTo>
                    <a:pt x="1610933" y="4082137"/>
                  </a:lnTo>
                  <a:lnTo>
                    <a:pt x="1484007" y="4049205"/>
                  </a:lnTo>
                  <a:lnTo>
                    <a:pt x="1359426" y="4008288"/>
                  </a:lnTo>
                  <a:lnTo>
                    <a:pt x="1237690" y="3959552"/>
                  </a:lnTo>
                  <a:lnTo>
                    <a:pt x="1119290" y="3903194"/>
                  </a:lnTo>
                  <a:lnTo>
                    <a:pt x="1004703" y="3839440"/>
                  </a:lnTo>
                  <a:lnTo>
                    <a:pt x="894391" y="3768546"/>
                  </a:lnTo>
                  <a:lnTo>
                    <a:pt x="788797" y="3690799"/>
                  </a:lnTo>
                  <a:lnTo>
                    <a:pt x="688346" y="3606511"/>
                  </a:lnTo>
                  <a:lnTo>
                    <a:pt x="593444" y="3516022"/>
                  </a:lnTo>
                  <a:lnTo>
                    <a:pt x="504472" y="3419696"/>
                  </a:lnTo>
                  <a:lnTo>
                    <a:pt x="421788" y="3317921"/>
                  </a:lnTo>
                  <a:lnTo>
                    <a:pt x="345726" y="3211106"/>
                  </a:lnTo>
                  <a:lnTo>
                    <a:pt x="276592" y="3099683"/>
                  </a:lnTo>
                  <a:lnTo>
                    <a:pt x="214664" y="2984099"/>
                  </a:lnTo>
                  <a:lnTo>
                    <a:pt x="160191" y="2864820"/>
                  </a:lnTo>
                  <a:lnTo>
                    <a:pt x="113393" y="2742326"/>
                  </a:lnTo>
                  <a:lnTo>
                    <a:pt x="74458" y="2617111"/>
                  </a:lnTo>
                  <a:lnTo>
                    <a:pt x="43543" y="2489679"/>
                  </a:lnTo>
                  <a:lnTo>
                    <a:pt x="20773" y="2360542"/>
                  </a:lnTo>
                  <a:lnTo>
                    <a:pt x="6239" y="2230222"/>
                  </a:lnTo>
                  <a:lnTo>
                    <a:pt x="0" y="2099241"/>
                  </a:lnTo>
                  <a:lnTo>
                    <a:pt x="2080" y="1968129"/>
                  </a:lnTo>
                  <a:lnTo>
                    <a:pt x="12472" y="1837413"/>
                  </a:lnTo>
                  <a:lnTo>
                    <a:pt x="31133" y="1707619"/>
                  </a:lnTo>
                  <a:lnTo>
                    <a:pt x="57990" y="1579270"/>
                  </a:lnTo>
                  <a:lnTo>
                    <a:pt x="92932" y="1452882"/>
                  </a:lnTo>
                  <a:lnTo>
                    <a:pt x="135820" y="1328966"/>
                  </a:lnTo>
                  <a:lnTo>
                    <a:pt x="186481" y="1208018"/>
                  </a:lnTo>
                  <a:lnTo>
                    <a:pt x="244711" y="1090528"/>
                  </a:lnTo>
                  <a:lnTo>
                    <a:pt x="310275" y="976967"/>
                  </a:lnTo>
                  <a:lnTo>
                    <a:pt x="382910" y="867793"/>
                  </a:lnTo>
                  <a:lnTo>
                    <a:pt x="462323" y="763446"/>
                  </a:lnTo>
                  <a:lnTo>
                    <a:pt x="548194" y="664346"/>
                  </a:lnTo>
                  <a:lnTo>
                    <a:pt x="640177" y="570891"/>
                  </a:lnTo>
                  <a:lnTo>
                    <a:pt x="737903" y="483458"/>
                  </a:lnTo>
                  <a:lnTo>
                    <a:pt x="840977" y="402400"/>
                  </a:lnTo>
                  <a:lnTo>
                    <a:pt x="948985" y="328042"/>
                  </a:lnTo>
                  <a:lnTo>
                    <a:pt x="1061491" y="260684"/>
                  </a:lnTo>
                  <a:lnTo>
                    <a:pt x="1178043" y="200597"/>
                  </a:lnTo>
                  <a:lnTo>
                    <a:pt x="1298171" y="148024"/>
                  </a:lnTo>
                  <a:lnTo>
                    <a:pt x="1421392" y="103175"/>
                  </a:lnTo>
                  <a:lnTo>
                    <a:pt x="1547209" y="66232"/>
                  </a:lnTo>
                  <a:lnTo>
                    <a:pt x="1675116" y="37343"/>
                  </a:lnTo>
                  <a:lnTo>
                    <a:pt x="1804597" y="16625"/>
                  </a:lnTo>
                  <a:lnTo>
                    <a:pt x="1935132" y="4160"/>
                  </a:lnTo>
                  <a:lnTo>
                    <a:pt x="206619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6510" y="619048"/>
              <a:ext cx="6192387" cy="6191608"/>
            </a:xfrm>
            <a:custGeom>
              <a:avLst/>
              <a:pathLst>
                <a:path w="6192387" h="6191608">
                  <a:moveTo>
                    <a:pt x="3096193" y="0"/>
                  </a:moveTo>
                  <a:lnTo>
                    <a:pt x="3292591" y="6234"/>
                  </a:lnTo>
                  <a:lnTo>
                    <a:pt x="3488197" y="24912"/>
                  </a:lnTo>
                  <a:lnTo>
                    <a:pt x="3682226" y="55959"/>
                  </a:lnTo>
                  <a:lnTo>
                    <a:pt x="3873894" y="99249"/>
                  </a:lnTo>
                  <a:lnTo>
                    <a:pt x="4062431" y="154608"/>
                  </a:lnTo>
                  <a:lnTo>
                    <a:pt x="4247077" y="221814"/>
                  </a:lnTo>
                  <a:lnTo>
                    <a:pt x="4427089" y="300596"/>
                  </a:lnTo>
                  <a:lnTo>
                    <a:pt x="4601742" y="390635"/>
                  </a:lnTo>
                  <a:lnTo>
                    <a:pt x="4770333" y="491571"/>
                  </a:lnTo>
                  <a:lnTo>
                    <a:pt x="4932182" y="602996"/>
                  </a:lnTo>
                  <a:lnTo>
                    <a:pt x="5086639" y="724462"/>
                  </a:lnTo>
                  <a:lnTo>
                    <a:pt x="5233081" y="855480"/>
                  </a:lnTo>
                  <a:lnTo>
                    <a:pt x="5370918" y="995522"/>
                  </a:lnTo>
                  <a:lnTo>
                    <a:pt x="5499596" y="1144024"/>
                  </a:lnTo>
                  <a:lnTo>
                    <a:pt x="5618596" y="1300388"/>
                  </a:lnTo>
                  <a:lnTo>
                    <a:pt x="5727439" y="1463985"/>
                  </a:lnTo>
                  <a:lnTo>
                    <a:pt x="5825687" y="1634156"/>
                  </a:lnTo>
                  <a:lnTo>
                    <a:pt x="5912945" y="1810216"/>
                  </a:lnTo>
                  <a:lnTo>
                    <a:pt x="5988860" y="1991455"/>
                  </a:lnTo>
                  <a:lnTo>
                    <a:pt x="6053128" y="2177144"/>
                  </a:lnTo>
                  <a:lnTo>
                    <a:pt x="6105489" y="2366536"/>
                  </a:lnTo>
                  <a:lnTo>
                    <a:pt x="6145733" y="2558867"/>
                  </a:lnTo>
                  <a:lnTo>
                    <a:pt x="6173697" y="2753363"/>
                  </a:lnTo>
                  <a:lnTo>
                    <a:pt x="6189270" y="2949242"/>
                  </a:lnTo>
                  <a:lnTo>
                    <a:pt x="6192387" y="3145713"/>
                  </a:lnTo>
                  <a:lnTo>
                    <a:pt x="6183038" y="3341987"/>
                  </a:lnTo>
                  <a:lnTo>
                    <a:pt x="6161258" y="3537273"/>
                  </a:lnTo>
                  <a:lnTo>
                    <a:pt x="6127137" y="3730784"/>
                  </a:lnTo>
                  <a:lnTo>
                    <a:pt x="6080811" y="3921742"/>
                  </a:lnTo>
                  <a:lnTo>
                    <a:pt x="6022467" y="4109376"/>
                  </a:lnTo>
                  <a:lnTo>
                    <a:pt x="5952341" y="4292933"/>
                  </a:lnTo>
                  <a:lnTo>
                    <a:pt x="5870713" y="4471673"/>
                  </a:lnTo>
                  <a:lnTo>
                    <a:pt x="5777913" y="4644875"/>
                  </a:lnTo>
                  <a:lnTo>
                    <a:pt x="5674316" y="4811843"/>
                  </a:lnTo>
                  <a:lnTo>
                    <a:pt x="5560336" y="4971904"/>
                  </a:lnTo>
                  <a:lnTo>
                    <a:pt x="5436435" y="5124414"/>
                  </a:lnTo>
                  <a:lnTo>
                    <a:pt x="5303110" y="5268759"/>
                  </a:lnTo>
                  <a:lnTo>
                    <a:pt x="5160899" y="5404357"/>
                  </a:lnTo>
                  <a:lnTo>
                    <a:pt x="5010374" y="5530662"/>
                  </a:lnTo>
                  <a:lnTo>
                    <a:pt x="4852142" y="5647167"/>
                  </a:lnTo>
                  <a:lnTo>
                    <a:pt x="4686838" y="5753401"/>
                  </a:lnTo>
                  <a:lnTo>
                    <a:pt x="4515130" y="5848936"/>
                  </a:lnTo>
                  <a:lnTo>
                    <a:pt x="4337708" y="5933390"/>
                  </a:lnTo>
                  <a:lnTo>
                    <a:pt x="4155287" y="6006420"/>
                  </a:lnTo>
                  <a:lnTo>
                    <a:pt x="3968602" y="6067733"/>
                  </a:lnTo>
                  <a:lnTo>
                    <a:pt x="3778403" y="6117083"/>
                  </a:lnTo>
                  <a:lnTo>
                    <a:pt x="3585458" y="6154270"/>
                  </a:lnTo>
                  <a:lnTo>
                    <a:pt x="3390542" y="6179145"/>
                  </a:lnTo>
                  <a:lnTo>
                    <a:pt x="3194442" y="6191608"/>
                  </a:lnTo>
                  <a:lnTo>
                    <a:pt x="2997945" y="6191608"/>
                  </a:lnTo>
                  <a:lnTo>
                    <a:pt x="2801844" y="6179145"/>
                  </a:lnTo>
                  <a:lnTo>
                    <a:pt x="2606929" y="6154270"/>
                  </a:lnTo>
                  <a:lnTo>
                    <a:pt x="2413983" y="6117083"/>
                  </a:lnTo>
                  <a:lnTo>
                    <a:pt x="2223785" y="6067733"/>
                  </a:lnTo>
                  <a:lnTo>
                    <a:pt x="2037099" y="6006420"/>
                  </a:lnTo>
                  <a:lnTo>
                    <a:pt x="1854678" y="5933390"/>
                  </a:lnTo>
                  <a:lnTo>
                    <a:pt x="1677257" y="5848936"/>
                  </a:lnTo>
                  <a:lnTo>
                    <a:pt x="1505548" y="5753401"/>
                  </a:lnTo>
                  <a:lnTo>
                    <a:pt x="1340245" y="5647167"/>
                  </a:lnTo>
                  <a:lnTo>
                    <a:pt x="1182012" y="5530662"/>
                  </a:lnTo>
                  <a:lnTo>
                    <a:pt x="1031487" y="5404357"/>
                  </a:lnTo>
                  <a:lnTo>
                    <a:pt x="889276" y="5268759"/>
                  </a:lnTo>
                  <a:lnTo>
                    <a:pt x="755952" y="5124414"/>
                  </a:lnTo>
                  <a:lnTo>
                    <a:pt x="632050" y="4971904"/>
                  </a:lnTo>
                  <a:lnTo>
                    <a:pt x="518071" y="4811843"/>
                  </a:lnTo>
                  <a:lnTo>
                    <a:pt x="414473" y="4644875"/>
                  </a:lnTo>
                  <a:lnTo>
                    <a:pt x="321674" y="4471673"/>
                  </a:lnTo>
                  <a:lnTo>
                    <a:pt x="240046" y="4292933"/>
                  </a:lnTo>
                  <a:lnTo>
                    <a:pt x="169919" y="4109376"/>
                  </a:lnTo>
                  <a:lnTo>
                    <a:pt x="111576" y="3921742"/>
                  </a:lnTo>
                  <a:lnTo>
                    <a:pt x="65250" y="3730784"/>
                  </a:lnTo>
                  <a:lnTo>
                    <a:pt x="31128" y="3537273"/>
                  </a:lnTo>
                  <a:lnTo>
                    <a:pt x="9349" y="3341987"/>
                  </a:lnTo>
                  <a:lnTo>
                    <a:pt x="0" y="3145713"/>
                  </a:lnTo>
                  <a:lnTo>
                    <a:pt x="3117" y="2949242"/>
                  </a:lnTo>
                  <a:lnTo>
                    <a:pt x="18689" y="2753363"/>
                  </a:lnTo>
                  <a:lnTo>
                    <a:pt x="46654" y="2558867"/>
                  </a:lnTo>
                  <a:lnTo>
                    <a:pt x="86898" y="2366536"/>
                  </a:lnTo>
                  <a:lnTo>
                    <a:pt x="139259" y="2177144"/>
                  </a:lnTo>
                  <a:lnTo>
                    <a:pt x="203526" y="1991455"/>
                  </a:lnTo>
                  <a:lnTo>
                    <a:pt x="279442" y="1810216"/>
                  </a:lnTo>
                  <a:lnTo>
                    <a:pt x="366699" y="1634156"/>
                  </a:lnTo>
                  <a:lnTo>
                    <a:pt x="464947" y="1463985"/>
                  </a:lnTo>
                  <a:lnTo>
                    <a:pt x="573791" y="1300388"/>
                  </a:lnTo>
                  <a:lnTo>
                    <a:pt x="692791" y="1144024"/>
                  </a:lnTo>
                  <a:lnTo>
                    <a:pt x="821469" y="995522"/>
                  </a:lnTo>
                  <a:lnTo>
                    <a:pt x="959306" y="855480"/>
                  </a:lnTo>
                  <a:lnTo>
                    <a:pt x="1105748" y="724462"/>
                  </a:lnTo>
                  <a:lnTo>
                    <a:pt x="1260204" y="602996"/>
                  </a:lnTo>
                  <a:lnTo>
                    <a:pt x="1422054" y="491571"/>
                  </a:lnTo>
                  <a:lnTo>
                    <a:pt x="1590644" y="390635"/>
                  </a:lnTo>
                  <a:lnTo>
                    <a:pt x="1765297" y="300596"/>
                  </a:lnTo>
                  <a:lnTo>
                    <a:pt x="1945309" y="221814"/>
                  </a:lnTo>
                  <a:lnTo>
                    <a:pt x="2129956" y="154608"/>
                  </a:lnTo>
                  <a:lnTo>
                    <a:pt x="2318493" y="99249"/>
                  </a:lnTo>
                  <a:lnTo>
                    <a:pt x="2510161" y="55959"/>
                  </a:lnTo>
                  <a:lnTo>
                    <a:pt x="2704189" y="24912"/>
                  </a:lnTo>
                  <a:lnTo>
                    <a:pt x="2899796" y="6234"/>
                  </a:lnTo>
                  <a:lnTo>
                    <a:pt x="309619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2825266" y="1167003"/>
              <a:ext cx="3290533" cy="4297266"/>
            </a:xfrm>
            <a:custGeom>
              <a:avLst/>
              <a:pathLst>
                <a:path w="3290533" h="4297266">
                  <a:moveTo>
                    <a:pt x="1187437" y="0"/>
                  </a:moveTo>
                  <a:lnTo>
                    <a:pt x="1286053" y="38673"/>
                  </a:lnTo>
                  <a:lnTo>
                    <a:pt x="1381635" y="81104"/>
                  </a:lnTo>
                  <a:lnTo>
                    <a:pt x="1474042" y="127112"/>
                  </a:lnTo>
                  <a:lnTo>
                    <a:pt x="1563143" y="176516"/>
                  </a:lnTo>
                  <a:lnTo>
                    <a:pt x="1648815" y="229126"/>
                  </a:lnTo>
                  <a:lnTo>
                    <a:pt x="1730946" y="284750"/>
                  </a:lnTo>
                  <a:lnTo>
                    <a:pt x="1809435" y="343191"/>
                  </a:lnTo>
                  <a:lnTo>
                    <a:pt x="1884188" y="404250"/>
                  </a:lnTo>
                  <a:lnTo>
                    <a:pt x="1955123" y="467724"/>
                  </a:lnTo>
                  <a:lnTo>
                    <a:pt x="2022169" y="533408"/>
                  </a:lnTo>
                  <a:lnTo>
                    <a:pt x="2085262" y="601095"/>
                  </a:lnTo>
                  <a:lnTo>
                    <a:pt x="2144351" y="670578"/>
                  </a:lnTo>
                  <a:lnTo>
                    <a:pt x="2199395" y="741647"/>
                  </a:lnTo>
                  <a:lnTo>
                    <a:pt x="2250361" y="814093"/>
                  </a:lnTo>
                  <a:lnTo>
                    <a:pt x="2297230" y="887706"/>
                  </a:lnTo>
                  <a:lnTo>
                    <a:pt x="2339988" y="962278"/>
                  </a:lnTo>
                  <a:lnTo>
                    <a:pt x="2378636" y="1037600"/>
                  </a:lnTo>
                  <a:lnTo>
                    <a:pt x="2413181" y="1113466"/>
                  </a:lnTo>
                  <a:lnTo>
                    <a:pt x="2443643" y="1189672"/>
                  </a:lnTo>
                  <a:lnTo>
                    <a:pt x="2470050" y="1266015"/>
                  </a:lnTo>
                  <a:lnTo>
                    <a:pt x="2527187" y="1334350"/>
                  </a:lnTo>
                  <a:lnTo>
                    <a:pt x="2580718" y="1405192"/>
                  </a:lnTo>
                  <a:lnTo>
                    <a:pt x="2630535" y="1478354"/>
                  </a:lnTo>
                  <a:lnTo>
                    <a:pt x="2676539" y="1553642"/>
                  </a:lnTo>
                  <a:lnTo>
                    <a:pt x="2718644" y="1630858"/>
                  </a:lnTo>
                  <a:lnTo>
                    <a:pt x="2756770" y="1709802"/>
                  </a:lnTo>
                  <a:lnTo>
                    <a:pt x="2790850" y="1790270"/>
                  </a:lnTo>
                  <a:lnTo>
                    <a:pt x="2820826" y="1872056"/>
                  </a:lnTo>
                  <a:lnTo>
                    <a:pt x="2846652" y="1954951"/>
                  </a:lnTo>
                  <a:lnTo>
                    <a:pt x="2868291" y="2038747"/>
                  </a:lnTo>
                  <a:lnTo>
                    <a:pt x="2885716" y="2123231"/>
                  </a:lnTo>
                  <a:lnTo>
                    <a:pt x="2898914" y="2208194"/>
                  </a:lnTo>
                  <a:lnTo>
                    <a:pt x="2907879" y="2293425"/>
                  </a:lnTo>
                  <a:lnTo>
                    <a:pt x="2912616" y="2378713"/>
                  </a:lnTo>
                  <a:lnTo>
                    <a:pt x="2913142" y="2463850"/>
                  </a:lnTo>
                  <a:lnTo>
                    <a:pt x="2909483" y="2548628"/>
                  </a:lnTo>
                  <a:lnTo>
                    <a:pt x="2914576" y="2633477"/>
                  </a:lnTo>
                  <a:lnTo>
                    <a:pt x="2915472" y="2718825"/>
                  </a:lnTo>
                  <a:lnTo>
                    <a:pt x="2912137" y="2804463"/>
                  </a:lnTo>
                  <a:lnTo>
                    <a:pt x="2904544" y="2890182"/>
                  </a:lnTo>
                  <a:lnTo>
                    <a:pt x="2892677" y="2975768"/>
                  </a:lnTo>
                  <a:lnTo>
                    <a:pt x="2876530" y="3061009"/>
                  </a:lnTo>
                  <a:lnTo>
                    <a:pt x="2856110" y="3145689"/>
                  </a:lnTo>
                  <a:lnTo>
                    <a:pt x="2831432" y="3229593"/>
                  </a:lnTo>
                  <a:lnTo>
                    <a:pt x="2802525" y="3312508"/>
                  </a:lnTo>
                  <a:lnTo>
                    <a:pt x="2769426" y="3394219"/>
                  </a:lnTo>
                  <a:lnTo>
                    <a:pt x="2732183" y="3474513"/>
                  </a:lnTo>
                  <a:lnTo>
                    <a:pt x="2690858" y="3553182"/>
                  </a:lnTo>
                  <a:lnTo>
                    <a:pt x="2645519" y="3630015"/>
                  </a:lnTo>
                  <a:lnTo>
                    <a:pt x="2596248" y="3704809"/>
                  </a:lnTo>
                  <a:lnTo>
                    <a:pt x="2543136" y="3777362"/>
                  </a:lnTo>
                  <a:lnTo>
                    <a:pt x="2486286" y="3847477"/>
                  </a:lnTo>
                  <a:lnTo>
                    <a:pt x="2417135" y="3905390"/>
                  </a:lnTo>
                  <a:lnTo>
                    <a:pt x="2345439" y="3959657"/>
                  </a:lnTo>
                  <a:lnTo>
                    <a:pt x="2271389" y="4010168"/>
                  </a:lnTo>
                  <a:lnTo>
                    <a:pt x="2195180" y="4056821"/>
                  </a:lnTo>
                  <a:lnTo>
                    <a:pt x="2117011" y="4099529"/>
                  </a:lnTo>
                  <a:lnTo>
                    <a:pt x="2037087" y="4138210"/>
                  </a:lnTo>
                  <a:lnTo>
                    <a:pt x="1955612" y="4172797"/>
                  </a:lnTo>
                  <a:lnTo>
                    <a:pt x="1872796" y="4203230"/>
                  </a:lnTo>
                  <a:lnTo>
                    <a:pt x="1788849" y="4229461"/>
                  </a:lnTo>
                  <a:lnTo>
                    <a:pt x="1703983" y="4251453"/>
                  </a:lnTo>
                  <a:lnTo>
                    <a:pt x="1618413" y="4269180"/>
                  </a:lnTo>
                  <a:lnTo>
                    <a:pt x="1532350" y="4282625"/>
                  </a:lnTo>
                  <a:lnTo>
                    <a:pt x="1446010" y="4291782"/>
                  </a:lnTo>
                  <a:lnTo>
                    <a:pt x="1359603" y="4296657"/>
                  </a:lnTo>
                  <a:lnTo>
                    <a:pt x="1273342" y="4297266"/>
                  </a:lnTo>
                  <a:lnTo>
                    <a:pt x="1187437" y="4293635"/>
                  </a:lnTo>
                  <a:lnTo>
                    <a:pt x="1097633" y="4262200"/>
                  </a:lnTo>
                  <a:lnTo>
                    <a:pt x="1011114" y="4226227"/>
                  </a:lnTo>
                  <a:lnTo>
                    <a:pt x="928107" y="4185975"/>
                  </a:lnTo>
                  <a:lnTo>
                    <a:pt x="848817" y="4141711"/>
                  </a:lnTo>
                  <a:lnTo>
                    <a:pt x="773433" y="4093713"/>
                  </a:lnTo>
                  <a:lnTo>
                    <a:pt x="702124" y="4042268"/>
                  </a:lnTo>
                  <a:lnTo>
                    <a:pt x="635041" y="3987670"/>
                  </a:lnTo>
                  <a:lnTo>
                    <a:pt x="572313" y="3930219"/>
                  </a:lnTo>
                  <a:lnTo>
                    <a:pt x="514053" y="3870219"/>
                  </a:lnTo>
                  <a:lnTo>
                    <a:pt x="460351" y="3807978"/>
                  </a:lnTo>
                  <a:lnTo>
                    <a:pt x="411278" y="3743808"/>
                  </a:lnTo>
                  <a:lnTo>
                    <a:pt x="366886" y="3678020"/>
                  </a:lnTo>
                  <a:lnTo>
                    <a:pt x="327205" y="3610926"/>
                  </a:lnTo>
                  <a:lnTo>
                    <a:pt x="292248" y="3542836"/>
                  </a:lnTo>
                  <a:lnTo>
                    <a:pt x="262007" y="3474058"/>
                  </a:lnTo>
                  <a:lnTo>
                    <a:pt x="249497" y="3371180"/>
                  </a:lnTo>
                  <a:lnTo>
                    <a:pt x="246283" y="3270801"/>
                  </a:lnTo>
                  <a:lnTo>
                    <a:pt x="251975" y="3173684"/>
                  </a:lnTo>
                  <a:lnTo>
                    <a:pt x="266123" y="3080549"/>
                  </a:lnTo>
                  <a:lnTo>
                    <a:pt x="288220" y="2992073"/>
                  </a:lnTo>
                  <a:lnTo>
                    <a:pt x="317710" y="2908881"/>
                  </a:lnTo>
                  <a:lnTo>
                    <a:pt x="353990" y="2831545"/>
                  </a:lnTo>
                  <a:lnTo>
                    <a:pt x="396413" y="2760582"/>
                  </a:lnTo>
                  <a:lnTo>
                    <a:pt x="444296" y="2696448"/>
                  </a:lnTo>
                  <a:lnTo>
                    <a:pt x="496923" y="2639536"/>
                  </a:lnTo>
                  <a:lnTo>
                    <a:pt x="553553" y="2590175"/>
                  </a:lnTo>
                  <a:lnTo>
                    <a:pt x="613422" y="2548628"/>
                  </a:lnTo>
                  <a:lnTo>
                    <a:pt x="577484" y="2495264"/>
                  </a:lnTo>
                  <a:lnTo>
                    <a:pt x="546770" y="2435661"/>
                  </a:lnTo>
                  <a:lnTo>
                    <a:pt x="522089" y="2370349"/>
                  </a:lnTo>
                  <a:lnTo>
                    <a:pt x="504200" y="2299950"/>
                  </a:lnTo>
                  <a:lnTo>
                    <a:pt x="493791" y="2225175"/>
                  </a:lnTo>
                  <a:lnTo>
                    <a:pt x="491480" y="2146817"/>
                  </a:lnTo>
                  <a:lnTo>
                    <a:pt x="497802" y="2065740"/>
                  </a:lnTo>
                  <a:lnTo>
                    <a:pt x="513198" y="1982874"/>
                  </a:lnTo>
                  <a:lnTo>
                    <a:pt x="538013" y="1899204"/>
                  </a:lnTo>
                  <a:lnTo>
                    <a:pt x="496512" y="1921863"/>
                  </a:lnTo>
                  <a:lnTo>
                    <a:pt x="455704" y="1947045"/>
                  </a:lnTo>
                  <a:lnTo>
                    <a:pt x="415736" y="1974735"/>
                  </a:lnTo>
                  <a:lnTo>
                    <a:pt x="376757" y="2004909"/>
                  </a:lnTo>
                  <a:lnTo>
                    <a:pt x="338916" y="2037535"/>
                  </a:lnTo>
                  <a:lnTo>
                    <a:pt x="302358" y="2072573"/>
                  </a:lnTo>
                  <a:lnTo>
                    <a:pt x="267230" y="2109974"/>
                  </a:lnTo>
                  <a:lnTo>
                    <a:pt x="233677" y="2149679"/>
                  </a:lnTo>
                  <a:lnTo>
                    <a:pt x="201839" y="2191622"/>
                  </a:lnTo>
                  <a:lnTo>
                    <a:pt x="171855" y="2235731"/>
                  </a:lnTo>
                  <a:lnTo>
                    <a:pt x="143862" y="2281920"/>
                  </a:lnTo>
                  <a:lnTo>
                    <a:pt x="117992" y="2330101"/>
                  </a:lnTo>
                  <a:lnTo>
                    <a:pt x="94371" y="2380173"/>
                  </a:lnTo>
                  <a:lnTo>
                    <a:pt x="73124" y="2432031"/>
                  </a:lnTo>
                  <a:lnTo>
                    <a:pt x="54367" y="2485560"/>
                  </a:lnTo>
                  <a:lnTo>
                    <a:pt x="38215" y="2540640"/>
                  </a:lnTo>
                  <a:lnTo>
                    <a:pt x="24772" y="2597142"/>
                  </a:lnTo>
                  <a:lnTo>
                    <a:pt x="14140" y="2654931"/>
                  </a:lnTo>
                  <a:lnTo>
                    <a:pt x="6411" y="2713866"/>
                  </a:lnTo>
                  <a:lnTo>
                    <a:pt x="1671" y="2773800"/>
                  </a:lnTo>
                  <a:lnTo>
                    <a:pt x="0" y="2834580"/>
                  </a:lnTo>
                  <a:lnTo>
                    <a:pt x="1467" y="2896046"/>
                  </a:lnTo>
                  <a:lnTo>
                    <a:pt x="6135" y="2958038"/>
                  </a:lnTo>
                  <a:lnTo>
                    <a:pt x="14059" y="3020386"/>
                  </a:lnTo>
                  <a:lnTo>
                    <a:pt x="25283" y="3082920"/>
                  </a:lnTo>
                  <a:lnTo>
                    <a:pt x="39844" y="3145464"/>
                  </a:lnTo>
                  <a:lnTo>
                    <a:pt x="57768" y="3207841"/>
                  </a:lnTo>
                  <a:lnTo>
                    <a:pt x="79073" y="3269869"/>
                  </a:lnTo>
                  <a:lnTo>
                    <a:pt x="103766" y="3331367"/>
                  </a:lnTo>
                  <a:lnTo>
                    <a:pt x="131846" y="3392150"/>
                  </a:lnTo>
                  <a:lnTo>
                    <a:pt x="163300" y="3452032"/>
                  </a:lnTo>
                  <a:lnTo>
                    <a:pt x="198106" y="3510829"/>
                  </a:lnTo>
                  <a:lnTo>
                    <a:pt x="236232" y="3568355"/>
                  </a:lnTo>
                  <a:lnTo>
                    <a:pt x="277634" y="3624425"/>
                  </a:lnTo>
                  <a:lnTo>
                    <a:pt x="322262" y="3678854"/>
                  </a:lnTo>
                  <a:lnTo>
                    <a:pt x="370051" y="3731462"/>
                  </a:lnTo>
                  <a:lnTo>
                    <a:pt x="420930" y="3782068"/>
                  </a:lnTo>
                  <a:lnTo>
                    <a:pt x="474814" y="3830496"/>
                  </a:lnTo>
                  <a:lnTo>
                    <a:pt x="531611" y="3876572"/>
                  </a:lnTo>
                  <a:lnTo>
                    <a:pt x="591219" y="3920126"/>
                  </a:lnTo>
                  <a:lnTo>
                    <a:pt x="653524" y="3960994"/>
                  </a:lnTo>
                  <a:lnTo>
                    <a:pt x="718405" y="3999016"/>
                  </a:lnTo>
                  <a:lnTo>
                    <a:pt x="785732" y="4034037"/>
                  </a:lnTo>
                  <a:lnTo>
                    <a:pt x="855364" y="4065909"/>
                  </a:lnTo>
                  <a:lnTo>
                    <a:pt x="927153" y="4094489"/>
                  </a:lnTo>
                  <a:lnTo>
                    <a:pt x="1000941" y="4119645"/>
                  </a:lnTo>
                  <a:lnTo>
                    <a:pt x="1076565" y="4141247"/>
                  </a:lnTo>
                  <a:lnTo>
                    <a:pt x="1153850" y="4159178"/>
                  </a:lnTo>
                  <a:lnTo>
                    <a:pt x="1232618" y="4173327"/>
                  </a:lnTo>
                  <a:lnTo>
                    <a:pt x="1312682" y="4183592"/>
                  </a:lnTo>
                  <a:lnTo>
                    <a:pt x="1393848" y="4189880"/>
                  </a:lnTo>
                  <a:lnTo>
                    <a:pt x="1475918" y="4192108"/>
                  </a:lnTo>
                  <a:lnTo>
                    <a:pt x="1558688" y="4190205"/>
                  </a:lnTo>
                  <a:lnTo>
                    <a:pt x="1641948" y="4184107"/>
                  </a:lnTo>
                  <a:lnTo>
                    <a:pt x="1725484" y="4173762"/>
                  </a:lnTo>
                  <a:lnTo>
                    <a:pt x="1809078" y="4159131"/>
                  </a:lnTo>
                  <a:lnTo>
                    <a:pt x="1892511" y="4140183"/>
                  </a:lnTo>
                  <a:lnTo>
                    <a:pt x="1975558" y="4116899"/>
                  </a:lnTo>
                  <a:lnTo>
                    <a:pt x="2057994" y="4089274"/>
                  </a:lnTo>
                  <a:lnTo>
                    <a:pt x="2139591" y="4057313"/>
                  </a:lnTo>
                  <a:lnTo>
                    <a:pt x="2220121" y="4021032"/>
                  </a:lnTo>
                  <a:lnTo>
                    <a:pt x="2299356" y="3980460"/>
                  </a:lnTo>
                  <a:lnTo>
                    <a:pt x="2377068" y="3935640"/>
                  </a:lnTo>
                  <a:lnTo>
                    <a:pt x="2453029" y="3886623"/>
                  </a:lnTo>
                  <a:lnTo>
                    <a:pt x="2527015" y="3833475"/>
                  </a:lnTo>
                  <a:lnTo>
                    <a:pt x="2598802" y="3776274"/>
                  </a:lnTo>
                  <a:lnTo>
                    <a:pt x="2668169" y="3715109"/>
                  </a:lnTo>
                  <a:lnTo>
                    <a:pt x="2734901" y="3650081"/>
                  </a:lnTo>
                  <a:lnTo>
                    <a:pt x="2798784" y="3581303"/>
                  </a:lnTo>
                  <a:lnTo>
                    <a:pt x="2859610" y="3508899"/>
                  </a:lnTo>
                  <a:lnTo>
                    <a:pt x="2917178" y="3433006"/>
                  </a:lnTo>
                  <a:lnTo>
                    <a:pt x="2971292" y="3353771"/>
                  </a:lnTo>
                  <a:lnTo>
                    <a:pt x="3021760" y="3271351"/>
                  </a:lnTo>
                  <a:lnTo>
                    <a:pt x="3068402" y="3185915"/>
                  </a:lnTo>
                  <a:lnTo>
                    <a:pt x="3111042" y="3097642"/>
                  </a:lnTo>
                  <a:lnTo>
                    <a:pt x="3149516" y="3006720"/>
                  </a:lnTo>
                  <a:lnTo>
                    <a:pt x="3183664" y="2913347"/>
                  </a:lnTo>
                  <a:lnTo>
                    <a:pt x="3213341" y="2817731"/>
                  </a:lnTo>
                  <a:lnTo>
                    <a:pt x="3238407" y="2720087"/>
                  </a:lnTo>
                  <a:lnTo>
                    <a:pt x="3258737" y="2620639"/>
                  </a:lnTo>
                  <a:lnTo>
                    <a:pt x="3274213" y="2519618"/>
                  </a:lnTo>
                  <a:lnTo>
                    <a:pt x="3284731" y="2417263"/>
                  </a:lnTo>
                  <a:lnTo>
                    <a:pt x="3290198" y="2313818"/>
                  </a:lnTo>
                  <a:lnTo>
                    <a:pt x="3290533" y="2209534"/>
                  </a:lnTo>
                  <a:lnTo>
                    <a:pt x="3285667" y="2104667"/>
                  </a:lnTo>
                  <a:lnTo>
                    <a:pt x="3275545" y="1999479"/>
                  </a:lnTo>
                  <a:lnTo>
                    <a:pt x="3260124" y="1894232"/>
                  </a:lnTo>
                  <a:lnTo>
                    <a:pt x="3239375" y="1789197"/>
                  </a:lnTo>
                  <a:lnTo>
                    <a:pt x="3213283" y="1684642"/>
                  </a:lnTo>
                  <a:lnTo>
                    <a:pt x="3181846" y="1580842"/>
                  </a:lnTo>
                  <a:lnTo>
                    <a:pt x="3145077" y="1478070"/>
                  </a:lnTo>
                  <a:lnTo>
                    <a:pt x="3103001" y="1376600"/>
                  </a:lnTo>
                  <a:lnTo>
                    <a:pt x="3055659" y="1276706"/>
                  </a:lnTo>
                  <a:lnTo>
                    <a:pt x="3003106" y="1178664"/>
                  </a:lnTo>
                  <a:lnTo>
                    <a:pt x="2945411" y="1082743"/>
                  </a:lnTo>
                  <a:lnTo>
                    <a:pt x="2882657" y="989214"/>
                  </a:lnTo>
                  <a:lnTo>
                    <a:pt x="2814941" y="898342"/>
                  </a:lnTo>
                  <a:lnTo>
                    <a:pt x="2742374" y="810391"/>
                  </a:lnTo>
                  <a:lnTo>
                    <a:pt x="2665081" y="725618"/>
                  </a:lnTo>
                  <a:lnTo>
                    <a:pt x="2583201" y="644276"/>
                  </a:lnTo>
                  <a:lnTo>
                    <a:pt x="2496885" y="566611"/>
                  </a:lnTo>
                  <a:lnTo>
                    <a:pt x="2406300" y="492864"/>
                  </a:lnTo>
                  <a:lnTo>
                    <a:pt x="2311624" y="423266"/>
                  </a:lnTo>
                  <a:lnTo>
                    <a:pt x="2213046" y="358042"/>
                  </a:lnTo>
                  <a:lnTo>
                    <a:pt x="2110771" y="297407"/>
                  </a:lnTo>
                  <a:lnTo>
                    <a:pt x="2005011" y="241568"/>
                  </a:lnTo>
                  <a:lnTo>
                    <a:pt x="1895995" y="190720"/>
                  </a:lnTo>
                  <a:lnTo>
                    <a:pt x="1783957" y="145049"/>
                  </a:lnTo>
                  <a:lnTo>
                    <a:pt x="1669146" y="104727"/>
                  </a:lnTo>
                  <a:lnTo>
                    <a:pt x="1551818" y="69919"/>
                  </a:lnTo>
                  <a:lnTo>
                    <a:pt x="1432239" y="40772"/>
                  </a:lnTo>
                  <a:lnTo>
                    <a:pt x="1310685" y="17425"/>
                  </a:lnTo>
                  <a:close/>
                </a:path>
              </a:pathLst>
            </a:custGeom>
            <a:solidFill>
              <a:srgbClr val="4477AA">
                <a:alpha val="25882"/>
              </a:srgbClr>
            </a:solidFill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071550" y="1167003"/>
              <a:ext cx="2669189" cy="4297266"/>
            </a:xfrm>
            <a:custGeom>
              <a:avLst/>
              <a:pathLst>
                <a:path w="2669189" h="4297266">
                  <a:moveTo>
                    <a:pt x="941153" y="0"/>
                  </a:moveTo>
                  <a:lnTo>
                    <a:pt x="1039770" y="38673"/>
                  </a:lnTo>
                  <a:lnTo>
                    <a:pt x="1135352" y="81104"/>
                  </a:lnTo>
                  <a:lnTo>
                    <a:pt x="1227759" y="127112"/>
                  </a:lnTo>
                  <a:lnTo>
                    <a:pt x="1316859" y="176516"/>
                  </a:lnTo>
                  <a:lnTo>
                    <a:pt x="1402531" y="229126"/>
                  </a:lnTo>
                  <a:lnTo>
                    <a:pt x="1484662" y="284750"/>
                  </a:lnTo>
                  <a:lnTo>
                    <a:pt x="1563151" y="343191"/>
                  </a:lnTo>
                  <a:lnTo>
                    <a:pt x="1637904" y="404250"/>
                  </a:lnTo>
                  <a:lnTo>
                    <a:pt x="1708840" y="467724"/>
                  </a:lnTo>
                  <a:lnTo>
                    <a:pt x="1775885" y="533408"/>
                  </a:lnTo>
                  <a:lnTo>
                    <a:pt x="1838978" y="601095"/>
                  </a:lnTo>
                  <a:lnTo>
                    <a:pt x="1898068" y="670578"/>
                  </a:lnTo>
                  <a:lnTo>
                    <a:pt x="1953111" y="741647"/>
                  </a:lnTo>
                  <a:lnTo>
                    <a:pt x="2004078" y="814093"/>
                  </a:lnTo>
                  <a:lnTo>
                    <a:pt x="2050946" y="887706"/>
                  </a:lnTo>
                  <a:lnTo>
                    <a:pt x="2093704" y="962278"/>
                  </a:lnTo>
                  <a:lnTo>
                    <a:pt x="2132352" y="1037600"/>
                  </a:lnTo>
                  <a:lnTo>
                    <a:pt x="2166897" y="1113466"/>
                  </a:lnTo>
                  <a:lnTo>
                    <a:pt x="2197360" y="1189672"/>
                  </a:lnTo>
                  <a:lnTo>
                    <a:pt x="2223766" y="1266015"/>
                  </a:lnTo>
                  <a:lnTo>
                    <a:pt x="2280903" y="1334350"/>
                  </a:lnTo>
                  <a:lnTo>
                    <a:pt x="2334434" y="1405192"/>
                  </a:lnTo>
                  <a:lnTo>
                    <a:pt x="2384251" y="1478354"/>
                  </a:lnTo>
                  <a:lnTo>
                    <a:pt x="2430256" y="1553642"/>
                  </a:lnTo>
                  <a:lnTo>
                    <a:pt x="2472360" y="1630858"/>
                  </a:lnTo>
                  <a:lnTo>
                    <a:pt x="2510486" y="1709802"/>
                  </a:lnTo>
                  <a:lnTo>
                    <a:pt x="2544566" y="1790270"/>
                  </a:lnTo>
                  <a:lnTo>
                    <a:pt x="2574542" y="1872056"/>
                  </a:lnTo>
                  <a:lnTo>
                    <a:pt x="2600368" y="1954951"/>
                  </a:lnTo>
                  <a:lnTo>
                    <a:pt x="2622007" y="2038747"/>
                  </a:lnTo>
                  <a:lnTo>
                    <a:pt x="2639433" y="2123231"/>
                  </a:lnTo>
                  <a:lnTo>
                    <a:pt x="2652630" y="2208194"/>
                  </a:lnTo>
                  <a:lnTo>
                    <a:pt x="2661595" y="2293425"/>
                  </a:lnTo>
                  <a:lnTo>
                    <a:pt x="2666333" y="2378713"/>
                  </a:lnTo>
                  <a:lnTo>
                    <a:pt x="2666859" y="2463850"/>
                  </a:lnTo>
                  <a:lnTo>
                    <a:pt x="2663200" y="2548628"/>
                  </a:lnTo>
                  <a:lnTo>
                    <a:pt x="2668292" y="2633477"/>
                  </a:lnTo>
                  <a:lnTo>
                    <a:pt x="2669189" y="2718825"/>
                  </a:lnTo>
                  <a:lnTo>
                    <a:pt x="2665854" y="2804463"/>
                  </a:lnTo>
                  <a:lnTo>
                    <a:pt x="2658260" y="2890182"/>
                  </a:lnTo>
                  <a:lnTo>
                    <a:pt x="2646393" y="2975768"/>
                  </a:lnTo>
                  <a:lnTo>
                    <a:pt x="2630246" y="3061009"/>
                  </a:lnTo>
                  <a:lnTo>
                    <a:pt x="2609826" y="3145689"/>
                  </a:lnTo>
                  <a:lnTo>
                    <a:pt x="2585149" y="3229593"/>
                  </a:lnTo>
                  <a:lnTo>
                    <a:pt x="2556241" y="3312508"/>
                  </a:lnTo>
                  <a:lnTo>
                    <a:pt x="2523142" y="3394219"/>
                  </a:lnTo>
                  <a:lnTo>
                    <a:pt x="2485900" y="3474513"/>
                  </a:lnTo>
                  <a:lnTo>
                    <a:pt x="2444574" y="3553182"/>
                  </a:lnTo>
                  <a:lnTo>
                    <a:pt x="2399235" y="3630015"/>
                  </a:lnTo>
                  <a:lnTo>
                    <a:pt x="2349964" y="3704809"/>
                  </a:lnTo>
                  <a:lnTo>
                    <a:pt x="2296853" y="3777362"/>
                  </a:lnTo>
                  <a:lnTo>
                    <a:pt x="2240002" y="3847477"/>
                  </a:lnTo>
                  <a:lnTo>
                    <a:pt x="2170851" y="3905390"/>
                  </a:lnTo>
                  <a:lnTo>
                    <a:pt x="2099155" y="3959657"/>
                  </a:lnTo>
                  <a:lnTo>
                    <a:pt x="2025105" y="4010168"/>
                  </a:lnTo>
                  <a:lnTo>
                    <a:pt x="1948896" y="4056821"/>
                  </a:lnTo>
                  <a:lnTo>
                    <a:pt x="1870728" y="4099529"/>
                  </a:lnTo>
                  <a:lnTo>
                    <a:pt x="1790803" y="4138210"/>
                  </a:lnTo>
                  <a:lnTo>
                    <a:pt x="1709328" y="4172797"/>
                  </a:lnTo>
                  <a:lnTo>
                    <a:pt x="1626512" y="4203230"/>
                  </a:lnTo>
                  <a:lnTo>
                    <a:pt x="1542565" y="4229461"/>
                  </a:lnTo>
                  <a:lnTo>
                    <a:pt x="1457700" y="4251453"/>
                  </a:lnTo>
                  <a:lnTo>
                    <a:pt x="1372129" y="4269180"/>
                  </a:lnTo>
                  <a:lnTo>
                    <a:pt x="1286067" y="4282625"/>
                  </a:lnTo>
                  <a:lnTo>
                    <a:pt x="1199726" y="4291782"/>
                  </a:lnTo>
                  <a:lnTo>
                    <a:pt x="1113319" y="4296657"/>
                  </a:lnTo>
                  <a:lnTo>
                    <a:pt x="1027059" y="4297266"/>
                  </a:lnTo>
                  <a:lnTo>
                    <a:pt x="941153" y="4293635"/>
                  </a:lnTo>
                  <a:lnTo>
                    <a:pt x="851349" y="4262200"/>
                  </a:lnTo>
                  <a:lnTo>
                    <a:pt x="764831" y="4226227"/>
                  </a:lnTo>
                  <a:lnTo>
                    <a:pt x="681823" y="4185975"/>
                  </a:lnTo>
                  <a:lnTo>
                    <a:pt x="602533" y="4141711"/>
                  </a:lnTo>
                  <a:lnTo>
                    <a:pt x="527149" y="4093713"/>
                  </a:lnTo>
                  <a:lnTo>
                    <a:pt x="455840" y="4042268"/>
                  </a:lnTo>
                  <a:lnTo>
                    <a:pt x="388757" y="3987670"/>
                  </a:lnTo>
                  <a:lnTo>
                    <a:pt x="326030" y="3930219"/>
                  </a:lnTo>
                  <a:lnTo>
                    <a:pt x="267769" y="3870219"/>
                  </a:lnTo>
                  <a:lnTo>
                    <a:pt x="214067" y="3807978"/>
                  </a:lnTo>
                  <a:lnTo>
                    <a:pt x="164994" y="3743808"/>
                  </a:lnTo>
                  <a:lnTo>
                    <a:pt x="120602" y="3678020"/>
                  </a:lnTo>
                  <a:lnTo>
                    <a:pt x="80921" y="3610926"/>
                  </a:lnTo>
                  <a:lnTo>
                    <a:pt x="45965" y="3542836"/>
                  </a:lnTo>
                  <a:lnTo>
                    <a:pt x="15724" y="3474058"/>
                  </a:lnTo>
                  <a:lnTo>
                    <a:pt x="3213" y="3371180"/>
                  </a:lnTo>
                  <a:lnTo>
                    <a:pt x="0" y="3270801"/>
                  </a:lnTo>
                  <a:lnTo>
                    <a:pt x="5692" y="3173684"/>
                  </a:lnTo>
                  <a:lnTo>
                    <a:pt x="19839" y="3080549"/>
                  </a:lnTo>
                  <a:lnTo>
                    <a:pt x="41937" y="2992073"/>
                  </a:lnTo>
                  <a:lnTo>
                    <a:pt x="71427" y="2908881"/>
                  </a:lnTo>
                  <a:lnTo>
                    <a:pt x="107706" y="2831545"/>
                  </a:lnTo>
                  <a:lnTo>
                    <a:pt x="150129" y="2760582"/>
                  </a:lnTo>
                  <a:lnTo>
                    <a:pt x="198012" y="2696448"/>
                  </a:lnTo>
                  <a:lnTo>
                    <a:pt x="250640" y="2639536"/>
                  </a:lnTo>
                  <a:lnTo>
                    <a:pt x="307270" y="2590175"/>
                  </a:lnTo>
                  <a:lnTo>
                    <a:pt x="367138" y="2548628"/>
                  </a:lnTo>
                  <a:lnTo>
                    <a:pt x="331200" y="2495264"/>
                  </a:lnTo>
                  <a:lnTo>
                    <a:pt x="300486" y="2435661"/>
                  </a:lnTo>
                  <a:lnTo>
                    <a:pt x="275806" y="2370349"/>
                  </a:lnTo>
                  <a:lnTo>
                    <a:pt x="257916" y="2299950"/>
                  </a:lnTo>
                  <a:lnTo>
                    <a:pt x="247507" y="2225175"/>
                  </a:lnTo>
                  <a:lnTo>
                    <a:pt x="245197" y="2146817"/>
                  </a:lnTo>
                  <a:lnTo>
                    <a:pt x="251518" y="2065740"/>
                  </a:lnTo>
                  <a:lnTo>
                    <a:pt x="266914" y="1982874"/>
                  </a:lnTo>
                  <a:lnTo>
                    <a:pt x="291729" y="1899204"/>
                  </a:lnTo>
                </a:path>
              </a:pathLst>
            </a:custGeom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977037" y="1131336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259650" y="2397352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699083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275886" y="4978814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977037" y="5424972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051608" y="460539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403022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327613" y="3030541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012704" y="963113"/>
              <a:ext cx="0" cy="2752518"/>
            </a:xfrm>
            <a:custGeom>
              <a:avLst/>
              <a:pathLst>
                <a:path w="0" h="2752518">
                  <a:moveTo>
                    <a:pt x="0" y="2752518"/>
                  </a:moveTo>
                  <a:lnTo>
                    <a:pt x="0" y="2657604"/>
                  </a:lnTo>
                  <a:lnTo>
                    <a:pt x="0" y="2562689"/>
                  </a:lnTo>
                  <a:lnTo>
                    <a:pt x="0" y="2467775"/>
                  </a:lnTo>
                  <a:lnTo>
                    <a:pt x="0" y="2372861"/>
                  </a:lnTo>
                  <a:lnTo>
                    <a:pt x="0" y="2277946"/>
                  </a:lnTo>
                  <a:lnTo>
                    <a:pt x="0" y="2183032"/>
                  </a:lnTo>
                  <a:lnTo>
                    <a:pt x="0" y="2088117"/>
                  </a:lnTo>
                  <a:lnTo>
                    <a:pt x="0" y="1993203"/>
                  </a:lnTo>
                  <a:lnTo>
                    <a:pt x="0" y="1898288"/>
                  </a:lnTo>
                  <a:lnTo>
                    <a:pt x="0" y="1803374"/>
                  </a:lnTo>
                  <a:lnTo>
                    <a:pt x="0" y="1708459"/>
                  </a:lnTo>
                  <a:lnTo>
                    <a:pt x="0" y="1613545"/>
                  </a:lnTo>
                  <a:lnTo>
                    <a:pt x="0" y="1518631"/>
                  </a:lnTo>
                  <a:lnTo>
                    <a:pt x="0" y="1423716"/>
                  </a:lnTo>
                  <a:lnTo>
                    <a:pt x="0" y="1328802"/>
                  </a:lnTo>
                  <a:lnTo>
                    <a:pt x="0" y="1233887"/>
                  </a:lnTo>
                  <a:lnTo>
                    <a:pt x="0" y="1138973"/>
                  </a:lnTo>
                  <a:lnTo>
                    <a:pt x="0" y="1044058"/>
                  </a:lnTo>
                  <a:lnTo>
                    <a:pt x="0" y="949144"/>
                  </a:lnTo>
                  <a:lnTo>
                    <a:pt x="0" y="854229"/>
                  </a:lnTo>
                  <a:lnTo>
                    <a:pt x="0" y="759315"/>
                  </a:lnTo>
                  <a:lnTo>
                    <a:pt x="0" y="664401"/>
                  </a:lnTo>
                  <a:lnTo>
                    <a:pt x="0" y="569486"/>
                  </a:lnTo>
                  <a:lnTo>
                    <a:pt x="0" y="474572"/>
                  </a:lnTo>
                  <a:lnTo>
                    <a:pt x="0" y="379657"/>
                  </a:lnTo>
                  <a:lnTo>
                    <a:pt x="0" y="284743"/>
                  </a:lnTo>
                  <a:lnTo>
                    <a:pt x="0" y="189828"/>
                  </a:lnTo>
                  <a:lnTo>
                    <a:pt x="0" y="94914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012704" y="1769307"/>
              <a:ext cx="1946324" cy="1946324"/>
            </a:xfrm>
            <a:custGeom>
              <a:avLst/>
              <a:pathLst>
                <a:path w="1946324" h="1946324">
                  <a:moveTo>
                    <a:pt x="0" y="1946324"/>
                  </a:moveTo>
                  <a:lnTo>
                    <a:pt x="67114" y="1879210"/>
                  </a:lnTo>
                  <a:lnTo>
                    <a:pt x="134229" y="1812095"/>
                  </a:lnTo>
                  <a:lnTo>
                    <a:pt x="201343" y="1744980"/>
                  </a:lnTo>
                  <a:lnTo>
                    <a:pt x="268458" y="1677866"/>
                  </a:lnTo>
                  <a:lnTo>
                    <a:pt x="335573" y="1610751"/>
                  </a:lnTo>
                  <a:lnTo>
                    <a:pt x="402687" y="1543636"/>
                  </a:lnTo>
                  <a:lnTo>
                    <a:pt x="469802" y="1476522"/>
                  </a:lnTo>
                  <a:lnTo>
                    <a:pt x="536917" y="1409407"/>
                  </a:lnTo>
                  <a:lnTo>
                    <a:pt x="604031" y="1342292"/>
                  </a:lnTo>
                  <a:lnTo>
                    <a:pt x="671146" y="1275178"/>
                  </a:lnTo>
                  <a:lnTo>
                    <a:pt x="738261" y="1208063"/>
                  </a:lnTo>
                  <a:lnTo>
                    <a:pt x="805375" y="1140948"/>
                  </a:lnTo>
                  <a:lnTo>
                    <a:pt x="872490" y="1073834"/>
                  </a:lnTo>
                  <a:lnTo>
                    <a:pt x="939605" y="1006719"/>
                  </a:lnTo>
                  <a:lnTo>
                    <a:pt x="1006719" y="939605"/>
                  </a:lnTo>
                  <a:lnTo>
                    <a:pt x="1073834" y="872490"/>
                  </a:lnTo>
                  <a:lnTo>
                    <a:pt x="1140948" y="805375"/>
                  </a:lnTo>
                  <a:lnTo>
                    <a:pt x="1208063" y="738261"/>
                  </a:lnTo>
                  <a:lnTo>
                    <a:pt x="1275178" y="671146"/>
                  </a:lnTo>
                  <a:lnTo>
                    <a:pt x="1342292" y="604031"/>
                  </a:lnTo>
                  <a:lnTo>
                    <a:pt x="1409407" y="536917"/>
                  </a:lnTo>
                  <a:lnTo>
                    <a:pt x="1476522" y="469802"/>
                  </a:lnTo>
                  <a:lnTo>
                    <a:pt x="1543636" y="402687"/>
                  </a:lnTo>
                  <a:lnTo>
                    <a:pt x="1610751" y="335573"/>
                  </a:lnTo>
                  <a:lnTo>
                    <a:pt x="1677866" y="268458"/>
                  </a:lnTo>
                  <a:lnTo>
                    <a:pt x="1744980" y="201343"/>
                  </a:lnTo>
                  <a:lnTo>
                    <a:pt x="1812095" y="134229"/>
                  </a:lnTo>
                  <a:lnTo>
                    <a:pt x="1879210" y="67114"/>
                  </a:lnTo>
                  <a:lnTo>
                    <a:pt x="194632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012704" y="3715631"/>
              <a:ext cx="2752518" cy="0"/>
            </a:xfrm>
            <a:custGeom>
              <a:avLst/>
              <a:pathLst>
                <a:path w="2752518" h="0">
                  <a:moveTo>
                    <a:pt x="0" y="0"/>
                  </a:moveTo>
                  <a:lnTo>
                    <a:pt x="94914" y="0"/>
                  </a:lnTo>
                  <a:lnTo>
                    <a:pt x="189828" y="0"/>
                  </a:lnTo>
                  <a:lnTo>
                    <a:pt x="284743" y="0"/>
                  </a:lnTo>
                  <a:lnTo>
                    <a:pt x="379657" y="0"/>
                  </a:lnTo>
                  <a:lnTo>
                    <a:pt x="474572" y="0"/>
                  </a:lnTo>
                  <a:lnTo>
                    <a:pt x="569486" y="0"/>
                  </a:lnTo>
                  <a:lnTo>
                    <a:pt x="664401" y="0"/>
                  </a:lnTo>
                  <a:lnTo>
                    <a:pt x="759315" y="0"/>
                  </a:lnTo>
                  <a:lnTo>
                    <a:pt x="854229" y="0"/>
                  </a:lnTo>
                  <a:lnTo>
                    <a:pt x="949144" y="0"/>
                  </a:lnTo>
                  <a:lnTo>
                    <a:pt x="1044058" y="0"/>
                  </a:lnTo>
                  <a:lnTo>
                    <a:pt x="1138973" y="0"/>
                  </a:lnTo>
                  <a:lnTo>
                    <a:pt x="1233887" y="0"/>
                  </a:lnTo>
                  <a:lnTo>
                    <a:pt x="1328802" y="0"/>
                  </a:lnTo>
                  <a:lnTo>
                    <a:pt x="1423716" y="0"/>
                  </a:lnTo>
                  <a:lnTo>
                    <a:pt x="1518631" y="0"/>
                  </a:lnTo>
                  <a:lnTo>
                    <a:pt x="1613545" y="0"/>
                  </a:lnTo>
                  <a:lnTo>
                    <a:pt x="1708459" y="0"/>
                  </a:lnTo>
                  <a:lnTo>
                    <a:pt x="1803374" y="0"/>
                  </a:lnTo>
                  <a:lnTo>
                    <a:pt x="1898288" y="0"/>
                  </a:lnTo>
                  <a:lnTo>
                    <a:pt x="1993203" y="0"/>
                  </a:lnTo>
                  <a:lnTo>
                    <a:pt x="2088117" y="0"/>
                  </a:lnTo>
                  <a:lnTo>
                    <a:pt x="2183032" y="0"/>
                  </a:lnTo>
                  <a:lnTo>
                    <a:pt x="2277946" y="0"/>
                  </a:lnTo>
                  <a:lnTo>
                    <a:pt x="2372861" y="0"/>
                  </a:lnTo>
                  <a:lnTo>
                    <a:pt x="2467775" y="0"/>
                  </a:lnTo>
                  <a:lnTo>
                    <a:pt x="2562689" y="0"/>
                  </a:lnTo>
                  <a:lnTo>
                    <a:pt x="2657604" y="0"/>
                  </a:lnTo>
                  <a:lnTo>
                    <a:pt x="275251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012704" y="3715631"/>
              <a:ext cx="1946324" cy="1946324"/>
            </a:xfrm>
            <a:custGeom>
              <a:avLst/>
              <a:pathLst>
                <a:path w="1946324" h="1946324">
                  <a:moveTo>
                    <a:pt x="0" y="0"/>
                  </a:moveTo>
                  <a:lnTo>
                    <a:pt x="67114" y="67114"/>
                  </a:lnTo>
                  <a:lnTo>
                    <a:pt x="134229" y="134229"/>
                  </a:lnTo>
                  <a:lnTo>
                    <a:pt x="201343" y="201343"/>
                  </a:lnTo>
                  <a:lnTo>
                    <a:pt x="268458" y="268458"/>
                  </a:lnTo>
                  <a:lnTo>
                    <a:pt x="335573" y="335573"/>
                  </a:lnTo>
                  <a:lnTo>
                    <a:pt x="402687" y="402687"/>
                  </a:lnTo>
                  <a:lnTo>
                    <a:pt x="469802" y="469802"/>
                  </a:lnTo>
                  <a:lnTo>
                    <a:pt x="536917" y="536917"/>
                  </a:lnTo>
                  <a:lnTo>
                    <a:pt x="604031" y="604031"/>
                  </a:lnTo>
                  <a:lnTo>
                    <a:pt x="671146" y="671146"/>
                  </a:lnTo>
                  <a:lnTo>
                    <a:pt x="738261" y="738261"/>
                  </a:lnTo>
                  <a:lnTo>
                    <a:pt x="805375" y="805375"/>
                  </a:lnTo>
                  <a:lnTo>
                    <a:pt x="872490" y="872490"/>
                  </a:lnTo>
                  <a:lnTo>
                    <a:pt x="939605" y="939605"/>
                  </a:lnTo>
                  <a:lnTo>
                    <a:pt x="1006719" y="1006719"/>
                  </a:lnTo>
                  <a:lnTo>
                    <a:pt x="1073834" y="1073834"/>
                  </a:lnTo>
                  <a:lnTo>
                    <a:pt x="1140948" y="1140948"/>
                  </a:lnTo>
                  <a:lnTo>
                    <a:pt x="1208063" y="1208063"/>
                  </a:lnTo>
                  <a:lnTo>
                    <a:pt x="1275178" y="1275178"/>
                  </a:lnTo>
                  <a:lnTo>
                    <a:pt x="1342292" y="1342292"/>
                  </a:lnTo>
                  <a:lnTo>
                    <a:pt x="1409407" y="1409407"/>
                  </a:lnTo>
                  <a:lnTo>
                    <a:pt x="1476522" y="1476522"/>
                  </a:lnTo>
                  <a:lnTo>
                    <a:pt x="1543636" y="1543636"/>
                  </a:lnTo>
                  <a:lnTo>
                    <a:pt x="1610751" y="1610751"/>
                  </a:lnTo>
                  <a:lnTo>
                    <a:pt x="1677866" y="1677866"/>
                  </a:lnTo>
                  <a:lnTo>
                    <a:pt x="1744980" y="1744980"/>
                  </a:lnTo>
                  <a:lnTo>
                    <a:pt x="1812095" y="1812095"/>
                  </a:lnTo>
                  <a:lnTo>
                    <a:pt x="1879210" y="1879210"/>
                  </a:lnTo>
                  <a:lnTo>
                    <a:pt x="1946324" y="194632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012704" y="3715631"/>
              <a:ext cx="0" cy="2752518"/>
            </a:xfrm>
            <a:custGeom>
              <a:avLst/>
              <a:pathLst>
                <a:path w="0" h="2752518">
                  <a:moveTo>
                    <a:pt x="0" y="0"/>
                  </a:moveTo>
                  <a:lnTo>
                    <a:pt x="0" y="94914"/>
                  </a:lnTo>
                  <a:lnTo>
                    <a:pt x="0" y="189828"/>
                  </a:lnTo>
                  <a:lnTo>
                    <a:pt x="0" y="284743"/>
                  </a:lnTo>
                  <a:lnTo>
                    <a:pt x="0" y="379657"/>
                  </a:lnTo>
                  <a:lnTo>
                    <a:pt x="0" y="474572"/>
                  </a:lnTo>
                  <a:lnTo>
                    <a:pt x="0" y="569486"/>
                  </a:lnTo>
                  <a:lnTo>
                    <a:pt x="0" y="664401"/>
                  </a:lnTo>
                  <a:lnTo>
                    <a:pt x="0" y="759315"/>
                  </a:lnTo>
                  <a:lnTo>
                    <a:pt x="0" y="854229"/>
                  </a:lnTo>
                  <a:lnTo>
                    <a:pt x="0" y="949144"/>
                  </a:lnTo>
                  <a:lnTo>
                    <a:pt x="0" y="1044058"/>
                  </a:lnTo>
                  <a:lnTo>
                    <a:pt x="0" y="1138973"/>
                  </a:lnTo>
                  <a:lnTo>
                    <a:pt x="0" y="1233887"/>
                  </a:lnTo>
                  <a:lnTo>
                    <a:pt x="0" y="1328802"/>
                  </a:lnTo>
                  <a:lnTo>
                    <a:pt x="0" y="1423716"/>
                  </a:lnTo>
                  <a:lnTo>
                    <a:pt x="0" y="1518631"/>
                  </a:lnTo>
                  <a:lnTo>
                    <a:pt x="0" y="1613545"/>
                  </a:lnTo>
                  <a:lnTo>
                    <a:pt x="0" y="1708459"/>
                  </a:lnTo>
                  <a:lnTo>
                    <a:pt x="0" y="1803374"/>
                  </a:lnTo>
                  <a:lnTo>
                    <a:pt x="0" y="1898288"/>
                  </a:lnTo>
                  <a:lnTo>
                    <a:pt x="0" y="1993203"/>
                  </a:lnTo>
                  <a:lnTo>
                    <a:pt x="0" y="2088117"/>
                  </a:lnTo>
                  <a:lnTo>
                    <a:pt x="0" y="2183032"/>
                  </a:lnTo>
                  <a:lnTo>
                    <a:pt x="0" y="2277946"/>
                  </a:lnTo>
                  <a:lnTo>
                    <a:pt x="0" y="2372861"/>
                  </a:lnTo>
                  <a:lnTo>
                    <a:pt x="0" y="2467775"/>
                  </a:lnTo>
                  <a:lnTo>
                    <a:pt x="0" y="2562689"/>
                  </a:lnTo>
                  <a:lnTo>
                    <a:pt x="0" y="2657604"/>
                  </a:lnTo>
                  <a:lnTo>
                    <a:pt x="0" y="275251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066379" y="3715631"/>
              <a:ext cx="1946324" cy="1946324"/>
            </a:xfrm>
            <a:custGeom>
              <a:avLst/>
              <a:pathLst>
                <a:path w="1946324" h="1946324">
                  <a:moveTo>
                    <a:pt x="1946324" y="0"/>
                  </a:moveTo>
                  <a:lnTo>
                    <a:pt x="1879210" y="67114"/>
                  </a:lnTo>
                  <a:lnTo>
                    <a:pt x="1812095" y="134229"/>
                  </a:lnTo>
                  <a:lnTo>
                    <a:pt x="1744980" y="201343"/>
                  </a:lnTo>
                  <a:lnTo>
                    <a:pt x="1677866" y="268458"/>
                  </a:lnTo>
                  <a:lnTo>
                    <a:pt x="1610751" y="335573"/>
                  </a:lnTo>
                  <a:lnTo>
                    <a:pt x="1543636" y="402687"/>
                  </a:lnTo>
                  <a:lnTo>
                    <a:pt x="1476522" y="469802"/>
                  </a:lnTo>
                  <a:lnTo>
                    <a:pt x="1409407" y="536917"/>
                  </a:lnTo>
                  <a:lnTo>
                    <a:pt x="1342292" y="604031"/>
                  </a:lnTo>
                  <a:lnTo>
                    <a:pt x="1275178" y="671146"/>
                  </a:lnTo>
                  <a:lnTo>
                    <a:pt x="1208063" y="738261"/>
                  </a:lnTo>
                  <a:lnTo>
                    <a:pt x="1140948" y="805375"/>
                  </a:lnTo>
                  <a:lnTo>
                    <a:pt x="1073834" y="872490"/>
                  </a:lnTo>
                  <a:lnTo>
                    <a:pt x="1006719" y="939605"/>
                  </a:lnTo>
                  <a:lnTo>
                    <a:pt x="939605" y="1006719"/>
                  </a:lnTo>
                  <a:lnTo>
                    <a:pt x="872490" y="1073834"/>
                  </a:lnTo>
                  <a:lnTo>
                    <a:pt x="805375" y="1140948"/>
                  </a:lnTo>
                  <a:lnTo>
                    <a:pt x="738261" y="1208063"/>
                  </a:lnTo>
                  <a:lnTo>
                    <a:pt x="671146" y="1275178"/>
                  </a:lnTo>
                  <a:lnTo>
                    <a:pt x="604031" y="1342292"/>
                  </a:lnTo>
                  <a:lnTo>
                    <a:pt x="536917" y="1409407"/>
                  </a:lnTo>
                  <a:lnTo>
                    <a:pt x="469802" y="1476522"/>
                  </a:lnTo>
                  <a:lnTo>
                    <a:pt x="402687" y="1543636"/>
                  </a:lnTo>
                  <a:lnTo>
                    <a:pt x="335573" y="1610751"/>
                  </a:lnTo>
                  <a:lnTo>
                    <a:pt x="268458" y="1677866"/>
                  </a:lnTo>
                  <a:lnTo>
                    <a:pt x="201343" y="1744980"/>
                  </a:lnTo>
                  <a:lnTo>
                    <a:pt x="134229" y="1812095"/>
                  </a:lnTo>
                  <a:lnTo>
                    <a:pt x="67114" y="1879210"/>
                  </a:lnTo>
                  <a:lnTo>
                    <a:pt x="0" y="194632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60185" y="3715631"/>
              <a:ext cx="2752518" cy="0"/>
            </a:xfrm>
            <a:custGeom>
              <a:avLst/>
              <a:pathLst>
                <a:path w="2752518" h="0">
                  <a:moveTo>
                    <a:pt x="2752518" y="0"/>
                  </a:moveTo>
                  <a:lnTo>
                    <a:pt x="2657604" y="0"/>
                  </a:lnTo>
                  <a:lnTo>
                    <a:pt x="2562689" y="0"/>
                  </a:lnTo>
                  <a:lnTo>
                    <a:pt x="2467775" y="0"/>
                  </a:lnTo>
                  <a:lnTo>
                    <a:pt x="2372861" y="0"/>
                  </a:lnTo>
                  <a:lnTo>
                    <a:pt x="2277946" y="0"/>
                  </a:lnTo>
                  <a:lnTo>
                    <a:pt x="2183032" y="0"/>
                  </a:lnTo>
                  <a:lnTo>
                    <a:pt x="2088117" y="0"/>
                  </a:lnTo>
                  <a:lnTo>
                    <a:pt x="1993203" y="0"/>
                  </a:lnTo>
                  <a:lnTo>
                    <a:pt x="1898288" y="0"/>
                  </a:lnTo>
                  <a:lnTo>
                    <a:pt x="1803374" y="0"/>
                  </a:lnTo>
                  <a:lnTo>
                    <a:pt x="1708459" y="0"/>
                  </a:lnTo>
                  <a:lnTo>
                    <a:pt x="1613545" y="0"/>
                  </a:lnTo>
                  <a:lnTo>
                    <a:pt x="1518631" y="0"/>
                  </a:lnTo>
                  <a:lnTo>
                    <a:pt x="1423716" y="0"/>
                  </a:lnTo>
                  <a:lnTo>
                    <a:pt x="1328802" y="0"/>
                  </a:lnTo>
                  <a:lnTo>
                    <a:pt x="1233887" y="0"/>
                  </a:lnTo>
                  <a:lnTo>
                    <a:pt x="1138973" y="0"/>
                  </a:lnTo>
                  <a:lnTo>
                    <a:pt x="1044058" y="0"/>
                  </a:lnTo>
                  <a:lnTo>
                    <a:pt x="949144" y="0"/>
                  </a:lnTo>
                  <a:lnTo>
                    <a:pt x="854229" y="0"/>
                  </a:lnTo>
                  <a:lnTo>
                    <a:pt x="759315" y="0"/>
                  </a:lnTo>
                  <a:lnTo>
                    <a:pt x="664401" y="0"/>
                  </a:lnTo>
                  <a:lnTo>
                    <a:pt x="569486" y="0"/>
                  </a:lnTo>
                  <a:lnTo>
                    <a:pt x="474572" y="0"/>
                  </a:lnTo>
                  <a:lnTo>
                    <a:pt x="379657" y="0"/>
                  </a:lnTo>
                  <a:lnTo>
                    <a:pt x="284743" y="0"/>
                  </a:lnTo>
                  <a:lnTo>
                    <a:pt x="189828" y="0"/>
                  </a:lnTo>
                  <a:lnTo>
                    <a:pt x="94914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066379" y="1769307"/>
              <a:ext cx="1946324" cy="1946324"/>
            </a:xfrm>
            <a:custGeom>
              <a:avLst/>
              <a:pathLst>
                <a:path w="1946324" h="1946324">
                  <a:moveTo>
                    <a:pt x="1946324" y="1946324"/>
                  </a:moveTo>
                  <a:lnTo>
                    <a:pt x="1879210" y="1879210"/>
                  </a:lnTo>
                  <a:lnTo>
                    <a:pt x="1812095" y="1812095"/>
                  </a:lnTo>
                  <a:lnTo>
                    <a:pt x="1744980" y="1744980"/>
                  </a:lnTo>
                  <a:lnTo>
                    <a:pt x="1677866" y="1677866"/>
                  </a:lnTo>
                  <a:lnTo>
                    <a:pt x="1610751" y="1610751"/>
                  </a:lnTo>
                  <a:lnTo>
                    <a:pt x="1543636" y="1543636"/>
                  </a:lnTo>
                  <a:lnTo>
                    <a:pt x="1476522" y="1476522"/>
                  </a:lnTo>
                  <a:lnTo>
                    <a:pt x="1409407" y="1409407"/>
                  </a:lnTo>
                  <a:lnTo>
                    <a:pt x="1342292" y="1342292"/>
                  </a:lnTo>
                  <a:lnTo>
                    <a:pt x="1275178" y="1275178"/>
                  </a:lnTo>
                  <a:lnTo>
                    <a:pt x="1208063" y="1208063"/>
                  </a:lnTo>
                  <a:lnTo>
                    <a:pt x="1140948" y="1140948"/>
                  </a:lnTo>
                  <a:lnTo>
                    <a:pt x="1073834" y="1073834"/>
                  </a:lnTo>
                  <a:lnTo>
                    <a:pt x="1006719" y="1006719"/>
                  </a:lnTo>
                  <a:lnTo>
                    <a:pt x="939605" y="939605"/>
                  </a:lnTo>
                  <a:lnTo>
                    <a:pt x="872490" y="872490"/>
                  </a:lnTo>
                  <a:lnTo>
                    <a:pt x="805375" y="805375"/>
                  </a:lnTo>
                  <a:lnTo>
                    <a:pt x="738261" y="738261"/>
                  </a:lnTo>
                  <a:lnTo>
                    <a:pt x="671146" y="671146"/>
                  </a:lnTo>
                  <a:lnTo>
                    <a:pt x="604031" y="604031"/>
                  </a:lnTo>
                  <a:lnTo>
                    <a:pt x="536917" y="536917"/>
                  </a:lnTo>
                  <a:lnTo>
                    <a:pt x="469802" y="469802"/>
                  </a:lnTo>
                  <a:lnTo>
                    <a:pt x="402687" y="402687"/>
                  </a:lnTo>
                  <a:lnTo>
                    <a:pt x="335573" y="335573"/>
                  </a:lnTo>
                  <a:lnTo>
                    <a:pt x="268458" y="268458"/>
                  </a:lnTo>
                  <a:lnTo>
                    <a:pt x="201343" y="201343"/>
                  </a:lnTo>
                  <a:lnTo>
                    <a:pt x="134229" y="134229"/>
                  </a:lnTo>
                  <a:lnTo>
                    <a:pt x="67114" y="67114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3843402" y="573556"/>
              <a:ext cx="33860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905825" y="1480525"/>
              <a:ext cx="59298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75099" y="3670140"/>
              <a:ext cx="26837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895309" y="5859755"/>
              <a:ext cx="61401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832887" y="6766724"/>
              <a:ext cx="35963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02042" y="5859755"/>
              <a:ext cx="64209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65473" y="3670140"/>
              <a:ext cx="30129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512558" y="1480525"/>
              <a:ext cx="62106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59956" y="3683810"/>
              <a:ext cx="494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10487" y="2994992"/>
              <a:ext cx="9893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10487" y="2306173"/>
              <a:ext cx="9893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10487" y="1617355"/>
              <a:ext cx="9893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90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463356" y="69589"/>
              <a:ext cx="509869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Scenario 2 — BOTW_clean (user-curated 466 spp) · reference = nearest edge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2026-05-11T20:58:48Z</dcterms:modified>
  <cp:category/>
</cp:coreProperties>
</file>