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16163" y="0"/>
              <a:ext cx="7231512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96790" y="274983"/>
              <a:ext cx="6881296" cy="6881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37438" y="619048"/>
              <a:ext cx="0" cy="3096583"/>
            </a:xfrm>
            <a:custGeom>
              <a:avLst/>
              <a:pathLst>
                <a:path w="0" h="3096583">
                  <a:moveTo>
                    <a:pt x="0" y="309658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37438" y="1526016"/>
              <a:ext cx="2189615" cy="2189615"/>
            </a:xfrm>
            <a:custGeom>
              <a:avLst/>
              <a:pathLst>
                <a:path w="2189615" h="2189615">
                  <a:moveTo>
                    <a:pt x="0" y="2189615"/>
                  </a:moveTo>
                  <a:lnTo>
                    <a:pt x="21896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37438" y="3715631"/>
              <a:ext cx="3096583" cy="0"/>
            </a:xfrm>
            <a:custGeom>
              <a:avLst/>
              <a:pathLst>
                <a:path w="3096583" h="0">
                  <a:moveTo>
                    <a:pt x="0" y="0"/>
                  </a:moveTo>
                  <a:lnTo>
                    <a:pt x="30965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37438" y="3715631"/>
              <a:ext cx="2189615" cy="2189615"/>
            </a:xfrm>
            <a:custGeom>
              <a:avLst/>
              <a:pathLst>
                <a:path w="2189615" h="2189615">
                  <a:moveTo>
                    <a:pt x="0" y="0"/>
                  </a:moveTo>
                  <a:lnTo>
                    <a:pt x="2189615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37438" y="3715631"/>
              <a:ext cx="0" cy="3096583"/>
            </a:xfrm>
            <a:custGeom>
              <a:avLst/>
              <a:pathLst>
                <a:path w="0" h="3096583">
                  <a:moveTo>
                    <a:pt x="0" y="0"/>
                  </a:moveTo>
                  <a:lnTo>
                    <a:pt x="0" y="3096583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7823" y="3715631"/>
              <a:ext cx="2189615" cy="2189615"/>
            </a:xfrm>
            <a:custGeom>
              <a:avLst/>
              <a:pathLst>
                <a:path w="2189615" h="2189615">
                  <a:moveTo>
                    <a:pt x="2189615" y="0"/>
                  </a:moveTo>
                  <a:lnTo>
                    <a:pt x="0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0855" y="3715631"/>
              <a:ext cx="3096583" cy="0"/>
            </a:xfrm>
            <a:custGeom>
              <a:avLst/>
              <a:pathLst>
                <a:path w="3096583" h="0">
                  <a:moveTo>
                    <a:pt x="3096583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7823" y="1526016"/>
              <a:ext cx="2189615" cy="2189615"/>
            </a:xfrm>
            <a:custGeom>
              <a:avLst/>
              <a:pathLst>
                <a:path w="2189615" h="2189615">
                  <a:moveTo>
                    <a:pt x="2189615" y="21896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37438" y="3715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042005" y="2720073"/>
              <a:ext cx="1990865" cy="1990614"/>
            </a:xfrm>
            <a:custGeom>
              <a:avLst/>
              <a:pathLst>
                <a:path w="1990865" h="1990614">
                  <a:moveTo>
                    <a:pt x="995432" y="0"/>
                  </a:moveTo>
                  <a:lnTo>
                    <a:pt x="1058574" y="2004"/>
                  </a:lnTo>
                  <a:lnTo>
                    <a:pt x="1121462" y="8009"/>
                  </a:lnTo>
                  <a:lnTo>
                    <a:pt x="1183843" y="17991"/>
                  </a:lnTo>
                  <a:lnTo>
                    <a:pt x="1245465" y="31908"/>
                  </a:lnTo>
                  <a:lnTo>
                    <a:pt x="1306080" y="49707"/>
                  </a:lnTo>
                  <a:lnTo>
                    <a:pt x="1365444" y="71313"/>
                  </a:lnTo>
                  <a:lnTo>
                    <a:pt x="1423318" y="96642"/>
                  </a:lnTo>
                  <a:lnTo>
                    <a:pt x="1479469" y="125590"/>
                  </a:lnTo>
                  <a:lnTo>
                    <a:pt x="1533671" y="158041"/>
                  </a:lnTo>
                  <a:lnTo>
                    <a:pt x="1585706" y="193864"/>
                  </a:lnTo>
                  <a:lnTo>
                    <a:pt x="1635365" y="232916"/>
                  </a:lnTo>
                  <a:lnTo>
                    <a:pt x="1682446" y="275038"/>
                  </a:lnTo>
                  <a:lnTo>
                    <a:pt x="1726761" y="320062"/>
                  </a:lnTo>
                  <a:lnTo>
                    <a:pt x="1768131" y="367806"/>
                  </a:lnTo>
                  <a:lnTo>
                    <a:pt x="1806390" y="418077"/>
                  </a:lnTo>
                  <a:lnTo>
                    <a:pt x="1841383" y="470674"/>
                  </a:lnTo>
                  <a:lnTo>
                    <a:pt x="1872970" y="525384"/>
                  </a:lnTo>
                  <a:lnTo>
                    <a:pt x="1901024" y="581988"/>
                  </a:lnTo>
                  <a:lnTo>
                    <a:pt x="1925431" y="640257"/>
                  </a:lnTo>
                  <a:lnTo>
                    <a:pt x="1946093" y="699956"/>
                  </a:lnTo>
                  <a:lnTo>
                    <a:pt x="1962927" y="760846"/>
                  </a:lnTo>
                  <a:lnTo>
                    <a:pt x="1975865" y="822681"/>
                  </a:lnTo>
                  <a:lnTo>
                    <a:pt x="1984856" y="885212"/>
                  </a:lnTo>
                  <a:lnTo>
                    <a:pt x="1989863" y="948187"/>
                  </a:lnTo>
                  <a:lnTo>
                    <a:pt x="1990865" y="1011353"/>
                  </a:lnTo>
                  <a:lnTo>
                    <a:pt x="1987859" y="1074455"/>
                  </a:lnTo>
                  <a:lnTo>
                    <a:pt x="1980857" y="1137240"/>
                  </a:lnTo>
                  <a:lnTo>
                    <a:pt x="1969887" y="1199454"/>
                  </a:lnTo>
                  <a:lnTo>
                    <a:pt x="1954993" y="1260848"/>
                  </a:lnTo>
                  <a:lnTo>
                    <a:pt x="1936235" y="1321173"/>
                  </a:lnTo>
                  <a:lnTo>
                    <a:pt x="1913689" y="1380186"/>
                  </a:lnTo>
                  <a:lnTo>
                    <a:pt x="1887446" y="1437652"/>
                  </a:lnTo>
                  <a:lnTo>
                    <a:pt x="1857611" y="1493337"/>
                  </a:lnTo>
                  <a:lnTo>
                    <a:pt x="1824304" y="1547017"/>
                  </a:lnTo>
                  <a:lnTo>
                    <a:pt x="1787659" y="1598477"/>
                  </a:lnTo>
                  <a:lnTo>
                    <a:pt x="1747825" y="1647509"/>
                  </a:lnTo>
                  <a:lnTo>
                    <a:pt x="1704961" y="1693916"/>
                  </a:lnTo>
                  <a:lnTo>
                    <a:pt x="1659239" y="1737511"/>
                  </a:lnTo>
                  <a:lnTo>
                    <a:pt x="1610845" y="1778119"/>
                  </a:lnTo>
                  <a:lnTo>
                    <a:pt x="1559973" y="1815575"/>
                  </a:lnTo>
                  <a:lnTo>
                    <a:pt x="1506828" y="1849730"/>
                  </a:lnTo>
                  <a:lnTo>
                    <a:pt x="1451623" y="1880445"/>
                  </a:lnTo>
                  <a:lnTo>
                    <a:pt x="1394582" y="1907597"/>
                  </a:lnTo>
                  <a:lnTo>
                    <a:pt x="1335933" y="1931076"/>
                  </a:lnTo>
                  <a:lnTo>
                    <a:pt x="1275913" y="1950788"/>
                  </a:lnTo>
                  <a:lnTo>
                    <a:pt x="1214764" y="1966654"/>
                  </a:lnTo>
                  <a:lnTo>
                    <a:pt x="1152732" y="1978610"/>
                  </a:lnTo>
                  <a:lnTo>
                    <a:pt x="1090066" y="1986608"/>
                  </a:lnTo>
                  <a:lnTo>
                    <a:pt x="1027019" y="1990614"/>
                  </a:lnTo>
                  <a:lnTo>
                    <a:pt x="963845" y="1990614"/>
                  </a:lnTo>
                  <a:lnTo>
                    <a:pt x="900798" y="1986608"/>
                  </a:lnTo>
                  <a:lnTo>
                    <a:pt x="838133" y="1978610"/>
                  </a:lnTo>
                  <a:lnTo>
                    <a:pt x="776100" y="1966654"/>
                  </a:lnTo>
                  <a:lnTo>
                    <a:pt x="714951" y="1950788"/>
                  </a:lnTo>
                  <a:lnTo>
                    <a:pt x="654931" y="1931076"/>
                  </a:lnTo>
                  <a:lnTo>
                    <a:pt x="596283" y="1907597"/>
                  </a:lnTo>
                  <a:lnTo>
                    <a:pt x="539241" y="1880445"/>
                  </a:lnTo>
                  <a:lnTo>
                    <a:pt x="484037" y="1849730"/>
                  </a:lnTo>
                  <a:lnTo>
                    <a:pt x="430891" y="1815575"/>
                  </a:lnTo>
                  <a:lnTo>
                    <a:pt x="380019" y="1778119"/>
                  </a:lnTo>
                  <a:lnTo>
                    <a:pt x="331625" y="1737511"/>
                  </a:lnTo>
                  <a:lnTo>
                    <a:pt x="285904" y="1693916"/>
                  </a:lnTo>
                  <a:lnTo>
                    <a:pt x="243040" y="1647509"/>
                  </a:lnTo>
                  <a:lnTo>
                    <a:pt x="203205" y="1598477"/>
                  </a:lnTo>
                  <a:lnTo>
                    <a:pt x="166561" y="1547017"/>
                  </a:lnTo>
                  <a:lnTo>
                    <a:pt x="133254" y="1493337"/>
                  </a:lnTo>
                  <a:lnTo>
                    <a:pt x="103418" y="1437652"/>
                  </a:lnTo>
                  <a:lnTo>
                    <a:pt x="77175" y="1380186"/>
                  </a:lnTo>
                  <a:lnTo>
                    <a:pt x="54629" y="1321173"/>
                  </a:lnTo>
                  <a:lnTo>
                    <a:pt x="35871" y="1260848"/>
                  </a:lnTo>
                  <a:lnTo>
                    <a:pt x="20978" y="1199454"/>
                  </a:lnTo>
                  <a:lnTo>
                    <a:pt x="10008" y="1137240"/>
                  </a:lnTo>
                  <a:lnTo>
                    <a:pt x="3005" y="1074455"/>
                  </a:lnTo>
                  <a:lnTo>
                    <a:pt x="0" y="1011353"/>
                  </a:lnTo>
                  <a:lnTo>
                    <a:pt x="1002" y="948187"/>
                  </a:lnTo>
                  <a:lnTo>
                    <a:pt x="6008" y="885212"/>
                  </a:lnTo>
                  <a:lnTo>
                    <a:pt x="14999" y="822681"/>
                  </a:lnTo>
                  <a:lnTo>
                    <a:pt x="27937" y="760846"/>
                  </a:lnTo>
                  <a:lnTo>
                    <a:pt x="44772" y="699956"/>
                  </a:lnTo>
                  <a:lnTo>
                    <a:pt x="65434" y="640257"/>
                  </a:lnTo>
                  <a:lnTo>
                    <a:pt x="89841" y="581988"/>
                  </a:lnTo>
                  <a:lnTo>
                    <a:pt x="117894" y="525384"/>
                  </a:lnTo>
                  <a:lnTo>
                    <a:pt x="149481" y="470674"/>
                  </a:lnTo>
                  <a:lnTo>
                    <a:pt x="184475" y="418077"/>
                  </a:lnTo>
                  <a:lnTo>
                    <a:pt x="222733" y="367806"/>
                  </a:lnTo>
                  <a:lnTo>
                    <a:pt x="264104" y="320062"/>
                  </a:lnTo>
                  <a:lnTo>
                    <a:pt x="308419" y="275038"/>
                  </a:lnTo>
                  <a:lnTo>
                    <a:pt x="355500" y="232916"/>
                  </a:lnTo>
                  <a:lnTo>
                    <a:pt x="405158" y="193864"/>
                  </a:lnTo>
                  <a:lnTo>
                    <a:pt x="457193" y="158041"/>
                  </a:lnTo>
                  <a:lnTo>
                    <a:pt x="511395" y="125590"/>
                  </a:lnTo>
                  <a:lnTo>
                    <a:pt x="567546" y="96642"/>
                  </a:lnTo>
                  <a:lnTo>
                    <a:pt x="625421" y="71313"/>
                  </a:lnTo>
                  <a:lnTo>
                    <a:pt x="684785" y="49707"/>
                  </a:lnTo>
                  <a:lnTo>
                    <a:pt x="745400" y="31908"/>
                  </a:lnTo>
                  <a:lnTo>
                    <a:pt x="807022" y="17991"/>
                  </a:lnTo>
                  <a:lnTo>
                    <a:pt x="869402" y="8009"/>
                  </a:lnTo>
                  <a:lnTo>
                    <a:pt x="932290" y="2004"/>
                  </a:lnTo>
                  <a:lnTo>
                    <a:pt x="99543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046573" y="1724515"/>
              <a:ext cx="3981730" cy="3981229"/>
            </a:xfrm>
            <a:custGeom>
              <a:avLst/>
              <a:pathLst>
                <a:path w="3981730" h="3981229">
                  <a:moveTo>
                    <a:pt x="1990865" y="0"/>
                  </a:moveTo>
                  <a:lnTo>
                    <a:pt x="2117149" y="4008"/>
                  </a:lnTo>
                  <a:lnTo>
                    <a:pt x="2242925" y="16018"/>
                  </a:lnTo>
                  <a:lnTo>
                    <a:pt x="2367686" y="35982"/>
                  </a:lnTo>
                  <a:lnTo>
                    <a:pt x="2490930" y="63817"/>
                  </a:lnTo>
                  <a:lnTo>
                    <a:pt x="2612160" y="99414"/>
                  </a:lnTo>
                  <a:lnTo>
                    <a:pt x="2730888" y="142627"/>
                  </a:lnTo>
                  <a:lnTo>
                    <a:pt x="2846636" y="193284"/>
                  </a:lnTo>
                  <a:lnTo>
                    <a:pt x="2958939" y="251180"/>
                  </a:lnTo>
                  <a:lnTo>
                    <a:pt x="3067343" y="316082"/>
                  </a:lnTo>
                  <a:lnTo>
                    <a:pt x="3171413" y="387729"/>
                  </a:lnTo>
                  <a:lnTo>
                    <a:pt x="3270730" y="465832"/>
                  </a:lnTo>
                  <a:lnTo>
                    <a:pt x="3364892" y="550077"/>
                  </a:lnTo>
                  <a:lnTo>
                    <a:pt x="3453522" y="640125"/>
                  </a:lnTo>
                  <a:lnTo>
                    <a:pt x="3536263" y="735612"/>
                  </a:lnTo>
                  <a:lnTo>
                    <a:pt x="3612780" y="836155"/>
                  </a:lnTo>
                  <a:lnTo>
                    <a:pt x="3682767" y="941348"/>
                  </a:lnTo>
                  <a:lnTo>
                    <a:pt x="3745941" y="1050769"/>
                  </a:lnTo>
                  <a:lnTo>
                    <a:pt x="3802048" y="1163976"/>
                  </a:lnTo>
                  <a:lnTo>
                    <a:pt x="3850862" y="1280514"/>
                  </a:lnTo>
                  <a:lnTo>
                    <a:pt x="3892186" y="1399913"/>
                  </a:lnTo>
                  <a:lnTo>
                    <a:pt x="3925854" y="1521692"/>
                  </a:lnTo>
                  <a:lnTo>
                    <a:pt x="3951731" y="1645362"/>
                  </a:lnTo>
                  <a:lnTo>
                    <a:pt x="3969713" y="1770424"/>
                  </a:lnTo>
                  <a:lnTo>
                    <a:pt x="3979726" y="1896374"/>
                  </a:lnTo>
                  <a:lnTo>
                    <a:pt x="3981730" y="2022706"/>
                  </a:lnTo>
                  <a:lnTo>
                    <a:pt x="3975718" y="2148911"/>
                  </a:lnTo>
                  <a:lnTo>
                    <a:pt x="3961714" y="2274481"/>
                  </a:lnTo>
                  <a:lnTo>
                    <a:pt x="3939774" y="2398909"/>
                  </a:lnTo>
                  <a:lnTo>
                    <a:pt x="3909986" y="2521696"/>
                  </a:lnTo>
                  <a:lnTo>
                    <a:pt x="3872471" y="2642346"/>
                  </a:lnTo>
                  <a:lnTo>
                    <a:pt x="3827379" y="2760373"/>
                  </a:lnTo>
                  <a:lnTo>
                    <a:pt x="3774892" y="2875304"/>
                  </a:lnTo>
                  <a:lnTo>
                    <a:pt x="3715222" y="2986674"/>
                  </a:lnTo>
                  <a:lnTo>
                    <a:pt x="3648608" y="3094035"/>
                  </a:lnTo>
                  <a:lnTo>
                    <a:pt x="3575319" y="3196955"/>
                  </a:lnTo>
                  <a:lnTo>
                    <a:pt x="3495650" y="3295019"/>
                  </a:lnTo>
                  <a:lnTo>
                    <a:pt x="3409922" y="3387833"/>
                  </a:lnTo>
                  <a:lnTo>
                    <a:pt x="3318479" y="3475023"/>
                  </a:lnTo>
                  <a:lnTo>
                    <a:pt x="3221691" y="3556238"/>
                  </a:lnTo>
                  <a:lnTo>
                    <a:pt x="3119947" y="3631151"/>
                  </a:lnTo>
                  <a:lnTo>
                    <a:pt x="3013656" y="3699460"/>
                  </a:lnTo>
                  <a:lnTo>
                    <a:pt x="2903247" y="3760890"/>
                  </a:lnTo>
                  <a:lnTo>
                    <a:pt x="2789164" y="3815194"/>
                  </a:lnTo>
                  <a:lnTo>
                    <a:pt x="2671867" y="3862153"/>
                  </a:lnTo>
                  <a:lnTo>
                    <a:pt x="2551827" y="3901577"/>
                  </a:lnTo>
                  <a:lnTo>
                    <a:pt x="2429529" y="3933309"/>
                  </a:lnTo>
                  <a:lnTo>
                    <a:pt x="2305464" y="3957221"/>
                  </a:lnTo>
                  <a:lnTo>
                    <a:pt x="2180132" y="3973216"/>
                  </a:lnTo>
                  <a:lnTo>
                    <a:pt x="2054039" y="3981229"/>
                  </a:lnTo>
                  <a:lnTo>
                    <a:pt x="1927691" y="3981229"/>
                  </a:lnTo>
                  <a:lnTo>
                    <a:pt x="1801597" y="3973216"/>
                  </a:lnTo>
                  <a:lnTo>
                    <a:pt x="1676266" y="3957221"/>
                  </a:lnTo>
                  <a:lnTo>
                    <a:pt x="1552201" y="3933309"/>
                  </a:lnTo>
                  <a:lnTo>
                    <a:pt x="1429903" y="3901577"/>
                  </a:lnTo>
                  <a:lnTo>
                    <a:pt x="1309863" y="3862153"/>
                  </a:lnTo>
                  <a:lnTo>
                    <a:pt x="1192566" y="3815194"/>
                  </a:lnTo>
                  <a:lnTo>
                    <a:pt x="1078483" y="3760890"/>
                  </a:lnTo>
                  <a:lnTo>
                    <a:pt x="968074" y="3699460"/>
                  </a:lnTo>
                  <a:lnTo>
                    <a:pt x="861783" y="3631151"/>
                  </a:lnTo>
                  <a:lnTo>
                    <a:pt x="760039" y="3556238"/>
                  </a:lnTo>
                  <a:lnTo>
                    <a:pt x="663250" y="3475023"/>
                  </a:lnTo>
                  <a:lnTo>
                    <a:pt x="571808" y="3387833"/>
                  </a:lnTo>
                  <a:lnTo>
                    <a:pt x="486080" y="3295019"/>
                  </a:lnTo>
                  <a:lnTo>
                    <a:pt x="406411" y="3196955"/>
                  </a:lnTo>
                  <a:lnTo>
                    <a:pt x="333122" y="3094035"/>
                  </a:lnTo>
                  <a:lnTo>
                    <a:pt x="266508" y="2986674"/>
                  </a:lnTo>
                  <a:lnTo>
                    <a:pt x="206837" y="2875304"/>
                  </a:lnTo>
                  <a:lnTo>
                    <a:pt x="154350" y="2760373"/>
                  </a:lnTo>
                  <a:lnTo>
                    <a:pt x="109259" y="2642346"/>
                  </a:lnTo>
                  <a:lnTo>
                    <a:pt x="71743" y="2521696"/>
                  </a:lnTo>
                  <a:lnTo>
                    <a:pt x="41956" y="2398909"/>
                  </a:lnTo>
                  <a:lnTo>
                    <a:pt x="20016" y="2274481"/>
                  </a:lnTo>
                  <a:lnTo>
                    <a:pt x="6011" y="2148911"/>
                  </a:lnTo>
                  <a:lnTo>
                    <a:pt x="0" y="2022706"/>
                  </a:lnTo>
                  <a:lnTo>
                    <a:pt x="2004" y="1896374"/>
                  </a:lnTo>
                  <a:lnTo>
                    <a:pt x="12017" y="1770424"/>
                  </a:lnTo>
                  <a:lnTo>
                    <a:pt x="29998" y="1645362"/>
                  </a:lnTo>
                  <a:lnTo>
                    <a:pt x="55875" y="1521692"/>
                  </a:lnTo>
                  <a:lnTo>
                    <a:pt x="89544" y="1399913"/>
                  </a:lnTo>
                  <a:lnTo>
                    <a:pt x="130868" y="1280514"/>
                  </a:lnTo>
                  <a:lnTo>
                    <a:pt x="179682" y="1163976"/>
                  </a:lnTo>
                  <a:lnTo>
                    <a:pt x="235789" y="1050769"/>
                  </a:lnTo>
                  <a:lnTo>
                    <a:pt x="298963" y="941348"/>
                  </a:lnTo>
                  <a:lnTo>
                    <a:pt x="368950" y="836155"/>
                  </a:lnTo>
                  <a:lnTo>
                    <a:pt x="445467" y="735612"/>
                  </a:lnTo>
                  <a:lnTo>
                    <a:pt x="528208" y="640125"/>
                  </a:lnTo>
                  <a:lnTo>
                    <a:pt x="616838" y="550077"/>
                  </a:lnTo>
                  <a:lnTo>
                    <a:pt x="711000" y="465832"/>
                  </a:lnTo>
                  <a:lnTo>
                    <a:pt x="810316" y="387729"/>
                  </a:lnTo>
                  <a:lnTo>
                    <a:pt x="914386" y="316082"/>
                  </a:lnTo>
                  <a:lnTo>
                    <a:pt x="1022791" y="251180"/>
                  </a:lnTo>
                  <a:lnTo>
                    <a:pt x="1135093" y="193284"/>
                  </a:lnTo>
                  <a:lnTo>
                    <a:pt x="1250842" y="142627"/>
                  </a:lnTo>
                  <a:lnTo>
                    <a:pt x="1369570" y="99414"/>
                  </a:lnTo>
                  <a:lnTo>
                    <a:pt x="1490800" y="63817"/>
                  </a:lnTo>
                  <a:lnTo>
                    <a:pt x="1614044" y="35982"/>
                  </a:lnTo>
                  <a:lnTo>
                    <a:pt x="1738805" y="16018"/>
                  </a:lnTo>
                  <a:lnTo>
                    <a:pt x="1864581" y="4008"/>
                  </a:lnTo>
                  <a:lnTo>
                    <a:pt x="199086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41244" y="619048"/>
              <a:ext cx="6192387" cy="6191608"/>
            </a:xfrm>
            <a:custGeom>
              <a:avLst/>
              <a:pathLst>
                <a:path w="6192387" h="6191608">
                  <a:moveTo>
                    <a:pt x="3096193" y="0"/>
                  </a:moveTo>
                  <a:lnTo>
                    <a:pt x="3292591" y="6234"/>
                  </a:lnTo>
                  <a:lnTo>
                    <a:pt x="3488197" y="24912"/>
                  </a:lnTo>
                  <a:lnTo>
                    <a:pt x="3682226" y="55959"/>
                  </a:lnTo>
                  <a:lnTo>
                    <a:pt x="3873894" y="99249"/>
                  </a:lnTo>
                  <a:lnTo>
                    <a:pt x="4062431" y="154608"/>
                  </a:lnTo>
                  <a:lnTo>
                    <a:pt x="4247077" y="221814"/>
                  </a:lnTo>
                  <a:lnTo>
                    <a:pt x="4427089" y="300596"/>
                  </a:lnTo>
                  <a:lnTo>
                    <a:pt x="4601742" y="390635"/>
                  </a:lnTo>
                  <a:lnTo>
                    <a:pt x="4770333" y="491571"/>
                  </a:lnTo>
                  <a:lnTo>
                    <a:pt x="4932182" y="602996"/>
                  </a:lnTo>
                  <a:lnTo>
                    <a:pt x="5086639" y="724462"/>
                  </a:lnTo>
                  <a:lnTo>
                    <a:pt x="5233081" y="855480"/>
                  </a:lnTo>
                  <a:lnTo>
                    <a:pt x="5370918" y="995522"/>
                  </a:lnTo>
                  <a:lnTo>
                    <a:pt x="5499596" y="1144024"/>
                  </a:lnTo>
                  <a:lnTo>
                    <a:pt x="5618596" y="1300388"/>
                  </a:lnTo>
                  <a:lnTo>
                    <a:pt x="5727439" y="1463985"/>
                  </a:lnTo>
                  <a:lnTo>
                    <a:pt x="5825687" y="1634156"/>
                  </a:lnTo>
                  <a:lnTo>
                    <a:pt x="5912945" y="1810216"/>
                  </a:lnTo>
                  <a:lnTo>
                    <a:pt x="5988860" y="1991455"/>
                  </a:lnTo>
                  <a:lnTo>
                    <a:pt x="6053128" y="2177144"/>
                  </a:lnTo>
                  <a:lnTo>
                    <a:pt x="6105489" y="2366536"/>
                  </a:lnTo>
                  <a:lnTo>
                    <a:pt x="6145733" y="2558867"/>
                  </a:lnTo>
                  <a:lnTo>
                    <a:pt x="6173697" y="2753363"/>
                  </a:lnTo>
                  <a:lnTo>
                    <a:pt x="6189270" y="2949242"/>
                  </a:lnTo>
                  <a:lnTo>
                    <a:pt x="6192387" y="3145713"/>
                  </a:lnTo>
                  <a:lnTo>
                    <a:pt x="6183038" y="3341987"/>
                  </a:lnTo>
                  <a:lnTo>
                    <a:pt x="6161258" y="3537273"/>
                  </a:lnTo>
                  <a:lnTo>
                    <a:pt x="6127137" y="3730784"/>
                  </a:lnTo>
                  <a:lnTo>
                    <a:pt x="6080811" y="3921742"/>
                  </a:lnTo>
                  <a:lnTo>
                    <a:pt x="6022467" y="4109376"/>
                  </a:lnTo>
                  <a:lnTo>
                    <a:pt x="5952341" y="4292933"/>
                  </a:lnTo>
                  <a:lnTo>
                    <a:pt x="5870713" y="4471673"/>
                  </a:lnTo>
                  <a:lnTo>
                    <a:pt x="5777913" y="4644875"/>
                  </a:lnTo>
                  <a:lnTo>
                    <a:pt x="5674316" y="4811843"/>
                  </a:lnTo>
                  <a:lnTo>
                    <a:pt x="5560336" y="4971904"/>
                  </a:lnTo>
                  <a:lnTo>
                    <a:pt x="5436435" y="5124414"/>
                  </a:lnTo>
                  <a:lnTo>
                    <a:pt x="5303110" y="5268759"/>
                  </a:lnTo>
                  <a:lnTo>
                    <a:pt x="5160899" y="5404357"/>
                  </a:lnTo>
                  <a:lnTo>
                    <a:pt x="5010374" y="5530662"/>
                  </a:lnTo>
                  <a:lnTo>
                    <a:pt x="4852142" y="5647167"/>
                  </a:lnTo>
                  <a:lnTo>
                    <a:pt x="4686838" y="5753401"/>
                  </a:lnTo>
                  <a:lnTo>
                    <a:pt x="4515130" y="5848936"/>
                  </a:lnTo>
                  <a:lnTo>
                    <a:pt x="4337708" y="5933390"/>
                  </a:lnTo>
                  <a:lnTo>
                    <a:pt x="4155287" y="6006420"/>
                  </a:lnTo>
                  <a:lnTo>
                    <a:pt x="3968602" y="6067733"/>
                  </a:lnTo>
                  <a:lnTo>
                    <a:pt x="3778403" y="6117083"/>
                  </a:lnTo>
                  <a:lnTo>
                    <a:pt x="3585458" y="6154270"/>
                  </a:lnTo>
                  <a:lnTo>
                    <a:pt x="3390542" y="6179145"/>
                  </a:lnTo>
                  <a:lnTo>
                    <a:pt x="3194442" y="6191608"/>
                  </a:lnTo>
                  <a:lnTo>
                    <a:pt x="2997945" y="6191608"/>
                  </a:lnTo>
                  <a:lnTo>
                    <a:pt x="2801844" y="6179145"/>
                  </a:lnTo>
                  <a:lnTo>
                    <a:pt x="2606929" y="6154270"/>
                  </a:lnTo>
                  <a:lnTo>
                    <a:pt x="2413983" y="6117083"/>
                  </a:lnTo>
                  <a:lnTo>
                    <a:pt x="2223785" y="6067733"/>
                  </a:lnTo>
                  <a:lnTo>
                    <a:pt x="2037099" y="6006420"/>
                  </a:lnTo>
                  <a:lnTo>
                    <a:pt x="1854678" y="5933390"/>
                  </a:lnTo>
                  <a:lnTo>
                    <a:pt x="1677257" y="5848936"/>
                  </a:lnTo>
                  <a:lnTo>
                    <a:pt x="1505548" y="5753401"/>
                  </a:lnTo>
                  <a:lnTo>
                    <a:pt x="1340245" y="5647167"/>
                  </a:lnTo>
                  <a:lnTo>
                    <a:pt x="1182012" y="5530662"/>
                  </a:lnTo>
                  <a:lnTo>
                    <a:pt x="1031487" y="5404357"/>
                  </a:lnTo>
                  <a:lnTo>
                    <a:pt x="889276" y="5268759"/>
                  </a:lnTo>
                  <a:lnTo>
                    <a:pt x="755952" y="5124414"/>
                  </a:lnTo>
                  <a:lnTo>
                    <a:pt x="632050" y="4971904"/>
                  </a:lnTo>
                  <a:lnTo>
                    <a:pt x="518071" y="4811843"/>
                  </a:lnTo>
                  <a:lnTo>
                    <a:pt x="414473" y="4644875"/>
                  </a:lnTo>
                  <a:lnTo>
                    <a:pt x="321674" y="4471673"/>
                  </a:lnTo>
                  <a:lnTo>
                    <a:pt x="240046" y="4292933"/>
                  </a:lnTo>
                  <a:lnTo>
                    <a:pt x="169919" y="4109376"/>
                  </a:lnTo>
                  <a:lnTo>
                    <a:pt x="111576" y="3921742"/>
                  </a:lnTo>
                  <a:lnTo>
                    <a:pt x="65250" y="3730784"/>
                  </a:lnTo>
                  <a:lnTo>
                    <a:pt x="31128" y="3537273"/>
                  </a:lnTo>
                  <a:lnTo>
                    <a:pt x="9349" y="3341987"/>
                  </a:lnTo>
                  <a:lnTo>
                    <a:pt x="0" y="3145713"/>
                  </a:lnTo>
                  <a:lnTo>
                    <a:pt x="3117" y="2949242"/>
                  </a:lnTo>
                  <a:lnTo>
                    <a:pt x="18689" y="2753363"/>
                  </a:lnTo>
                  <a:lnTo>
                    <a:pt x="46654" y="2558867"/>
                  </a:lnTo>
                  <a:lnTo>
                    <a:pt x="86898" y="2366536"/>
                  </a:lnTo>
                  <a:lnTo>
                    <a:pt x="139259" y="2177144"/>
                  </a:lnTo>
                  <a:lnTo>
                    <a:pt x="203526" y="1991455"/>
                  </a:lnTo>
                  <a:lnTo>
                    <a:pt x="279442" y="1810216"/>
                  </a:lnTo>
                  <a:lnTo>
                    <a:pt x="366699" y="1634156"/>
                  </a:lnTo>
                  <a:lnTo>
                    <a:pt x="464947" y="1463985"/>
                  </a:lnTo>
                  <a:lnTo>
                    <a:pt x="573791" y="1300388"/>
                  </a:lnTo>
                  <a:lnTo>
                    <a:pt x="692791" y="1144024"/>
                  </a:lnTo>
                  <a:lnTo>
                    <a:pt x="821469" y="995522"/>
                  </a:lnTo>
                  <a:lnTo>
                    <a:pt x="959306" y="855480"/>
                  </a:lnTo>
                  <a:lnTo>
                    <a:pt x="1105748" y="724462"/>
                  </a:lnTo>
                  <a:lnTo>
                    <a:pt x="1260204" y="602996"/>
                  </a:lnTo>
                  <a:lnTo>
                    <a:pt x="1422054" y="491571"/>
                  </a:lnTo>
                  <a:lnTo>
                    <a:pt x="1590644" y="390635"/>
                  </a:lnTo>
                  <a:lnTo>
                    <a:pt x="1765297" y="300596"/>
                  </a:lnTo>
                  <a:lnTo>
                    <a:pt x="1945309" y="221814"/>
                  </a:lnTo>
                  <a:lnTo>
                    <a:pt x="2129956" y="154608"/>
                  </a:lnTo>
                  <a:lnTo>
                    <a:pt x="2318493" y="99249"/>
                  </a:lnTo>
                  <a:lnTo>
                    <a:pt x="2510161" y="55959"/>
                  </a:lnTo>
                  <a:lnTo>
                    <a:pt x="2704189" y="24912"/>
                  </a:lnTo>
                  <a:lnTo>
                    <a:pt x="2899796" y="6234"/>
                  </a:lnTo>
                  <a:lnTo>
                    <a:pt x="30961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458374" y="1898112"/>
              <a:ext cx="2607169" cy="2526386"/>
            </a:xfrm>
            <a:custGeom>
              <a:avLst/>
              <a:pathLst>
                <a:path w="2607169" h="2526386">
                  <a:moveTo>
                    <a:pt x="579063" y="851828"/>
                  </a:moveTo>
                  <a:lnTo>
                    <a:pt x="617990" y="777178"/>
                  </a:lnTo>
                  <a:lnTo>
                    <a:pt x="662496" y="704194"/>
                  </a:lnTo>
                  <a:lnTo>
                    <a:pt x="712506" y="633188"/>
                  </a:lnTo>
                  <a:lnTo>
                    <a:pt x="767930" y="564470"/>
                  </a:lnTo>
                  <a:lnTo>
                    <a:pt x="828665" y="498344"/>
                  </a:lnTo>
                  <a:lnTo>
                    <a:pt x="894589" y="435111"/>
                  </a:lnTo>
                  <a:lnTo>
                    <a:pt x="965568" y="375066"/>
                  </a:lnTo>
                  <a:lnTo>
                    <a:pt x="1041450" y="318498"/>
                  </a:lnTo>
                  <a:lnTo>
                    <a:pt x="1122073" y="265687"/>
                  </a:lnTo>
                  <a:lnTo>
                    <a:pt x="1207257" y="216909"/>
                  </a:lnTo>
                  <a:lnTo>
                    <a:pt x="1296809" y="172428"/>
                  </a:lnTo>
                  <a:lnTo>
                    <a:pt x="1390524" y="132503"/>
                  </a:lnTo>
                  <a:lnTo>
                    <a:pt x="1488184" y="97380"/>
                  </a:lnTo>
                  <a:lnTo>
                    <a:pt x="1589555" y="67297"/>
                  </a:lnTo>
                  <a:lnTo>
                    <a:pt x="1694395" y="42480"/>
                  </a:lnTo>
                  <a:lnTo>
                    <a:pt x="1802447" y="23144"/>
                  </a:lnTo>
                  <a:lnTo>
                    <a:pt x="1913447" y="9494"/>
                  </a:lnTo>
                  <a:lnTo>
                    <a:pt x="2027115" y="1720"/>
                  </a:lnTo>
                  <a:lnTo>
                    <a:pt x="2143166" y="0"/>
                  </a:lnTo>
                  <a:lnTo>
                    <a:pt x="2261301" y="4498"/>
                  </a:lnTo>
                  <a:lnTo>
                    <a:pt x="2381216" y="15367"/>
                  </a:lnTo>
                  <a:lnTo>
                    <a:pt x="2424626" y="111499"/>
                  </a:lnTo>
                  <a:lnTo>
                    <a:pt x="2463307" y="208223"/>
                  </a:lnTo>
                  <a:lnTo>
                    <a:pt x="2497280" y="305319"/>
                  </a:lnTo>
                  <a:lnTo>
                    <a:pt x="2526577" y="402568"/>
                  </a:lnTo>
                  <a:lnTo>
                    <a:pt x="2551240" y="499753"/>
                  </a:lnTo>
                  <a:lnTo>
                    <a:pt x="2571321" y="596662"/>
                  </a:lnTo>
                  <a:lnTo>
                    <a:pt x="2586879" y="693088"/>
                  </a:lnTo>
                  <a:lnTo>
                    <a:pt x="2597986" y="788827"/>
                  </a:lnTo>
                  <a:lnTo>
                    <a:pt x="2604720" y="883679"/>
                  </a:lnTo>
                  <a:lnTo>
                    <a:pt x="2607169" y="977450"/>
                  </a:lnTo>
                  <a:lnTo>
                    <a:pt x="2605428" y="1069954"/>
                  </a:lnTo>
                  <a:lnTo>
                    <a:pt x="2599603" y="1161006"/>
                  </a:lnTo>
                  <a:lnTo>
                    <a:pt x="2589804" y="1250432"/>
                  </a:lnTo>
                  <a:lnTo>
                    <a:pt x="2576152" y="1338061"/>
                  </a:lnTo>
                  <a:lnTo>
                    <a:pt x="2558773" y="1423730"/>
                  </a:lnTo>
                  <a:lnTo>
                    <a:pt x="2537799" y="1507286"/>
                  </a:lnTo>
                  <a:lnTo>
                    <a:pt x="2513371" y="1588579"/>
                  </a:lnTo>
                  <a:lnTo>
                    <a:pt x="2485635" y="1667469"/>
                  </a:lnTo>
                  <a:lnTo>
                    <a:pt x="2454741" y="1743824"/>
                  </a:lnTo>
                  <a:lnTo>
                    <a:pt x="2420846" y="1817519"/>
                  </a:lnTo>
                  <a:lnTo>
                    <a:pt x="2341790" y="1890426"/>
                  </a:lnTo>
                  <a:lnTo>
                    <a:pt x="2259987" y="1956804"/>
                  </a:lnTo>
                  <a:lnTo>
                    <a:pt x="2175842" y="2016557"/>
                  </a:lnTo>
                  <a:lnTo>
                    <a:pt x="2089762" y="2069610"/>
                  </a:lnTo>
                  <a:lnTo>
                    <a:pt x="2002156" y="2115910"/>
                  </a:lnTo>
                  <a:lnTo>
                    <a:pt x="1913433" y="2155427"/>
                  </a:lnTo>
                  <a:lnTo>
                    <a:pt x="1824004" y="2188154"/>
                  </a:lnTo>
                  <a:lnTo>
                    <a:pt x="1734278" y="2214105"/>
                  </a:lnTo>
                  <a:lnTo>
                    <a:pt x="1644658" y="2233315"/>
                  </a:lnTo>
                  <a:lnTo>
                    <a:pt x="1555548" y="2245845"/>
                  </a:lnTo>
                  <a:lnTo>
                    <a:pt x="1467344" y="2251773"/>
                  </a:lnTo>
                  <a:lnTo>
                    <a:pt x="1380438" y="2251201"/>
                  </a:lnTo>
                  <a:lnTo>
                    <a:pt x="1295213" y="2244251"/>
                  </a:lnTo>
                  <a:lnTo>
                    <a:pt x="1212045" y="2231067"/>
                  </a:lnTo>
                  <a:lnTo>
                    <a:pt x="1131302" y="2211810"/>
                  </a:lnTo>
                  <a:lnTo>
                    <a:pt x="1053339" y="2186663"/>
                  </a:lnTo>
                  <a:lnTo>
                    <a:pt x="978503" y="2155827"/>
                  </a:lnTo>
                  <a:lnTo>
                    <a:pt x="907127" y="2119522"/>
                  </a:lnTo>
                  <a:lnTo>
                    <a:pt x="839531" y="2077986"/>
                  </a:lnTo>
                  <a:lnTo>
                    <a:pt x="762970" y="2092755"/>
                  </a:lnTo>
                  <a:lnTo>
                    <a:pt x="691454" y="2088853"/>
                  </a:lnTo>
                  <a:lnTo>
                    <a:pt x="629076" y="2068949"/>
                  </a:lnTo>
                  <a:lnTo>
                    <a:pt x="579063" y="2036542"/>
                  </a:lnTo>
                  <a:lnTo>
                    <a:pt x="539194" y="2069244"/>
                  </a:lnTo>
                  <a:lnTo>
                    <a:pt x="489231" y="2093994"/>
                  </a:lnTo>
                  <a:lnTo>
                    <a:pt x="430816" y="2108471"/>
                  </a:lnTo>
                  <a:lnTo>
                    <a:pt x="366060" y="2110693"/>
                  </a:lnTo>
                  <a:lnTo>
                    <a:pt x="297477" y="2099105"/>
                  </a:lnTo>
                  <a:lnTo>
                    <a:pt x="279446" y="2035204"/>
                  </a:lnTo>
                  <a:lnTo>
                    <a:pt x="273919" y="1972998"/>
                  </a:lnTo>
                  <a:lnTo>
                    <a:pt x="279865" y="1914735"/>
                  </a:lnTo>
                  <a:lnTo>
                    <a:pt x="295873" y="1862372"/>
                  </a:lnTo>
                  <a:lnTo>
                    <a:pt x="320218" y="1817519"/>
                  </a:lnTo>
                  <a:lnTo>
                    <a:pt x="281306" y="1778319"/>
                  </a:lnTo>
                  <a:lnTo>
                    <a:pt x="248902" y="1729053"/>
                  </a:lnTo>
                  <a:lnTo>
                    <a:pt x="224950" y="1670840"/>
                  </a:lnTo>
                  <a:lnTo>
                    <a:pt x="211201" y="1605133"/>
                  </a:lnTo>
                  <a:lnTo>
                    <a:pt x="209160" y="1533682"/>
                  </a:lnTo>
                  <a:lnTo>
                    <a:pt x="220041" y="1458497"/>
                  </a:lnTo>
                  <a:lnTo>
                    <a:pt x="182828" y="1487973"/>
                  </a:lnTo>
                  <a:lnTo>
                    <a:pt x="148046" y="1521289"/>
                  </a:lnTo>
                  <a:lnTo>
                    <a:pt x="116089" y="1558241"/>
                  </a:lnTo>
                  <a:lnTo>
                    <a:pt x="87334" y="1598587"/>
                  </a:lnTo>
                  <a:lnTo>
                    <a:pt x="62137" y="1642046"/>
                  </a:lnTo>
                  <a:lnTo>
                    <a:pt x="40827" y="1688300"/>
                  </a:lnTo>
                  <a:lnTo>
                    <a:pt x="23708" y="1736996"/>
                  </a:lnTo>
                  <a:lnTo>
                    <a:pt x="11048" y="1787751"/>
                  </a:lnTo>
                  <a:lnTo>
                    <a:pt x="3080" y="1840150"/>
                  </a:lnTo>
                  <a:lnTo>
                    <a:pt x="0" y="1893754"/>
                  </a:lnTo>
                  <a:lnTo>
                    <a:pt x="1960" y="1948104"/>
                  </a:lnTo>
                  <a:lnTo>
                    <a:pt x="9071" y="2002721"/>
                  </a:lnTo>
                  <a:lnTo>
                    <a:pt x="21395" y="2057112"/>
                  </a:lnTo>
                  <a:lnTo>
                    <a:pt x="38950" y="2110777"/>
                  </a:lnTo>
                  <a:lnTo>
                    <a:pt x="61703" y="2163208"/>
                  </a:lnTo>
                  <a:lnTo>
                    <a:pt x="89573" y="2213901"/>
                  </a:lnTo>
                  <a:lnTo>
                    <a:pt x="122429" y="2262353"/>
                  </a:lnTo>
                  <a:lnTo>
                    <a:pt x="160091" y="2308073"/>
                  </a:lnTo>
                  <a:lnTo>
                    <a:pt x="202330" y="2350585"/>
                  </a:lnTo>
                  <a:lnTo>
                    <a:pt x="248870" y="2389431"/>
                  </a:lnTo>
                  <a:lnTo>
                    <a:pt x="299391" y="2424176"/>
                  </a:lnTo>
                  <a:lnTo>
                    <a:pt x="353526" y="2454417"/>
                  </a:lnTo>
                  <a:lnTo>
                    <a:pt x="410871" y="2479780"/>
                  </a:lnTo>
                  <a:lnTo>
                    <a:pt x="470980" y="2499930"/>
                  </a:lnTo>
                  <a:lnTo>
                    <a:pt x="533376" y="2514573"/>
                  </a:lnTo>
                  <a:lnTo>
                    <a:pt x="597549" y="2523460"/>
                  </a:lnTo>
                  <a:lnTo>
                    <a:pt x="662963" y="2526386"/>
                  </a:lnTo>
                  <a:lnTo>
                    <a:pt x="729061" y="2523201"/>
                  </a:lnTo>
                  <a:lnTo>
                    <a:pt x="795266" y="2513805"/>
                  </a:lnTo>
                  <a:lnTo>
                    <a:pt x="860991" y="2498153"/>
                  </a:lnTo>
                  <a:lnTo>
                    <a:pt x="925642" y="2476256"/>
                  </a:lnTo>
                  <a:lnTo>
                    <a:pt x="988620" y="2448181"/>
                  </a:lnTo>
                  <a:lnTo>
                    <a:pt x="1049334" y="2414054"/>
                  </a:lnTo>
                  <a:lnTo>
                    <a:pt x="1107199" y="2374058"/>
                  </a:lnTo>
                  <a:lnTo>
                    <a:pt x="1161646" y="2328430"/>
                  </a:lnTo>
                  <a:lnTo>
                    <a:pt x="1212126" y="2277466"/>
                  </a:lnTo>
                  <a:lnTo>
                    <a:pt x="1258116" y="2221513"/>
                  </a:lnTo>
                  <a:lnTo>
                    <a:pt x="1299122" y="2160970"/>
                  </a:lnTo>
                  <a:lnTo>
                    <a:pt x="1334689" y="2096284"/>
                  </a:lnTo>
                  <a:lnTo>
                    <a:pt x="1364399" y="2027949"/>
                  </a:lnTo>
                  <a:lnTo>
                    <a:pt x="1387881" y="1956499"/>
                  </a:lnTo>
                  <a:lnTo>
                    <a:pt x="1404814" y="1882507"/>
                  </a:lnTo>
                  <a:lnTo>
                    <a:pt x="1414929" y="1806577"/>
                  </a:lnTo>
                  <a:lnTo>
                    <a:pt x="1418012" y="1729342"/>
                  </a:lnTo>
                  <a:lnTo>
                    <a:pt x="1413910" y="1651458"/>
                  </a:lnTo>
                  <a:lnTo>
                    <a:pt x="1402531" y="1573597"/>
                  </a:lnTo>
                  <a:lnTo>
                    <a:pt x="1383847" y="1496443"/>
                  </a:lnTo>
                  <a:lnTo>
                    <a:pt x="1357892" y="1420686"/>
                  </a:lnTo>
                  <a:lnTo>
                    <a:pt x="1324769" y="1347014"/>
                  </a:lnTo>
                  <a:lnTo>
                    <a:pt x="1284644" y="1276108"/>
                  </a:lnTo>
                  <a:lnTo>
                    <a:pt x="1237749" y="1208636"/>
                  </a:lnTo>
                  <a:lnTo>
                    <a:pt x="1184379" y="1145248"/>
                  </a:lnTo>
                  <a:lnTo>
                    <a:pt x="1124893" y="1086565"/>
                  </a:lnTo>
                  <a:lnTo>
                    <a:pt x="1059708" y="1033179"/>
                  </a:lnTo>
                  <a:lnTo>
                    <a:pt x="989299" y="985644"/>
                  </a:lnTo>
                  <a:lnTo>
                    <a:pt x="914195" y="944471"/>
                  </a:lnTo>
                  <a:lnTo>
                    <a:pt x="834976" y="910123"/>
                  </a:lnTo>
                  <a:lnTo>
                    <a:pt x="752265" y="883008"/>
                  </a:lnTo>
                  <a:lnTo>
                    <a:pt x="666727" y="863480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67535" y="1898112"/>
              <a:ext cx="2398008" cy="2251773"/>
            </a:xfrm>
            <a:custGeom>
              <a:avLst/>
              <a:pathLst>
                <a:path w="2398008" h="2251773">
                  <a:moveTo>
                    <a:pt x="369903" y="851828"/>
                  </a:moveTo>
                  <a:lnTo>
                    <a:pt x="408830" y="777178"/>
                  </a:lnTo>
                  <a:lnTo>
                    <a:pt x="453335" y="704194"/>
                  </a:lnTo>
                  <a:lnTo>
                    <a:pt x="503345" y="633188"/>
                  </a:lnTo>
                  <a:lnTo>
                    <a:pt x="558770" y="564470"/>
                  </a:lnTo>
                  <a:lnTo>
                    <a:pt x="619504" y="498344"/>
                  </a:lnTo>
                  <a:lnTo>
                    <a:pt x="685428" y="435111"/>
                  </a:lnTo>
                  <a:lnTo>
                    <a:pt x="756407" y="375066"/>
                  </a:lnTo>
                  <a:lnTo>
                    <a:pt x="832290" y="318498"/>
                  </a:lnTo>
                  <a:lnTo>
                    <a:pt x="912912" y="265687"/>
                  </a:lnTo>
                  <a:lnTo>
                    <a:pt x="998096" y="216909"/>
                  </a:lnTo>
                  <a:lnTo>
                    <a:pt x="1087649" y="172428"/>
                  </a:lnTo>
                  <a:lnTo>
                    <a:pt x="1181364" y="132503"/>
                  </a:lnTo>
                  <a:lnTo>
                    <a:pt x="1279023" y="97380"/>
                  </a:lnTo>
                  <a:lnTo>
                    <a:pt x="1380394" y="67297"/>
                  </a:lnTo>
                  <a:lnTo>
                    <a:pt x="1485234" y="42480"/>
                  </a:lnTo>
                  <a:lnTo>
                    <a:pt x="1593287" y="23144"/>
                  </a:lnTo>
                  <a:lnTo>
                    <a:pt x="1704286" y="9494"/>
                  </a:lnTo>
                  <a:lnTo>
                    <a:pt x="1817955" y="1720"/>
                  </a:lnTo>
                  <a:lnTo>
                    <a:pt x="1934005" y="0"/>
                  </a:lnTo>
                  <a:lnTo>
                    <a:pt x="2052140" y="4498"/>
                  </a:lnTo>
                  <a:lnTo>
                    <a:pt x="2172055" y="15367"/>
                  </a:lnTo>
                  <a:lnTo>
                    <a:pt x="2215465" y="111499"/>
                  </a:lnTo>
                  <a:lnTo>
                    <a:pt x="2254146" y="208223"/>
                  </a:lnTo>
                  <a:lnTo>
                    <a:pt x="2288119" y="305319"/>
                  </a:lnTo>
                  <a:lnTo>
                    <a:pt x="2317417" y="402568"/>
                  </a:lnTo>
                  <a:lnTo>
                    <a:pt x="2342080" y="499753"/>
                  </a:lnTo>
                  <a:lnTo>
                    <a:pt x="2362160" y="596662"/>
                  </a:lnTo>
                  <a:lnTo>
                    <a:pt x="2377719" y="693088"/>
                  </a:lnTo>
                  <a:lnTo>
                    <a:pt x="2388826" y="788827"/>
                  </a:lnTo>
                  <a:lnTo>
                    <a:pt x="2395560" y="883679"/>
                  </a:lnTo>
                  <a:lnTo>
                    <a:pt x="2398008" y="977450"/>
                  </a:lnTo>
                  <a:lnTo>
                    <a:pt x="2396268" y="1069954"/>
                  </a:lnTo>
                  <a:lnTo>
                    <a:pt x="2390442" y="1161006"/>
                  </a:lnTo>
                  <a:lnTo>
                    <a:pt x="2380644" y="1250432"/>
                  </a:lnTo>
                  <a:lnTo>
                    <a:pt x="2366991" y="1338061"/>
                  </a:lnTo>
                  <a:lnTo>
                    <a:pt x="2349612" y="1423730"/>
                  </a:lnTo>
                  <a:lnTo>
                    <a:pt x="2328639" y="1507286"/>
                  </a:lnTo>
                  <a:lnTo>
                    <a:pt x="2304211" y="1588579"/>
                  </a:lnTo>
                  <a:lnTo>
                    <a:pt x="2276474" y="1667469"/>
                  </a:lnTo>
                  <a:lnTo>
                    <a:pt x="2245580" y="1743824"/>
                  </a:lnTo>
                  <a:lnTo>
                    <a:pt x="2211685" y="1817519"/>
                  </a:lnTo>
                  <a:lnTo>
                    <a:pt x="2132629" y="1890426"/>
                  </a:lnTo>
                  <a:lnTo>
                    <a:pt x="2050827" y="1956804"/>
                  </a:lnTo>
                  <a:lnTo>
                    <a:pt x="1966682" y="2016557"/>
                  </a:lnTo>
                  <a:lnTo>
                    <a:pt x="1880601" y="2069610"/>
                  </a:lnTo>
                  <a:lnTo>
                    <a:pt x="1792995" y="2115910"/>
                  </a:lnTo>
                  <a:lnTo>
                    <a:pt x="1704273" y="2155427"/>
                  </a:lnTo>
                  <a:lnTo>
                    <a:pt x="1614844" y="2188154"/>
                  </a:lnTo>
                  <a:lnTo>
                    <a:pt x="1525117" y="2214105"/>
                  </a:lnTo>
                  <a:lnTo>
                    <a:pt x="1435498" y="2233315"/>
                  </a:lnTo>
                  <a:lnTo>
                    <a:pt x="1346387" y="2245845"/>
                  </a:lnTo>
                  <a:lnTo>
                    <a:pt x="1258184" y="2251773"/>
                  </a:lnTo>
                  <a:lnTo>
                    <a:pt x="1171277" y="2251201"/>
                  </a:lnTo>
                  <a:lnTo>
                    <a:pt x="1086052" y="2244251"/>
                  </a:lnTo>
                  <a:lnTo>
                    <a:pt x="1002885" y="2231067"/>
                  </a:lnTo>
                  <a:lnTo>
                    <a:pt x="922141" y="2211810"/>
                  </a:lnTo>
                  <a:lnTo>
                    <a:pt x="844178" y="2186663"/>
                  </a:lnTo>
                  <a:lnTo>
                    <a:pt x="769342" y="2155827"/>
                  </a:lnTo>
                  <a:lnTo>
                    <a:pt x="697966" y="2119522"/>
                  </a:lnTo>
                  <a:lnTo>
                    <a:pt x="630370" y="2077986"/>
                  </a:lnTo>
                  <a:lnTo>
                    <a:pt x="553809" y="2092755"/>
                  </a:lnTo>
                  <a:lnTo>
                    <a:pt x="482293" y="2088853"/>
                  </a:lnTo>
                  <a:lnTo>
                    <a:pt x="419915" y="2068949"/>
                  </a:lnTo>
                  <a:lnTo>
                    <a:pt x="369903" y="2036542"/>
                  </a:lnTo>
                  <a:lnTo>
                    <a:pt x="330034" y="2069244"/>
                  </a:lnTo>
                  <a:lnTo>
                    <a:pt x="280071" y="2093994"/>
                  </a:lnTo>
                  <a:lnTo>
                    <a:pt x="221655" y="2108471"/>
                  </a:lnTo>
                  <a:lnTo>
                    <a:pt x="156899" y="2110693"/>
                  </a:lnTo>
                  <a:lnTo>
                    <a:pt x="88317" y="2099105"/>
                  </a:lnTo>
                  <a:lnTo>
                    <a:pt x="70285" y="2035204"/>
                  </a:lnTo>
                  <a:lnTo>
                    <a:pt x="64758" y="1972998"/>
                  </a:lnTo>
                  <a:lnTo>
                    <a:pt x="70704" y="1914735"/>
                  </a:lnTo>
                  <a:lnTo>
                    <a:pt x="86712" y="1862372"/>
                  </a:lnTo>
                  <a:lnTo>
                    <a:pt x="111058" y="1817519"/>
                  </a:lnTo>
                  <a:lnTo>
                    <a:pt x="72146" y="1778319"/>
                  </a:lnTo>
                  <a:lnTo>
                    <a:pt x="39741" y="1729053"/>
                  </a:lnTo>
                  <a:lnTo>
                    <a:pt x="15789" y="1670840"/>
                  </a:lnTo>
                  <a:lnTo>
                    <a:pt x="2040" y="1605133"/>
                  </a:lnTo>
                  <a:lnTo>
                    <a:pt x="0" y="1533682"/>
                  </a:lnTo>
                  <a:lnTo>
                    <a:pt x="10880" y="1458497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001772" y="2714274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803924" y="187781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843554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262239" y="394043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01772" y="3898988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720185" y="3961551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742927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642749" y="332094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037438" y="963113"/>
              <a:ext cx="0" cy="2752518"/>
            </a:xfrm>
            <a:custGeom>
              <a:avLst/>
              <a:pathLst>
                <a:path w="0" h="2752518">
                  <a:moveTo>
                    <a:pt x="0" y="2752518"/>
                  </a:moveTo>
                  <a:lnTo>
                    <a:pt x="0" y="2657604"/>
                  </a:lnTo>
                  <a:lnTo>
                    <a:pt x="0" y="2562689"/>
                  </a:lnTo>
                  <a:lnTo>
                    <a:pt x="0" y="2467775"/>
                  </a:lnTo>
                  <a:lnTo>
                    <a:pt x="0" y="2372861"/>
                  </a:lnTo>
                  <a:lnTo>
                    <a:pt x="0" y="2277946"/>
                  </a:lnTo>
                  <a:lnTo>
                    <a:pt x="0" y="2183032"/>
                  </a:lnTo>
                  <a:lnTo>
                    <a:pt x="0" y="2088117"/>
                  </a:lnTo>
                  <a:lnTo>
                    <a:pt x="0" y="1993203"/>
                  </a:lnTo>
                  <a:lnTo>
                    <a:pt x="0" y="1898288"/>
                  </a:lnTo>
                  <a:lnTo>
                    <a:pt x="0" y="1803374"/>
                  </a:lnTo>
                  <a:lnTo>
                    <a:pt x="0" y="1708459"/>
                  </a:lnTo>
                  <a:lnTo>
                    <a:pt x="0" y="1613545"/>
                  </a:lnTo>
                  <a:lnTo>
                    <a:pt x="0" y="1518631"/>
                  </a:lnTo>
                  <a:lnTo>
                    <a:pt x="0" y="1423716"/>
                  </a:lnTo>
                  <a:lnTo>
                    <a:pt x="0" y="1328802"/>
                  </a:lnTo>
                  <a:lnTo>
                    <a:pt x="0" y="1233887"/>
                  </a:lnTo>
                  <a:lnTo>
                    <a:pt x="0" y="1138973"/>
                  </a:lnTo>
                  <a:lnTo>
                    <a:pt x="0" y="1044058"/>
                  </a:lnTo>
                  <a:lnTo>
                    <a:pt x="0" y="949144"/>
                  </a:lnTo>
                  <a:lnTo>
                    <a:pt x="0" y="854229"/>
                  </a:lnTo>
                  <a:lnTo>
                    <a:pt x="0" y="759315"/>
                  </a:lnTo>
                  <a:lnTo>
                    <a:pt x="0" y="664401"/>
                  </a:lnTo>
                  <a:lnTo>
                    <a:pt x="0" y="569486"/>
                  </a:lnTo>
                  <a:lnTo>
                    <a:pt x="0" y="474572"/>
                  </a:lnTo>
                  <a:lnTo>
                    <a:pt x="0" y="379657"/>
                  </a:lnTo>
                  <a:lnTo>
                    <a:pt x="0" y="284743"/>
                  </a:lnTo>
                  <a:lnTo>
                    <a:pt x="0" y="189828"/>
                  </a:lnTo>
                  <a:lnTo>
                    <a:pt x="0" y="949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037438" y="1769307"/>
              <a:ext cx="1946324" cy="1946324"/>
            </a:xfrm>
            <a:custGeom>
              <a:avLst/>
              <a:pathLst>
                <a:path w="1946324" h="1946324">
                  <a:moveTo>
                    <a:pt x="0" y="1946324"/>
                  </a:moveTo>
                  <a:lnTo>
                    <a:pt x="67114" y="1879210"/>
                  </a:lnTo>
                  <a:lnTo>
                    <a:pt x="134229" y="1812095"/>
                  </a:lnTo>
                  <a:lnTo>
                    <a:pt x="201343" y="1744980"/>
                  </a:lnTo>
                  <a:lnTo>
                    <a:pt x="268458" y="1677866"/>
                  </a:lnTo>
                  <a:lnTo>
                    <a:pt x="335573" y="1610751"/>
                  </a:lnTo>
                  <a:lnTo>
                    <a:pt x="402687" y="1543636"/>
                  </a:lnTo>
                  <a:lnTo>
                    <a:pt x="469802" y="1476522"/>
                  </a:lnTo>
                  <a:lnTo>
                    <a:pt x="536917" y="1409407"/>
                  </a:lnTo>
                  <a:lnTo>
                    <a:pt x="604031" y="1342292"/>
                  </a:lnTo>
                  <a:lnTo>
                    <a:pt x="671146" y="1275178"/>
                  </a:lnTo>
                  <a:lnTo>
                    <a:pt x="738261" y="1208063"/>
                  </a:lnTo>
                  <a:lnTo>
                    <a:pt x="805375" y="1140948"/>
                  </a:lnTo>
                  <a:lnTo>
                    <a:pt x="872490" y="1073834"/>
                  </a:lnTo>
                  <a:lnTo>
                    <a:pt x="939605" y="1006719"/>
                  </a:lnTo>
                  <a:lnTo>
                    <a:pt x="1006719" y="939605"/>
                  </a:lnTo>
                  <a:lnTo>
                    <a:pt x="1073834" y="872490"/>
                  </a:lnTo>
                  <a:lnTo>
                    <a:pt x="1140948" y="805375"/>
                  </a:lnTo>
                  <a:lnTo>
                    <a:pt x="1208063" y="738261"/>
                  </a:lnTo>
                  <a:lnTo>
                    <a:pt x="1275178" y="671146"/>
                  </a:lnTo>
                  <a:lnTo>
                    <a:pt x="1342292" y="604031"/>
                  </a:lnTo>
                  <a:lnTo>
                    <a:pt x="1409407" y="536917"/>
                  </a:lnTo>
                  <a:lnTo>
                    <a:pt x="1476522" y="469802"/>
                  </a:lnTo>
                  <a:lnTo>
                    <a:pt x="1543636" y="402687"/>
                  </a:lnTo>
                  <a:lnTo>
                    <a:pt x="1610751" y="335573"/>
                  </a:lnTo>
                  <a:lnTo>
                    <a:pt x="1677866" y="268458"/>
                  </a:lnTo>
                  <a:lnTo>
                    <a:pt x="1744980" y="201343"/>
                  </a:lnTo>
                  <a:lnTo>
                    <a:pt x="1812095" y="134229"/>
                  </a:lnTo>
                  <a:lnTo>
                    <a:pt x="1879210" y="67114"/>
                  </a:lnTo>
                  <a:lnTo>
                    <a:pt x="194632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37438" y="3715631"/>
              <a:ext cx="2752518" cy="0"/>
            </a:xfrm>
            <a:custGeom>
              <a:avLst/>
              <a:pathLst>
                <a:path w="2752518" h="0">
                  <a:moveTo>
                    <a:pt x="0" y="0"/>
                  </a:moveTo>
                  <a:lnTo>
                    <a:pt x="94914" y="0"/>
                  </a:lnTo>
                  <a:lnTo>
                    <a:pt x="189828" y="0"/>
                  </a:lnTo>
                  <a:lnTo>
                    <a:pt x="284743" y="0"/>
                  </a:lnTo>
                  <a:lnTo>
                    <a:pt x="379657" y="0"/>
                  </a:lnTo>
                  <a:lnTo>
                    <a:pt x="474572" y="0"/>
                  </a:lnTo>
                  <a:lnTo>
                    <a:pt x="569486" y="0"/>
                  </a:lnTo>
                  <a:lnTo>
                    <a:pt x="664401" y="0"/>
                  </a:lnTo>
                  <a:lnTo>
                    <a:pt x="759315" y="0"/>
                  </a:lnTo>
                  <a:lnTo>
                    <a:pt x="854229" y="0"/>
                  </a:lnTo>
                  <a:lnTo>
                    <a:pt x="949144" y="0"/>
                  </a:lnTo>
                  <a:lnTo>
                    <a:pt x="1044058" y="0"/>
                  </a:lnTo>
                  <a:lnTo>
                    <a:pt x="1138973" y="0"/>
                  </a:lnTo>
                  <a:lnTo>
                    <a:pt x="1233887" y="0"/>
                  </a:lnTo>
                  <a:lnTo>
                    <a:pt x="1328802" y="0"/>
                  </a:lnTo>
                  <a:lnTo>
                    <a:pt x="1423716" y="0"/>
                  </a:lnTo>
                  <a:lnTo>
                    <a:pt x="1518631" y="0"/>
                  </a:lnTo>
                  <a:lnTo>
                    <a:pt x="1613545" y="0"/>
                  </a:lnTo>
                  <a:lnTo>
                    <a:pt x="1708459" y="0"/>
                  </a:lnTo>
                  <a:lnTo>
                    <a:pt x="1803374" y="0"/>
                  </a:lnTo>
                  <a:lnTo>
                    <a:pt x="1898288" y="0"/>
                  </a:lnTo>
                  <a:lnTo>
                    <a:pt x="1993203" y="0"/>
                  </a:lnTo>
                  <a:lnTo>
                    <a:pt x="2088117" y="0"/>
                  </a:lnTo>
                  <a:lnTo>
                    <a:pt x="2183032" y="0"/>
                  </a:lnTo>
                  <a:lnTo>
                    <a:pt x="2277946" y="0"/>
                  </a:lnTo>
                  <a:lnTo>
                    <a:pt x="2372861" y="0"/>
                  </a:lnTo>
                  <a:lnTo>
                    <a:pt x="2467775" y="0"/>
                  </a:lnTo>
                  <a:lnTo>
                    <a:pt x="2562689" y="0"/>
                  </a:lnTo>
                  <a:lnTo>
                    <a:pt x="2657604" y="0"/>
                  </a:lnTo>
                  <a:lnTo>
                    <a:pt x="275251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37438" y="3715631"/>
              <a:ext cx="1946324" cy="1946324"/>
            </a:xfrm>
            <a:custGeom>
              <a:avLst/>
              <a:pathLst>
                <a:path w="1946324" h="1946324">
                  <a:moveTo>
                    <a:pt x="0" y="0"/>
                  </a:moveTo>
                  <a:lnTo>
                    <a:pt x="67114" y="67114"/>
                  </a:lnTo>
                  <a:lnTo>
                    <a:pt x="134229" y="134229"/>
                  </a:lnTo>
                  <a:lnTo>
                    <a:pt x="201343" y="201343"/>
                  </a:lnTo>
                  <a:lnTo>
                    <a:pt x="268458" y="268458"/>
                  </a:lnTo>
                  <a:lnTo>
                    <a:pt x="335573" y="335573"/>
                  </a:lnTo>
                  <a:lnTo>
                    <a:pt x="402687" y="402687"/>
                  </a:lnTo>
                  <a:lnTo>
                    <a:pt x="469802" y="469802"/>
                  </a:lnTo>
                  <a:lnTo>
                    <a:pt x="536917" y="536917"/>
                  </a:lnTo>
                  <a:lnTo>
                    <a:pt x="604031" y="604031"/>
                  </a:lnTo>
                  <a:lnTo>
                    <a:pt x="671146" y="671146"/>
                  </a:lnTo>
                  <a:lnTo>
                    <a:pt x="738261" y="738261"/>
                  </a:lnTo>
                  <a:lnTo>
                    <a:pt x="805375" y="805375"/>
                  </a:lnTo>
                  <a:lnTo>
                    <a:pt x="872490" y="872490"/>
                  </a:lnTo>
                  <a:lnTo>
                    <a:pt x="939605" y="939605"/>
                  </a:lnTo>
                  <a:lnTo>
                    <a:pt x="1006719" y="1006719"/>
                  </a:lnTo>
                  <a:lnTo>
                    <a:pt x="1073834" y="1073834"/>
                  </a:lnTo>
                  <a:lnTo>
                    <a:pt x="1140948" y="1140948"/>
                  </a:lnTo>
                  <a:lnTo>
                    <a:pt x="1208063" y="1208063"/>
                  </a:lnTo>
                  <a:lnTo>
                    <a:pt x="1275178" y="1275178"/>
                  </a:lnTo>
                  <a:lnTo>
                    <a:pt x="1342292" y="1342292"/>
                  </a:lnTo>
                  <a:lnTo>
                    <a:pt x="1409407" y="1409407"/>
                  </a:lnTo>
                  <a:lnTo>
                    <a:pt x="1476522" y="1476522"/>
                  </a:lnTo>
                  <a:lnTo>
                    <a:pt x="1543636" y="1543636"/>
                  </a:lnTo>
                  <a:lnTo>
                    <a:pt x="1610751" y="1610751"/>
                  </a:lnTo>
                  <a:lnTo>
                    <a:pt x="1677866" y="1677866"/>
                  </a:lnTo>
                  <a:lnTo>
                    <a:pt x="1744980" y="1744980"/>
                  </a:lnTo>
                  <a:lnTo>
                    <a:pt x="1812095" y="1812095"/>
                  </a:lnTo>
                  <a:lnTo>
                    <a:pt x="1879210" y="1879210"/>
                  </a:lnTo>
                  <a:lnTo>
                    <a:pt x="1946324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37438" y="3715631"/>
              <a:ext cx="0" cy="2752518"/>
            </a:xfrm>
            <a:custGeom>
              <a:avLst/>
              <a:pathLst>
                <a:path w="0" h="2752518">
                  <a:moveTo>
                    <a:pt x="0" y="0"/>
                  </a:moveTo>
                  <a:lnTo>
                    <a:pt x="0" y="94914"/>
                  </a:lnTo>
                  <a:lnTo>
                    <a:pt x="0" y="189828"/>
                  </a:lnTo>
                  <a:lnTo>
                    <a:pt x="0" y="284743"/>
                  </a:lnTo>
                  <a:lnTo>
                    <a:pt x="0" y="379657"/>
                  </a:lnTo>
                  <a:lnTo>
                    <a:pt x="0" y="474572"/>
                  </a:lnTo>
                  <a:lnTo>
                    <a:pt x="0" y="569486"/>
                  </a:lnTo>
                  <a:lnTo>
                    <a:pt x="0" y="664401"/>
                  </a:lnTo>
                  <a:lnTo>
                    <a:pt x="0" y="759315"/>
                  </a:lnTo>
                  <a:lnTo>
                    <a:pt x="0" y="854229"/>
                  </a:lnTo>
                  <a:lnTo>
                    <a:pt x="0" y="949144"/>
                  </a:lnTo>
                  <a:lnTo>
                    <a:pt x="0" y="1044058"/>
                  </a:lnTo>
                  <a:lnTo>
                    <a:pt x="0" y="1138973"/>
                  </a:lnTo>
                  <a:lnTo>
                    <a:pt x="0" y="1233887"/>
                  </a:lnTo>
                  <a:lnTo>
                    <a:pt x="0" y="1328802"/>
                  </a:lnTo>
                  <a:lnTo>
                    <a:pt x="0" y="1423716"/>
                  </a:lnTo>
                  <a:lnTo>
                    <a:pt x="0" y="1518631"/>
                  </a:lnTo>
                  <a:lnTo>
                    <a:pt x="0" y="1613545"/>
                  </a:lnTo>
                  <a:lnTo>
                    <a:pt x="0" y="1708459"/>
                  </a:lnTo>
                  <a:lnTo>
                    <a:pt x="0" y="1803374"/>
                  </a:lnTo>
                  <a:lnTo>
                    <a:pt x="0" y="1898288"/>
                  </a:lnTo>
                  <a:lnTo>
                    <a:pt x="0" y="1993203"/>
                  </a:lnTo>
                  <a:lnTo>
                    <a:pt x="0" y="2088117"/>
                  </a:lnTo>
                  <a:lnTo>
                    <a:pt x="0" y="2183032"/>
                  </a:lnTo>
                  <a:lnTo>
                    <a:pt x="0" y="2277946"/>
                  </a:lnTo>
                  <a:lnTo>
                    <a:pt x="0" y="2372861"/>
                  </a:lnTo>
                  <a:lnTo>
                    <a:pt x="0" y="2467775"/>
                  </a:lnTo>
                  <a:lnTo>
                    <a:pt x="0" y="2562689"/>
                  </a:lnTo>
                  <a:lnTo>
                    <a:pt x="0" y="2657604"/>
                  </a:lnTo>
                  <a:lnTo>
                    <a:pt x="0" y="275251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91113" y="3715631"/>
              <a:ext cx="1946324" cy="1946324"/>
            </a:xfrm>
            <a:custGeom>
              <a:avLst/>
              <a:pathLst>
                <a:path w="1946324" h="1946324">
                  <a:moveTo>
                    <a:pt x="1946324" y="0"/>
                  </a:moveTo>
                  <a:lnTo>
                    <a:pt x="1879210" y="67114"/>
                  </a:lnTo>
                  <a:lnTo>
                    <a:pt x="1812095" y="134229"/>
                  </a:lnTo>
                  <a:lnTo>
                    <a:pt x="1744980" y="201343"/>
                  </a:lnTo>
                  <a:lnTo>
                    <a:pt x="1677866" y="268458"/>
                  </a:lnTo>
                  <a:lnTo>
                    <a:pt x="1610751" y="335573"/>
                  </a:lnTo>
                  <a:lnTo>
                    <a:pt x="1543636" y="402687"/>
                  </a:lnTo>
                  <a:lnTo>
                    <a:pt x="1476522" y="469802"/>
                  </a:lnTo>
                  <a:lnTo>
                    <a:pt x="1409407" y="536917"/>
                  </a:lnTo>
                  <a:lnTo>
                    <a:pt x="1342292" y="604031"/>
                  </a:lnTo>
                  <a:lnTo>
                    <a:pt x="1275178" y="671146"/>
                  </a:lnTo>
                  <a:lnTo>
                    <a:pt x="1208063" y="738261"/>
                  </a:lnTo>
                  <a:lnTo>
                    <a:pt x="1140948" y="805375"/>
                  </a:lnTo>
                  <a:lnTo>
                    <a:pt x="1073834" y="872490"/>
                  </a:lnTo>
                  <a:lnTo>
                    <a:pt x="1006719" y="939605"/>
                  </a:lnTo>
                  <a:lnTo>
                    <a:pt x="939605" y="1006719"/>
                  </a:lnTo>
                  <a:lnTo>
                    <a:pt x="872490" y="1073834"/>
                  </a:lnTo>
                  <a:lnTo>
                    <a:pt x="805375" y="1140948"/>
                  </a:lnTo>
                  <a:lnTo>
                    <a:pt x="738261" y="1208063"/>
                  </a:lnTo>
                  <a:lnTo>
                    <a:pt x="671146" y="1275178"/>
                  </a:lnTo>
                  <a:lnTo>
                    <a:pt x="604031" y="1342292"/>
                  </a:lnTo>
                  <a:lnTo>
                    <a:pt x="536917" y="1409407"/>
                  </a:lnTo>
                  <a:lnTo>
                    <a:pt x="469802" y="1476522"/>
                  </a:lnTo>
                  <a:lnTo>
                    <a:pt x="402687" y="1543636"/>
                  </a:lnTo>
                  <a:lnTo>
                    <a:pt x="335573" y="1610751"/>
                  </a:lnTo>
                  <a:lnTo>
                    <a:pt x="268458" y="1677866"/>
                  </a:lnTo>
                  <a:lnTo>
                    <a:pt x="201343" y="1744980"/>
                  </a:lnTo>
                  <a:lnTo>
                    <a:pt x="134229" y="1812095"/>
                  </a:lnTo>
                  <a:lnTo>
                    <a:pt x="67114" y="1879210"/>
                  </a:lnTo>
                  <a:lnTo>
                    <a:pt x="0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84919" y="3715631"/>
              <a:ext cx="2752518" cy="0"/>
            </a:xfrm>
            <a:custGeom>
              <a:avLst/>
              <a:pathLst>
                <a:path w="2752518" h="0">
                  <a:moveTo>
                    <a:pt x="2752518" y="0"/>
                  </a:moveTo>
                  <a:lnTo>
                    <a:pt x="2657604" y="0"/>
                  </a:lnTo>
                  <a:lnTo>
                    <a:pt x="2562689" y="0"/>
                  </a:lnTo>
                  <a:lnTo>
                    <a:pt x="2467775" y="0"/>
                  </a:lnTo>
                  <a:lnTo>
                    <a:pt x="2372861" y="0"/>
                  </a:lnTo>
                  <a:lnTo>
                    <a:pt x="2277946" y="0"/>
                  </a:lnTo>
                  <a:lnTo>
                    <a:pt x="2183032" y="0"/>
                  </a:lnTo>
                  <a:lnTo>
                    <a:pt x="2088117" y="0"/>
                  </a:lnTo>
                  <a:lnTo>
                    <a:pt x="1993203" y="0"/>
                  </a:lnTo>
                  <a:lnTo>
                    <a:pt x="1898288" y="0"/>
                  </a:lnTo>
                  <a:lnTo>
                    <a:pt x="1803374" y="0"/>
                  </a:lnTo>
                  <a:lnTo>
                    <a:pt x="1708459" y="0"/>
                  </a:lnTo>
                  <a:lnTo>
                    <a:pt x="1613545" y="0"/>
                  </a:lnTo>
                  <a:lnTo>
                    <a:pt x="1518631" y="0"/>
                  </a:lnTo>
                  <a:lnTo>
                    <a:pt x="1423716" y="0"/>
                  </a:lnTo>
                  <a:lnTo>
                    <a:pt x="1328802" y="0"/>
                  </a:lnTo>
                  <a:lnTo>
                    <a:pt x="1233887" y="0"/>
                  </a:lnTo>
                  <a:lnTo>
                    <a:pt x="1138973" y="0"/>
                  </a:lnTo>
                  <a:lnTo>
                    <a:pt x="1044058" y="0"/>
                  </a:lnTo>
                  <a:lnTo>
                    <a:pt x="949144" y="0"/>
                  </a:lnTo>
                  <a:lnTo>
                    <a:pt x="854229" y="0"/>
                  </a:lnTo>
                  <a:lnTo>
                    <a:pt x="759315" y="0"/>
                  </a:lnTo>
                  <a:lnTo>
                    <a:pt x="664401" y="0"/>
                  </a:lnTo>
                  <a:lnTo>
                    <a:pt x="569486" y="0"/>
                  </a:lnTo>
                  <a:lnTo>
                    <a:pt x="474572" y="0"/>
                  </a:lnTo>
                  <a:lnTo>
                    <a:pt x="379657" y="0"/>
                  </a:lnTo>
                  <a:lnTo>
                    <a:pt x="284743" y="0"/>
                  </a:lnTo>
                  <a:lnTo>
                    <a:pt x="189828" y="0"/>
                  </a:lnTo>
                  <a:lnTo>
                    <a:pt x="94914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091113" y="1769307"/>
              <a:ext cx="1946324" cy="1946324"/>
            </a:xfrm>
            <a:custGeom>
              <a:avLst/>
              <a:pathLst>
                <a:path w="1946324" h="1946324">
                  <a:moveTo>
                    <a:pt x="1946324" y="1946324"/>
                  </a:moveTo>
                  <a:lnTo>
                    <a:pt x="1879210" y="1879210"/>
                  </a:lnTo>
                  <a:lnTo>
                    <a:pt x="1812095" y="1812095"/>
                  </a:lnTo>
                  <a:lnTo>
                    <a:pt x="1744980" y="1744980"/>
                  </a:lnTo>
                  <a:lnTo>
                    <a:pt x="1677866" y="1677866"/>
                  </a:lnTo>
                  <a:lnTo>
                    <a:pt x="1610751" y="1610751"/>
                  </a:lnTo>
                  <a:lnTo>
                    <a:pt x="1543636" y="1543636"/>
                  </a:lnTo>
                  <a:lnTo>
                    <a:pt x="1476522" y="1476522"/>
                  </a:lnTo>
                  <a:lnTo>
                    <a:pt x="1409407" y="1409407"/>
                  </a:lnTo>
                  <a:lnTo>
                    <a:pt x="1342292" y="1342292"/>
                  </a:lnTo>
                  <a:lnTo>
                    <a:pt x="1275178" y="1275178"/>
                  </a:lnTo>
                  <a:lnTo>
                    <a:pt x="1208063" y="1208063"/>
                  </a:lnTo>
                  <a:lnTo>
                    <a:pt x="1140948" y="1140948"/>
                  </a:lnTo>
                  <a:lnTo>
                    <a:pt x="1073834" y="1073834"/>
                  </a:lnTo>
                  <a:lnTo>
                    <a:pt x="1006719" y="1006719"/>
                  </a:lnTo>
                  <a:lnTo>
                    <a:pt x="939605" y="939605"/>
                  </a:lnTo>
                  <a:lnTo>
                    <a:pt x="872490" y="872490"/>
                  </a:lnTo>
                  <a:lnTo>
                    <a:pt x="805375" y="805375"/>
                  </a:lnTo>
                  <a:lnTo>
                    <a:pt x="738261" y="738261"/>
                  </a:lnTo>
                  <a:lnTo>
                    <a:pt x="671146" y="671146"/>
                  </a:lnTo>
                  <a:lnTo>
                    <a:pt x="604031" y="604031"/>
                  </a:lnTo>
                  <a:lnTo>
                    <a:pt x="536917" y="536917"/>
                  </a:lnTo>
                  <a:lnTo>
                    <a:pt x="469802" y="469802"/>
                  </a:lnTo>
                  <a:lnTo>
                    <a:pt x="402687" y="402687"/>
                  </a:lnTo>
                  <a:lnTo>
                    <a:pt x="335573" y="335573"/>
                  </a:lnTo>
                  <a:lnTo>
                    <a:pt x="268458" y="268458"/>
                  </a:lnTo>
                  <a:lnTo>
                    <a:pt x="201343" y="201343"/>
                  </a:lnTo>
                  <a:lnTo>
                    <a:pt x="134229" y="134229"/>
                  </a:lnTo>
                  <a:lnTo>
                    <a:pt x="67114" y="671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868137" y="573556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30559" y="1480525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99834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920044" y="5859755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57621" y="6766724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26777" y="5859755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90207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7293" y="1480525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84690" y="3683810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85752" y="2688252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85752" y="1692694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995583" y="69589"/>
              <a:ext cx="40837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3 — All Seasons (BOTW 2024) · reference = centroid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2026-05-11T20:59:03Z</dcterms:modified>
  <cp:category/>
</cp:coreProperties>
</file>