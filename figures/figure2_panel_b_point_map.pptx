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84113acb909572326157a869e4fe1f3b7514b54.emf"/>
<Relationship Id="rId3" Type="http://schemas.openxmlformats.org/officeDocument/2006/relationships/image" Target="../media/f9596396840ec6f1265d9bc5f3c10520633a76f7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2026-05-10T18:36:42Z</dcterms:modified>
  <cp:category/>
</cp:coreProperties>
</file>